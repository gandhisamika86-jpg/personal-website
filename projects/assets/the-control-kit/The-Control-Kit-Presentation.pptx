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5143500" cx="9144000"/>
  <p:notesSz cx="6858000" cy="9144000"/>
  <p:embeddedFontLst>
    <p:embeddedFont>
      <p:font typeface="Hanken Grotesk Medium"/>
      <p:regular r:id="rId29"/>
      <p:bold r:id="rId30"/>
      <p:italic r:id="rId31"/>
      <p:boldItalic r:id="rId32"/>
    </p:embeddedFont>
    <p:embeddedFont>
      <p:font typeface="Hanken Grotesk"/>
      <p:regular r:id="rId33"/>
      <p:bold r:id="rId34"/>
      <p:italic r:id="rId35"/>
      <p:boldItalic r:id="rId36"/>
    </p:embeddedFont>
    <p:embeddedFont>
      <p:font typeface="Mulish"/>
      <p:regular r:id="rId37"/>
      <p:bold r:id="rId38"/>
      <p:italic r:id="rId39"/>
      <p:boldItalic r:id="rId40"/>
    </p:embeddedFont>
    <p:embeddedFont>
      <p:font typeface="Bebas Neue"/>
      <p:regular r:id="rId41"/>
    </p:embeddedFont>
    <p:embeddedFont>
      <p:font typeface="Hanken Grotesk ExtraBold"/>
      <p:bold r:id="rId42"/>
      <p:boldItalic r:id="rId43"/>
    </p:embeddedFont>
    <p:embeddedFont>
      <p:font typeface="Abel"/>
      <p:regular r:id="rId44"/>
    </p:embeddedFont>
    <p:embeddedFont>
      <p:font typeface="Sora"/>
      <p:regular r:id="rId45"/>
      <p:bold r:id="rId46"/>
    </p:embeddedFont>
    <p:embeddedFont>
      <p:font typeface="Mulish Medium"/>
      <p:regular r:id="rId47"/>
      <p:bold r:id="rId48"/>
      <p:italic r:id="rId49"/>
      <p:boldItalic r:id="rId50"/>
    </p:embeddedFont>
    <p:embeddedFont>
      <p:font typeface="Hanken Grotesk Light"/>
      <p:regular r:id="rId51"/>
      <p:bold r:id="rId52"/>
      <p:italic r:id="rId53"/>
      <p:boldItalic r:id="rId54"/>
    </p:embeddedFont>
    <p:embeddedFont>
      <p:font typeface="Space Grotesk"/>
      <p:regular r:id="rId55"/>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ulish-boldItalic.fntdata"/><Relationship Id="rId42" Type="http://schemas.openxmlformats.org/officeDocument/2006/relationships/font" Target="fonts/HankenGroteskExtraBold-bold.fntdata"/><Relationship Id="rId41" Type="http://schemas.openxmlformats.org/officeDocument/2006/relationships/font" Target="fonts/BebasNeue-regular.fntdata"/><Relationship Id="rId44" Type="http://schemas.openxmlformats.org/officeDocument/2006/relationships/font" Target="fonts/Abel-regular.fntdata"/><Relationship Id="rId43" Type="http://schemas.openxmlformats.org/officeDocument/2006/relationships/font" Target="fonts/HankenGroteskExtraBold-boldItalic.fntdata"/><Relationship Id="rId46" Type="http://schemas.openxmlformats.org/officeDocument/2006/relationships/font" Target="fonts/Sora-bold.fntdata"/><Relationship Id="rId45" Type="http://schemas.openxmlformats.org/officeDocument/2006/relationships/font" Target="fonts/Sor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MulishMedium-bold.fntdata"/><Relationship Id="rId47" Type="http://schemas.openxmlformats.org/officeDocument/2006/relationships/font" Target="fonts/MulishMedium-regular.fntdata"/><Relationship Id="rId49" Type="http://schemas.openxmlformats.org/officeDocument/2006/relationships/font" Target="fonts/MulishMedium-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HankenGroteskMedium-italic.fntdata"/><Relationship Id="rId30" Type="http://schemas.openxmlformats.org/officeDocument/2006/relationships/font" Target="fonts/HankenGroteskMedium-bold.fntdata"/><Relationship Id="rId33" Type="http://schemas.openxmlformats.org/officeDocument/2006/relationships/font" Target="fonts/HankenGrotesk-regular.fntdata"/><Relationship Id="rId32" Type="http://schemas.openxmlformats.org/officeDocument/2006/relationships/font" Target="fonts/HankenGroteskMedium-boldItalic.fntdata"/><Relationship Id="rId35" Type="http://schemas.openxmlformats.org/officeDocument/2006/relationships/font" Target="fonts/HankenGrotesk-italic.fntdata"/><Relationship Id="rId34" Type="http://schemas.openxmlformats.org/officeDocument/2006/relationships/font" Target="fonts/HankenGrotesk-bold.fntdata"/><Relationship Id="rId37" Type="http://schemas.openxmlformats.org/officeDocument/2006/relationships/font" Target="fonts/Mulish-regular.fntdata"/><Relationship Id="rId36" Type="http://schemas.openxmlformats.org/officeDocument/2006/relationships/font" Target="fonts/HankenGrotesk-boldItalic.fntdata"/><Relationship Id="rId39" Type="http://schemas.openxmlformats.org/officeDocument/2006/relationships/font" Target="fonts/Mulish-italic.fntdata"/><Relationship Id="rId38" Type="http://schemas.openxmlformats.org/officeDocument/2006/relationships/font" Target="fonts/Mulish-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font" Target="fonts/HankenGroteskMedium-regular.fntdata"/><Relationship Id="rId51" Type="http://schemas.openxmlformats.org/officeDocument/2006/relationships/font" Target="fonts/HankenGroteskLight-regular.fntdata"/><Relationship Id="rId50" Type="http://schemas.openxmlformats.org/officeDocument/2006/relationships/font" Target="fonts/MulishMedium-boldItalic.fntdata"/><Relationship Id="rId53" Type="http://schemas.openxmlformats.org/officeDocument/2006/relationships/font" Target="fonts/HankenGroteskLight-italic.fntdata"/><Relationship Id="rId52" Type="http://schemas.openxmlformats.org/officeDocument/2006/relationships/font" Target="fonts/HankenGroteskLight-bold.fntdata"/><Relationship Id="rId11" Type="http://schemas.openxmlformats.org/officeDocument/2006/relationships/slide" Target="slides/slide7.xml"/><Relationship Id="rId55" Type="http://schemas.openxmlformats.org/officeDocument/2006/relationships/font" Target="fonts/SpaceGrotesk-regular.fntdata"/><Relationship Id="rId10" Type="http://schemas.openxmlformats.org/officeDocument/2006/relationships/slide" Target="slides/slide6.xml"/><Relationship Id="rId54" Type="http://schemas.openxmlformats.org/officeDocument/2006/relationships/font" Target="fonts/HankenGroteskLight-boldItalic.fntdata"/><Relationship Id="rId13" Type="http://schemas.openxmlformats.org/officeDocument/2006/relationships/slide" Target="slides/slide9.xml"/><Relationship Id="rId12" Type="http://schemas.openxmlformats.org/officeDocument/2006/relationships/slide" Target="slides/slide8.xml"/><Relationship Id="rId56" Type="http://schemas.openxmlformats.org/officeDocument/2006/relationships/font" Target="fonts/SpaceGrotesk-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pmc/articles/PMC7385555/" TargetMode="External"/><Relationship Id="rId3" Type="http://schemas.openxmlformats.org/officeDocument/2006/relationships/hyperlink" Target="https://www.ncbi.nlm.nih.gov/pmc/articles/PMC8032203/"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pmc/articles/PMC7385555/" TargetMode="External"/><Relationship Id="rId3" Type="http://schemas.openxmlformats.org/officeDocument/2006/relationships/hyperlink" Target="https://www.ncbi.nlm.nih.gov/pmc/articles/PMC8032203/"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Mary Grace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21258269c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21258269c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Mary Grace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2c6e19f7d8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3" name="Google Shape;1643;g2c6e19f7d8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problem</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7" name="Shape 1777"/>
        <p:cNvGrpSpPr/>
        <p:nvPr/>
      </p:nvGrpSpPr>
      <p:grpSpPr>
        <a:xfrm>
          <a:off x="0" y="0"/>
          <a:ext cx="0" cy="0"/>
          <a:chOff x="0" y="0"/>
          <a:chExt cx="0" cy="0"/>
        </a:xfrm>
      </p:grpSpPr>
      <p:sp>
        <p:nvSpPr>
          <p:cNvPr id="1778" name="Google Shape;1778;g26eb58bebce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9" name="Google Shape;1779;g26eb58bebce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Let’s take a look at the severity of the issues that women face on the daily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 over 48% of women using a variety of contraceptive methods, there are still over 6 million unplanned pregnancies in the United states.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Think about that on a global scale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EMOTIONAL IMPACT</a:t>
            </a:r>
            <a:endParaRPr/>
          </a:p>
          <a:p>
            <a:pPr indent="0" lvl="0" marL="0" rtl="0" algn="l">
              <a:spcBef>
                <a:spcPts val="0"/>
              </a:spcBef>
              <a:spcAft>
                <a:spcPts val="0"/>
              </a:spcAft>
              <a:buNone/>
            </a:pPr>
            <a:r>
              <a:rPr lang="en"/>
              <a:t>Women’s Health is a significant problem area. To demonstrate,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26eb58bebce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26eb58bebce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Over $12 billion dollars annually are spent on unintentional pregnancies by taxpayers (emphasize billion)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Women’s Health is a significant problem area. To demonstrate,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EMOTIONAL EMPHASIS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g26eb58bebce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3" name="Google Shape;1833;g26eb58bebce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g26cd84b6a33_0_3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5" name="Google Shape;1985;g26cd84b6a33_0_3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Lack of Access: In one customer discovery interview, an obgyn in rural India remarked that in 15 years of gynaecology practice, she had never seen a birth control implant. This lead us to question the status in rural areas in the US.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Make sure we </a:t>
            </a:r>
            <a:r>
              <a:rPr lang="en">
                <a:solidFill>
                  <a:schemeClr val="dk1"/>
                </a:solidFill>
              </a:rPr>
              <a:t>mention</a:t>
            </a:r>
            <a:r>
              <a:rPr lang="en">
                <a:solidFill>
                  <a:schemeClr val="dk1"/>
                </a:solidFill>
              </a:rPr>
              <a:t> who we talked to</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Awareness: One obgyn we talked to was seeing patients on the younger side. She said that patients come in with misconceptions about birth control that are fueled by social media, which results in a mental block against birth control. The obgyn in a rural area reported spending 30-45 minutes of time during appointments to get patients to even consider using birth control because of the stigma surrounding 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Comfort: For IUDs, insertion can be painful for women, especially those who have never had a vaginal delivery. The provider we talked to expressed that because she is more experienced with a younger population, she uses numbing medicine and relaxation techniques. Providers who are not experienced with younger patients or those who delivered by a C-section may be less likely to using numbing medicine.</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g26cd84b6a33_0_4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0" name="Google Shape;2020;g26cd84b6a33_0_4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https://powertodecide.org/what-we-do/contraceptive-deserts</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g26eb58bebce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8" name="Google Shape;2028;g26eb58bebce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g26eb58bebce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1" name="Google Shape;2041;g26eb58bebce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11e375b9f55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11e375b9f55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Lack of awareness and training surrounding Long Acting Reversible Contraception negatively impacts uptake and accessibility, especially in rural, low-income areas.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g26cd84b6a33_0_4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4" name="Google Shape;2054;g26cd84b6a33_0_4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So, what are our solutions? Our solutions consist of two main components, the control kit as well as an online resource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control kit serves to give providers a hands on means of practicing IUD insertion and removal methods while also giving instantaneous feedback</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also includes educational pamphlets for both the patient and the provider to ensure both are well-informed regarding their respective responsibilities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patients, it would consist of descriptions of different contraceptive methods and how they work as well as a pros and cons lists comparing different methods to help patients weigh their options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For providers, it would mean competency checklists they could use alongside the hands-on practice that would include common mistakes and the do’s and don'ts of insertion and removal</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rPr lang="en"/>
              <a:t>Birth control kit</a:t>
            </a:r>
            <a:endParaRPr/>
          </a:p>
          <a:p>
            <a:pPr indent="-298450" lvl="1" marL="914400" rtl="0" algn="l">
              <a:spcBef>
                <a:spcPts val="0"/>
              </a:spcBef>
              <a:spcAft>
                <a:spcPts val="0"/>
              </a:spcAft>
              <a:buSzPts val="1100"/>
              <a:buChar char="○"/>
            </a:pPr>
            <a:r>
              <a:rPr lang="en"/>
              <a:t>Something to educate both patients and providers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CDC Medical Wligibility criteria</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Online forum for women can share experiences, physicians can answer questions, creating community and raising awareness (verified responses so people feel comfortable using their advice)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g26eb58bebce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1" name="Google Shape;2061;g26eb58bebce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Birth control kit</a:t>
            </a:r>
            <a:endParaRPr/>
          </a:p>
          <a:p>
            <a:pPr indent="-298450" lvl="1" marL="914400" rtl="0" algn="l">
              <a:spcBef>
                <a:spcPts val="0"/>
              </a:spcBef>
              <a:spcAft>
                <a:spcPts val="0"/>
              </a:spcAft>
              <a:buSzPts val="1100"/>
              <a:buChar char="○"/>
            </a:pPr>
            <a:r>
              <a:rPr lang="en"/>
              <a:t>Something to educate both patients and providers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CDC Medical Wligibility criteria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g26eb58bebce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5" name="Google Shape;2075;g26eb58bebce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https://www.ncbi.nlm.nih.gov/pmc/articles/PMC7385555/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u="sng">
                <a:solidFill>
                  <a:schemeClr val="hlink"/>
                </a:solidFill>
                <a:hlinkClick r:id="rId3"/>
              </a:rPr>
              <a:t>https://www.ncbi.nlm.nih.gov/pmc/articles/PMC8032203/</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School Based Health Centers: </a:t>
            </a:r>
            <a:r>
              <a:rPr lang="en">
                <a:solidFill>
                  <a:srgbClr val="26272A"/>
                </a:solidFill>
              </a:rPr>
              <a:t>Ability to impact adolescents</a:t>
            </a:r>
            <a:endParaRPr>
              <a:solidFill>
                <a:srgbClr val="26272A"/>
              </a:solidFill>
            </a:endParaRPr>
          </a:p>
          <a:p>
            <a:pPr indent="0" lvl="0" marL="0" rtl="0" algn="l">
              <a:lnSpc>
                <a:spcPct val="115000"/>
              </a:lnSpc>
              <a:spcBef>
                <a:spcPts val="0"/>
              </a:spcBef>
              <a:spcAft>
                <a:spcPts val="0"/>
              </a:spcAft>
              <a:buNone/>
            </a:pPr>
            <a:r>
              <a:rPr lang="en">
                <a:solidFill>
                  <a:srgbClr val="26272A"/>
                </a:solidFill>
              </a:rPr>
              <a:t>Uninsured, Low Income, Underserved Population</a:t>
            </a:r>
            <a:endParaRPr>
              <a:solidFill>
                <a:srgbClr val="26272A"/>
              </a:solidFill>
            </a:endParaRPr>
          </a:p>
          <a:p>
            <a:pPr indent="0" lvl="0" marL="0" rtl="0" algn="l">
              <a:lnSpc>
                <a:spcPct val="115000"/>
              </a:lnSpc>
              <a:spcBef>
                <a:spcPts val="0"/>
              </a:spcBef>
              <a:spcAft>
                <a:spcPts val="0"/>
              </a:spcAft>
              <a:buNone/>
            </a:pPr>
            <a:r>
              <a:t/>
            </a:r>
            <a:endParaRPr>
              <a:solidFill>
                <a:srgbClr val="26272A"/>
              </a:solidFill>
            </a:endParaRPr>
          </a:p>
          <a:p>
            <a:pPr indent="0" lvl="0" marL="0" rtl="0" algn="l">
              <a:lnSpc>
                <a:spcPct val="115000"/>
              </a:lnSpc>
              <a:spcBef>
                <a:spcPts val="0"/>
              </a:spcBef>
              <a:spcAft>
                <a:spcPts val="0"/>
              </a:spcAft>
              <a:buNone/>
            </a:pPr>
            <a:r>
              <a:rPr lang="en">
                <a:solidFill>
                  <a:srgbClr val="26272A"/>
                </a:solidFill>
              </a:rPr>
              <a:t>Primary Care: unique reach to rural areas</a:t>
            </a:r>
            <a:endParaRPr>
              <a:solidFill>
                <a:srgbClr val="26272A"/>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26cd84b6a33_0_2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1" name="Google Shape;2091;g26cd84b6a33_0_2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https://www.ncbi.nlm.nih.gov/pmc/articles/PMC7385555/</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u="sng">
                <a:solidFill>
                  <a:schemeClr val="hlink"/>
                </a:solidFill>
                <a:hlinkClick r:id="rId3"/>
              </a:rPr>
              <a:t>https://www.ncbi.nlm.nih.gov/pmc/articles/PMC8032203/</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School Based Health Centers</a:t>
            </a:r>
            <a:r>
              <a:rPr lang="en">
                <a:solidFill>
                  <a:schemeClr val="dk1"/>
                </a:solidFill>
              </a:rPr>
              <a:t>: </a:t>
            </a:r>
            <a:r>
              <a:rPr lang="en">
                <a:solidFill>
                  <a:srgbClr val="26272A"/>
                </a:solidFill>
              </a:rPr>
              <a:t>Ability to impact adolescents</a:t>
            </a:r>
            <a:endParaRPr>
              <a:solidFill>
                <a:srgbClr val="26272A"/>
              </a:solidFill>
            </a:endParaRPr>
          </a:p>
          <a:p>
            <a:pPr indent="0" lvl="0" marL="0" rtl="0" algn="l">
              <a:lnSpc>
                <a:spcPct val="115000"/>
              </a:lnSpc>
              <a:spcBef>
                <a:spcPts val="0"/>
              </a:spcBef>
              <a:spcAft>
                <a:spcPts val="0"/>
              </a:spcAft>
              <a:buNone/>
            </a:pPr>
            <a:r>
              <a:rPr lang="en">
                <a:solidFill>
                  <a:srgbClr val="26272A"/>
                </a:solidFill>
              </a:rPr>
              <a:t>Uninsured, Low Income, Underserved Population</a:t>
            </a:r>
            <a:endParaRPr>
              <a:solidFill>
                <a:srgbClr val="26272A"/>
              </a:solidFill>
            </a:endParaRPr>
          </a:p>
          <a:p>
            <a:pPr indent="0" lvl="0" marL="0" rtl="0" algn="l">
              <a:lnSpc>
                <a:spcPct val="115000"/>
              </a:lnSpc>
              <a:spcBef>
                <a:spcPts val="0"/>
              </a:spcBef>
              <a:spcAft>
                <a:spcPts val="0"/>
              </a:spcAft>
              <a:buNone/>
            </a:pPr>
            <a:r>
              <a:t/>
            </a:r>
            <a:endParaRPr>
              <a:solidFill>
                <a:srgbClr val="26272A"/>
              </a:solidFill>
            </a:endParaRPr>
          </a:p>
          <a:p>
            <a:pPr indent="0" lvl="0" marL="0" rtl="0" algn="l">
              <a:lnSpc>
                <a:spcPct val="115000"/>
              </a:lnSpc>
              <a:spcBef>
                <a:spcPts val="0"/>
              </a:spcBef>
              <a:spcAft>
                <a:spcPts val="0"/>
              </a:spcAft>
              <a:buNone/>
            </a:pPr>
            <a:r>
              <a:rPr lang="en">
                <a:solidFill>
                  <a:srgbClr val="26272A"/>
                </a:solidFill>
              </a:rPr>
              <a:t>Primary Care: unique reach to rural areas</a:t>
            </a:r>
            <a:endParaRPr>
              <a:solidFill>
                <a:srgbClr val="26272A"/>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2" name="Shape 2102"/>
        <p:cNvGrpSpPr/>
        <p:nvPr/>
      </p:nvGrpSpPr>
      <p:grpSpPr>
        <a:xfrm>
          <a:off x="0" y="0"/>
          <a:ext cx="0" cy="0"/>
          <a:chOff x="0" y="0"/>
          <a:chExt cx="0" cy="0"/>
        </a:xfrm>
      </p:grpSpPr>
      <p:sp>
        <p:nvSpPr>
          <p:cNvPr id="2103" name="Google Shape;2103;g26cd84b6a33_0_4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4" name="Google Shape;2104;g26cd84b6a33_0_4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Hanken Grotesk"/>
                <a:ea typeface="Hanken Grotesk"/>
                <a:cs typeface="Hanken Grotesk"/>
                <a:sym typeface="Hanken Grotesk"/>
              </a:rPr>
              <a:t>PUGH MATRIX</a:t>
            </a:r>
            <a:endParaRPr sz="800">
              <a:solidFill>
                <a:schemeClr val="dk1"/>
              </a:solidFill>
              <a:latin typeface="Hanken Grotesk"/>
              <a:ea typeface="Hanken Grotesk"/>
              <a:cs typeface="Hanken Grotesk"/>
              <a:sym typeface="Hanken Grotesk"/>
            </a:endParaRPr>
          </a:p>
          <a:p>
            <a:pPr indent="-279400" lvl="0" marL="457200" rtl="0" algn="l">
              <a:spcBef>
                <a:spcPts val="0"/>
              </a:spcBef>
              <a:spcAft>
                <a:spcPts val="0"/>
              </a:spcAft>
              <a:buClr>
                <a:srgbClr val="434343"/>
              </a:buClr>
              <a:buSzPts val="800"/>
              <a:buFont typeface="Hanken Grotesk"/>
              <a:buChar char="●"/>
            </a:pPr>
            <a:r>
              <a:rPr lang="en" sz="800">
                <a:solidFill>
                  <a:schemeClr val="dk1"/>
                </a:solidFill>
                <a:latin typeface="Hanken Grotesk"/>
                <a:ea typeface="Hanken Grotesk"/>
                <a:cs typeface="Hanken Grotesk"/>
                <a:sym typeface="Hanken Grotesk"/>
              </a:rPr>
              <a:t>Online educational resources </a:t>
            </a:r>
            <a:endParaRPr sz="800">
              <a:solidFill>
                <a:schemeClr val="dk1"/>
              </a:solidFill>
              <a:latin typeface="Hanken Grotesk"/>
              <a:ea typeface="Hanken Grotesk"/>
              <a:cs typeface="Hanken Grotesk"/>
              <a:sym typeface="Hanken Grotesk"/>
            </a:endParaRPr>
          </a:p>
          <a:p>
            <a:pPr indent="-279400" lvl="1" marL="914400" rtl="0" algn="l">
              <a:lnSpc>
                <a:spcPct val="115000"/>
              </a:lnSpc>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Lack of hands-on experience. </a:t>
            </a:r>
            <a:endParaRPr sz="800">
              <a:solidFill>
                <a:schemeClr val="dk1"/>
              </a:solidFill>
              <a:latin typeface="Hanken Grotesk"/>
              <a:ea typeface="Hanken Grotesk"/>
              <a:cs typeface="Hanken Grotesk"/>
              <a:sym typeface="Hanken Grotesk"/>
            </a:endParaRPr>
          </a:p>
          <a:p>
            <a:pPr indent="-279400" lvl="1" marL="914400" rtl="0" algn="l">
              <a:lnSpc>
                <a:spcPct val="115000"/>
              </a:lnSpc>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Don’t know which ones are reliable. </a:t>
            </a:r>
            <a:endParaRPr sz="800">
              <a:solidFill>
                <a:schemeClr val="dk1"/>
              </a:solidFill>
              <a:latin typeface="Hanken Grotesk"/>
              <a:ea typeface="Hanken Grotesk"/>
              <a:cs typeface="Hanken Grotesk"/>
              <a:sym typeface="Hanken Grotesk"/>
            </a:endParaRPr>
          </a:p>
          <a:p>
            <a:pPr indent="-279400" lvl="1" marL="914400" rtl="0" algn="l">
              <a:lnSpc>
                <a:spcPct val="115000"/>
              </a:lnSpc>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There is no one place where all information can be found. </a:t>
            </a:r>
            <a:endParaRPr sz="800">
              <a:solidFill>
                <a:schemeClr val="dk1"/>
              </a:solidFill>
              <a:latin typeface="Hanken Grotesk"/>
              <a:ea typeface="Hanken Grotesk"/>
              <a:cs typeface="Hanken Grotesk"/>
              <a:sym typeface="Hanken Grotesk"/>
            </a:endParaRPr>
          </a:p>
          <a:p>
            <a:pPr indent="-279400" lvl="0" marL="457200" rtl="0" algn="l">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Birth Control Company Trainings</a:t>
            </a:r>
            <a:endParaRPr sz="800">
              <a:solidFill>
                <a:schemeClr val="dk1"/>
              </a:solidFill>
              <a:latin typeface="Hanken Grotesk"/>
              <a:ea typeface="Hanken Grotesk"/>
              <a:cs typeface="Hanken Grotesk"/>
              <a:sym typeface="Hanken Grotesk"/>
            </a:endParaRPr>
          </a:p>
          <a:p>
            <a:pPr indent="-279400" lvl="1" marL="914400" rtl="0" algn="l">
              <a:lnSpc>
                <a:spcPct val="115000"/>
              </a:lnSpc>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Mirena, Paragard, Nexplanon</a:t>
            </a:r>
            <a:endParaRPr sz="800">
              <a:solidFill>
                <a:schemeClr val="dk1"/>
              </a:solidFill>
              <a:latin typeface="Hanken Grotesk"/>
              <a:ea typeface="Hanken Grotesk"/>
              <a:cs typeface="Hanken Grotesk"/>
              <a:sym typeface="Hanken Grotesk"/>
            </a:endParaRPr>
          </a:p>
          <a:p>
            <a:pPr indent="-279400" lvl="1" marL="914400" rtl="0" algn="l">
              <a:lnSpc>
                <a:spcPct val="115000"/>
              </a:lnSpc>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Specific to one type</a:t>
            </a:r>
            <a:endParaRPr sz="800">
              <a:solidFill>
                <a:schemeClr val="dk1"/>
              </a:solidFill>
              <a:latin typeface="Hanken Grotesk"/>
              <a:ea typeface="Hanken Grotesk"/>
              <a:cs typeface="Hanken Grotesk"/>
              <a:sym typeface="Hanken Grotesk"/>
            </a:endParaRPr>
          </a:p>
          <a:p>
            <a:pPr indent="-279400" lvl="1" marL="914400" rtl="0" algn="l">
              <a:lnSpc>
                <a:spcPct val="115000"/>
              </a:lnSpc>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Not continued</a:t>
            </a:r>
            <a:endParaRPr sz="800">
              <a:solidFill>
                <a:schemeClr val="dk1"/>
              </a:solidFill>
              <a:latin typeface="Hanken Grotesk"/>
              <a:ea typeface="Hanken Grotesk"/>
              <a:cs typeface="Hanken Grotesk"/>
              <a:sym typeface="Hanken Grotesk"/>
            </a:endParaRPr>
          </a:p>
          <a:p>
            <a:pPr indent="-279400" lvl="0" marL="457200" rtl="0" algn="l">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Previous training during residency</a:t>
            </a:r>
            <a:endParaRPr sz="800">
              <a:solidFill>
                <a:schemeClr val="dk1"/>
              </a:solidFill>
              <a:latin typeface="Hanken Grotesk"/>
              <a:ea typeface="Hanken Grotesk"/>
              <a:cs typeface="Hanken Grotesk"/>
              <a:sym typeface="Hanken Grotesk"/>
            </a:endParaRPr>
          </a:p>
          <a:p>
            <a:pPr indent="-279400" lvl="1" marL="914400" rtl="0" algn="l">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Not getting constant practice so they need to occasionally brush up on their skills as to not cause errors, an example being  improper positioning placement of the IUD</a:t>
            </a:r>
            <a:endParaRPr sz="800">
              <a:solidFill>
                <a:schemeClr val="dk1"/>
              </a:solidFill>
              <a:latin typeface="Hanken Grotesk"/>
              <a:ea typeface="Hanken Grotesk"/>
              <a:cs typeface="Hanken Grotesk"/>
              <a:sym typeface="Hanken Grotesk"/>
            </a:endParaRPr>
          </a:p>
          <a:p>
            <a:pPr indent="-279400" lvl="1" marL="914400" rtl="0" algn="l">
              <a:spcBef>
                <a:spcPts val="0"/>
              </a:spcBef>
              <a:spcAft>
                <a:spcPts val="0"/>
              </a:spcAft>
              <a:buClr>
                <a:schemeClr val="dk1"/>
              </a:buClr>
              <a:buSzPts val="800"/>
              <a:buFont typeface="Hanken Grotesk"/>
              <a:buChar char="○"/>
            </a:pPr>
            <a:r>
              <a:rPr lang="en" sz="800">
                <a:solidFill>
                  <a:schemeClr val="dk1"/>
                </a:solidFill>
                <a:latin typeface="Hanken Grotesk"/>
                <a:ea typeface="Hanken Grotesk"/>
                <a:cs typeface="Hanken Grotesk"/>
                <a:sym typeface="Hanken Grotesk"/>
              </a:rPr>
              <a:t>Train on new forms</a:t>
            </a:r>
            <a:endParaRPr sz="8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g2cdc2dfdb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1" name="Google Shape;2111;g2cdc2dfdb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7" name="Shape 2117"/>
        <p:cNvGrpSpPr/>
        <p:nvPr/>
      </p:nvGrpSpPr>
      <p:grpSpPr>
        <a:xfrm>
          <a:off x="0" y="0"/>
          <a:ext cx="0" cy="0"/>
          <a:chOff x="0" y="0"/>
          <a:chExt cx="0" cy="0"/>
        </a:xfrm>
      </p:grpSpPr>
      <p:sp>
        <p:nvSpPr>
          <p:cNvPr id="2118" name="Google Shape;2118;g26cd84b6a33_0_4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9" name="Google Shape;2119;g26cd84b6a33_0_4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 one time purchase is meant to inform both </a:t>
            </a:r>
            <a:r>
              <a:rPr lang="en"/>
              <a:t>patients</a:t>
            </a:r>
            <a:r>
              <a:rPr lang="en"/>
              <a:t> and providers</a:t>
            </a:r>
            <a:endParaRPr/>
          </a:p>
          <a:p>
            <a:pPr indent="-298450" lvl="1" marL="914400" rtl="0" algn="l">
              <a:spcBef>
                <a:spcPts val="0"/>
              </a:spcBef>
              <a:spcAft>
                <a:spcPts val="0"/>
              </a:spcAft>
              <a:buSzPts val="1100"/>
              <a:buChar char="-"/>
            </a:pPr>
            <a:r>
              <a:rPr lang="en"/>
              <a:t>Not meant to teach doctors in rural areas as they already know how to insert them the different types</a:t>
            </a:r>
            <a:endParaRPr/>
          </a:p>
          <a:p>
            <a:pPr indent="-298450" lvl="2" marL="1371600" rtl="0" algn="l">
              <a:spcBef>
                <a:spcPts val="0"/>
              </a:spcBef>
              <a:spcAft>
                <a:spcPts val="0"/>
              </a:spcAft>
              <a:buSzPts val="1100"/>
              <a:buChar char="-"/>
            </a:pPr>
            <a:r>
              <a:rPr lang="en"/>
              <a:t>Meant to keep them up to date with different methods of </a:t>
            </a:r>
            <a:r>
              <a:rPr lang="en"/>
              <a:t>contraception</a:t>
            </a:r>
            <a:r>
              <a:rPr lang="en"/>
              <a:t> and also provide them a means to practice on their </a:t>
            </a:r>
            <a:endParaRPr/>
          </a:p>
          <a:p>
            <a:pPr indent="-298450" lvl="0" marL="457200" rtl="0" algn="l">
              <a:spcBef>
                <a:spcPts val="0"/>
              </a:spcBef>
              <a:spcAft>
                <a:spcPts val="0"/>
              </a:spcAft>
              <a:buSzPts val="1100"/>
              <a:buChar char="-"/>
            </a:pPr>
            <a:r>
              <a:rPr lang="en"/>
              <a:t>With</a:t>
            </a:r>
            <a:r>
              <a:rPr lang="en"/>
              <a:t> the membership, they can get continued, reliable access to news about birth control and stay up to date on </a:t>
            </a:r>
            <a:r>
              <a:rPr lang="en"/>
              <a:t>methods and any other useful information that may come out</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11360713c04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9" name="Google Shape;2129;g11360713c04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Prototype ddevelpment</a:t>
            </a:r>
            <a:endParaRPr/>
          </a:p>
          <a:p>
            <a:pPr indent="0" lvl="0" marL="0" rtl="0" algn="l">
              <a:spcBef>
                <a:spcPts val="0"/>
              </a:spcBef>
              <a:spcAft>
                <a:spcPts val="0"/>
              </a:spcAft>
              <a:buNone/>
            </a:pPr>
            <a:r>
              <a:rPr lang="en"/>
              <a:t>Market </a:t>
            </a:r>
            <a:r>
              <a:rPr lang="en"/>
              <a:t>discovery</a:t>
            </a:r>
            <a:r>
              <a:rPr lang="en"/>
              <a:t> </a:t>
            </a:r>
            <a:endParaRPr/>
          </a:p>
          <a:p>
            <a:pPr indent="0" lvl="0" marL="0" rtl="0" algn="l">
              <a:spcBef>
                <a:spcPts val="0"/>
              </a:spcBef>
              <a:spcAft>
                <a:spcPts val="0"/>
              </a:spcAft>
              <a:buNone/>
            </a:pPr>
            <a:r>
              <a:rPr lang="en"/>
              <a:t>Continued customer </a:t>
            </a:r>
            <a:r>
              <a:rPr lang="en"/>
              <a:t>discovery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Market </a:t>
            </a:r>
            <a:r>
              <a:rPr lang="en"/>
              <a:t>analysis</a:t>
            </a:r>
            <a:endParaRPr/>
          </a:p>
          <a:p>
            <a:pPr indent="0" lvl="0" marL="0" rtl="0" algn="l">
              <a:spcBef>
                <a:spcPts val="0"/>
              </a:spcBef>
              <a:spcAft>
                <a:spcPts val="0"/>
              </a:spcAft>
              <a:buNone/>
            </a:pPr>
            <a:r>
              <a:rPr lang="en"/>
              <a:t>After expo: going to a&amp;m rural rotation program and pitch a product</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7" name="Shape 2157"/>
        <p:cNvGrpSpPr/>
        <p:nvPr/>
      </p:nvGrpSpPr>
      <p:grpSpPr>
        <a:xfrm>
          <a:off x="0" y="0"/>
          <a:ext cx="0" cy="0"/>
          <a:chOff x="0" y="0"/>
          <a:chExt cx="0" cy="0"/>
        </a:xfrm>
      </p:grpSpPr>
      <p:sp>
        <p:nvSpPr>
          <p:cNvPr id="2158" name="Google Shape;2158;g26eb58bebce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9" name="Google Shape;2159;g26eb58bebce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4" name="Shape 2164"/>
        <p:cNvGrpSpPr/>
        <p:nvPr/>
      </p:nvGrpSpPr>
      <p:grpSpPr>
        <a:xfrm>
          <a:off x="0" y="0"/>
          <a:ext cx="0" cy="0"/>
          <a:chOff x="0" y="0"/>
          <a:chExt cx="0" cy="0"/>
        </a:xfrm>
      </p:grpSpPr>
      <p:sp>
        <p:nvSpPr>
          <p:cNvPr id="2165" name="Google Shape;2165;g1105afc42a3_1_8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6" name="Google Shape;2166;g1105afc42a3_1_8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1" name="Shape 2171"/>
        <p:cNvGrpSpPr/>
        <p:nvPr/>
      </p:nvGrpSpPr>
      <p:grpSpPr>
        <a:xfrm>
          <a:off x="0" y="0"/>
          <a:ext cx="0" cy="0"/>
          <a:chOff x="0" y="0"/>
          <a:chExt cx="0" cy="0"/>
        </a:xfrm>
      </p:grpSpPr>
      <p:sp>
        <p:nvSpPr>
          <p:cNvPr id="2172" name="Google Shape;2172;g26eb58bebce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3" name="Google Shape;2173;g26eb58bebce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g2cdc2dfdba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0" name="Google Shape;2180;g2cdc2dfdba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1" name="Shape 2191"/>
        <p:cNvGrpSpPr/>
        <p:nvPr/>
      </p:nvGrpSpPr>
      <p:grpSpPr>
        <a:xfrm>
          <a:off x="0" y="0"/>
          <a:ext cx="0" cy="0"/>
          <a:chOff x="0" y="0"/>
          <a:chExt cx="0" cy="0"/>
        </a:xfrm>
      </p:grpSpPr>
      <p:sp>
        <p:nvSpPr>
          <p:cNvPr id="2192" name="Google Shape;2192;g26cea107cd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3" name="Google Shape;2193;g26cea107cd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0" y="262263"/>
            <a:ext cx="9146700" cy="4618975"/>
            <a:chOff x="0" y="261000"/>
            <a:chExt cx="9146700" cy="4618975"/>
          </a:xfrm>
        </p:grpSpPr>
        <p:cxnSp>
          <p:nvCxnSpPr>
            <p:cNvPr id="10" name="Google Shape;10;p2"/>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11" name="Google Shape;11;p2"/>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12" name="Google Shape;12;p2"/>
          <p:cNvGrpSpPr/>
          <p:nvPr/>
        </p:nvGrpSpPr>
        <p:grpSpPr>
          <a:xfrm>
            <a:off x="205561" y="1154498"/>
            <a:ext cx="8632426" cy="2895238"/>
            <a:chOff x="205561" y="1154498"/>
            <a:chExt cx="8632426" cy="2895238"/>
          </a:xfrm>
        </p:grpSpPr>
        <p:grpSp>
          <p:nvGrpSpPr>
            <p:cNvPr id="13" name="Google Shape;13;p2"/>
            <p:cNvGrpSpPr/>
            <p:nvPr/>
          </p:nvGrpSpPr>
          <p:grpSpPr>
            <a:xfrm>
              <a:off x="8533111" y="1154498"/>
              <a:ext cx="304876" cy="304876"/>
              <a:chOff x="6816400" y="1061650"/>
              <a:chExt cx="567000" cy="567000"/>
            </a:xfrm>
          </p:grpSpPr>
          <p:sp>
            <p:nvSpPr>
              <p:cNvPr id="14" name="Google Shape;14;p2"/>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5" name="Google Shape;15;p2"/>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6" name="Google Shape;16;p2"/>
            <p:cNvGrpSpPr/>
            <p:nvPr/>
          </p:nvGrpSpPr>
          <p:grpSpPr>
            <a:xfrm>
              <a:off x="205561" y="3744861"/>
              <a:ext cx="304876" cy="304876"/>
              <a:chOff x="6816400" y="1061650"/>
              <a:chExt cx="567000" cy="567000"/>
            </a:xfrm>
          </p:grpSpPr>
          <p:sp>
            <p:nvSpPr>
              <p:cNvPr id="17" name="Google Shape;17;p2"/>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8" name="Google Shape;18;p2"/>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19" name="Google Shape;19;p2"/>
          <p:cNvSpPr txBox="1"/>
          <p:nvPr>
            <p:ph type="ctrTitle"/>
          </p:nvPr>
        </p:nvSpPr>
        <p:spPr>
          <a:xfrm>
            <a:off x="805350" y="1061650"/>
            <a:ext cx="4689900" cy="23013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000"/>
              <a:buNone/>
              <a:defRPr sz="5000"/>
            </a:lvl1pPr>
            <a:lvl2pPr lvl="1" algn="ctr">
              <a:spcBef>
                <a:spcPts val="0"/>
              </a:spcBef>
              <a:spcAft>
                <a:spcPts val="0"/>
              </a:spcAft>
              <a:buClr>
                <a:srgbClr val="191919"/>
              </a:buClr>
              <a:buSzPts val="5000"/>
              <a:buNone/>
              <a:defRPr sz="5000">
                <a:solidFill>
                  <a:srgbClr val="191919"/>
                </a:solidFill>
              </a:defRPr>
            </a:lvl2pPr>
            <a:lvl3pPr lvl="2" algn="ctr">
              <a:spcBef>
                <a:spcPts val="0"/>
              </a:spcBef>
              <a:spcAft>
                <a:spcPts val="0"/>
              </a:spcAft>
              <a:buClr>
                <a:srgbClr val="191919"/>
              </a:buClr>
              <a:buSzPts val="5000"/>
              <a:buNone/>
              <a:defRPr sz="5000">
                <a:solidFill>
                  <a:srgbClr val="191919"/>
                </a:solidFill>
              </a:defRPr>
            </a:lvl3pPr>
            <a:lvl4pPr lvl="3" algn="ctr">
              <a:spcBef>
                <a:spcPts val="0"/>
              </a:spcBef>
              <a:spcAft>
                <a:spcPts val="0"/>
              </a:spcAft>
              <a:buClr>
                <a:srgbClr val="191919"/>
              </a:buClr>
              <a:buSzPts val="5000"/>
              <a:buNone/>
              <a:defRPr sz="5000">
                <a:solidFill>
                  <a:srgbClr val="191919"/>
                </a:solidFill>
              </a:defRPr>
            </a:lvl4pPr>
            <a:lvl5pPr lvl="4" algn="ctr">
              <a:spcBef>
                <a:spcPts val="0"/>
              </a:spcBef>
              <a:spcAft>
                <a:spcPts val="0"/>
              </a:spcAft>
              <a:buClr>
                <a:srgbClr val="191919"/>
              </a:buClr>
              <a:buSzPts val="5000"/>
              <a:buNone/>
              <a:defRPr sz="5000">
                <a:solidFill>
                  <a:srgbClr val="191919"/>
                </a:solidFill>
              </a:defRPr>
            </a:lvl5pPr>
            <a:lvl6pPr lvl="5" algn="ctr">
              <a:spcBef>
                <a:spcPts val="0"/>
              </a:spcBef>
              <a:spcAft>
                <a:spcPts val="0"/>
              </a:spcAft>
              <a:buClr>
                <a:srgbClr val="191919"/>
              </a:buClr>
              <a:buSzPts val="5000"/>
              <a:buNone/>
              <a:defRPr sz="5000">
                <a:solidFill>
                  <a:srgbClr val="191919"/>
                </a:solidFill>
              </a:defRPr>
            </a:lvl6pPr>
            <a:lvl7pPr lvl="6" algn="ctr">
              <a:spcBef>
                <a:spcPts val="0"/>
              </a:spcBef>
              <a:spcAft>
                <a:spcPts val="0"/>
              </a:spcAft>
              <a:buClr>
                <a:srgbClr val="191919"/>
              </a:buClr>
              <a:buSzPts val="5000"/>
              <a:buNone/>
              <a:defRPr sz="5000">
                <a:solidFill>
                  <a:srgbClr val="191919"/>
                </a:solidFill>
              </a:defRPr>
            </a:lvl7pPr>
            <a:lvl8pPr lvl="7" algn="ctr">
              <a:spcBef>
                <a:spcPts val="0"/>
              </a:spcBef>
              <a:spcAft>
                <a:spcPts val="0"/>
              </a:spcAft>
              <a:buClr>
                <a:srgbClr val="191919"/>
              </a:buClr>
              <a:buSzPts val="5000"/>
              <a:buNone/>
              <a:defRPr sz="5000">
                <a:solidFill>
                  <a:srgbClr val="191919"/>
                </a:solidFill>
              </a:defRPr>
            </a:lvl8pPr>
            <a:lvl9pPr lvl="8" algn="ctr">
              <a:spcBef>
                <a:spcPts val="0"/>
              </a:spcBef>
              <a:spcAft>
                <a:spcPts val="0"/>
              </a:spcAft>
              <a:buClr>
                <a:srgbClr val="191919"/>
              </a:buClr>
              <a:buSzPts val="5000"/>
              <a:buNone/>
              <a:defRPr sz="5000">
                <a:solidFill>
                  <a:srgbClr val="191919"/>
                </a:solidFill>
              </a:defRPr>
            </a:lvl9pPr>
          </a:lstStyle>
          <a:p/>
        </p:txBody>
      </p:sp>
      <p:sp>
        <p:nvSpPr>
          <p:cNvPr id="20" name="Google Shape;20;p2"/>
          <p:cNvSpPr txBox="1"/>
          <p:nvPr>
            <p:ph idx="1" type="subTitle"/>
          </p:nvPr>
        </p:nvSpPr>
        <p:spPr>
          <a:xfrm>
            <a:off x="805350" y="3362950"/>
            <a:ext cx="4689900" cy="365700"/>
          </a:xfrm>
          <a:prstGeom prst="rect">
            <a:avLst/>
          </a:prstGeom>
          <a:solidFill>
            <a:schemeClr val="accent2"/>
          </a:solidFill>
        </p:spPr>
        <p:txBody>
          <a:bodyPr anchorCtr="0" anchor="ctr"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grpSp>
        <p:nvGrpSpPr>
          <p:cNvPr id="22" name="Google Shape;22;p3"/>
          <p:cNvGrpSpPr/>
          <p:nvPr/>
        </p:nvGrpSpPr>
        <p:grpSpPr>
          <a:xfrm>
            <a:off x="0" y="262263"/>
            <a:ext cx="9146700" cy="4618975"/>
            <a:chOff x="0" y="261000"/>
            <a:chExt cx="9146700" cy="4618975"/>
          </a:xfrm>
        </p:grpSpPr>
        <p:cxnSp>
          <p:nvCxnSpPr>
            <p:cNvPr id="23" name="Google Shape;23;p3"/>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24" name="Google Shape;24;p3"/>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25" name="Google Shape;25;p3"/>
          <p:cNvGrpSpPr/>
          <p:nvPr/>
        </p:nvGrpSpPr>
        <p:grpSpPr>
          <a:xfrm>
            <a:off x="106450" y="853272"/>
            <a:ext cx="9162202" cy="3424484"/>
            <a:chOff x="106450" y="853272"/>
            <a:chExt cx="9162202" cy="3424484"/>
          </a:xfrm>
        </p:grpSpPr>
        <p:grpSp>
          <p:nvGrpSpPr>
            <p:cNvPr id="26" name="Google Shape;26;p3"/>
            <p:cNvGrpSpPr/>
            <p:nvPr/>
          </p:nvGrpSpPr>
          <p:grpSpPr>
            <a:xfrm>
              <a:off x="106450" y="3911304"/>
              <a:ext cx="366452" cy="366452"/>
              <a:chOff x="6816400" y="1061650"/>
              <a:chExt cx="567000" cy="567000"/>
            </a:xfrm>
          </p:grpSpPr>
          <p:sp>
            <p:nvSpPr>
              <p:cNvPr id="27" name="Google Shape;27;p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8" name="Google Shape;28;p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9" name="Google Shape;29;p3"/>
            <p:cNvGrpSpPr/>
            <p:nvPr/>
          </p:nvGrpSpPr>
          <p:grpSpPr>
            <a:xfrm>
              <a:off x="8902200" y="3033204"/>
              <a:ext cx="366452" cy="366452"/>
              <a:chOff x="6816400" y="1061650"/>
              <a:chExt cx="567000" cy="567000"/>
            </a:xfrm>
          </p:grpSpPr>
          <p:sp>
            <p:nvSpPr>
              <p:cNvPr id="30" name="Google Shape;30;p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1" name="Google Shape;31;p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2" name="Google Shape;32;p3"/>
            <p:cNvGrpSpPr/>
            <p:nvPr/>
          </p:nvGrpSpPr>
          <p:grpSpPr>
            <a:xfrm>
              <a:off x="202043" y="853272"/>
              <a:ext cx="175260" cy="175260"/>
              <a:chOff x="6816400" y="1061650"/>
              <a:chExt cx="567000" cy="567000"/>
            </a:xfrm>
          </p:grpSpPr>
          <p:sp>
            <p:nvSpPr>
              <p:cNvPr id="33" name="Google Shape;33;p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4" name="Google Shape;34;p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35" name="Google Shape;35;p3"/>
          <p:cNvSpPr txBox="1"/>
          <p:nvPr>
            <p:ph type="title"/>
          </p:nvPr>
        </p:nvSpPr>
        <p:spPr>
          <a:xfrm>
            <a:off x="721775" y="2716600"/>
            <a:ext cx="3874200" cy="914400"/>
          </a:xfrm>
          <a:prstGeom prst="rect">
            <a:avLst/>
          </a:prstGeom>
        </p:spPr>
        <p:txBody>
          <a:bodyPr anchorCtr="0" anchor="b" bIns="91425" lIns="91425" spcFirstLastPara="1" rIns="91425" wrap="square" tIns="91425">
            <a:noAutofit/>
          </a:bodyPr>
          <a:lstStyle>
            <a:lvl1pPr lvl="0" rtl="0">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36" name="Google Shape;36;p3"/>
          <p:cNvSpPr txBox="1"/>
          <p:nvPr>
            <p:ph hasCustomPrompt="1" idx="2" type="title"/>
          </p:nvPr>
        </p:nvSpPr>
        <p:spPr>
          <a:xfrm>
            <a:off x="721775" y="1591200"/>
            <a:ext cx="2208900" cy="10467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7" name="Google Shape;37;p3"/>
          <p:cNvSpPr/>
          <p:nvPr>
            <p:ph idx="3" type="pic"/>
          </p:nvPr>
        </p:nvSpPr>
        <p:spPr>
          <a:xfrm flipH="1">
            <a:off x="4596100" y="535000"/>
            <a:ext cx="3832800" cy="4073700"/>
          </a:xfrm>
          <a:prstGeom prst="rect">
            <a:avLst/>
          </a:prstGeom>
          <a:noFill/>
          <a:ln>
            <a:noFill/>
          </a:ln>
          <a:effectLst>
            <a:outerShdw blurRad="57150" rotWithShape="0" algn="bl" dir="5400000" dist="19050">
              <a:schemeClr val="dk1">
                <a:alpha val="30000"/>
              </a:schemeClr>
            </a:outerShdw>
          </a:effectLst>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 name="Shape 38"/>
        <p:cNvGrpSpPr/>
        <p:nvPr/>
      </p:nvGrpSpPr>
      <p:grpSpPr>
        <a:xfrm>
          <a:off x="0" y="0"/>
          <a:ext cx="0" cy="0"/>
          <a:chOff x="0" y="0"/>
          <a:chExt cx="0" cy="0"/>
        </a:xfrm>
      </p:grpSpPr>
      <p:grpSp>
        <p:nvGrpSpPr>
          <p:cNvPr id="39" name="Google Shape;39;p4"/>
          <p:cNvGrpSpPr/>
          <p:nvPr/>
        </p:nvGrpSpPr>
        <p:grpSpPr>
          <a:xfrm>
            <a:off x="0" y="262263"/>
            <a:ext cx="9146700" cy="4618975"/>
            <a:chOff x="0" y="261000"/>
            <a:chExt cx="9146700" cy="4618975"/>
          </a:xfrm>
        </p:grpSpPr>
        <p:cxnSp>
          <p:nvCxnSpPr>
            <p:cNvPr id="40" name="Google Shape;40;p4"/>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41" name="Google Shape;41;p4"/>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42" name="Google Shape;42;p4"/>
          <p:cNvGrpSpPr/>
          <p:nvPr/>
        </p:nvGrpSpPr>
        <p:grpSpPr>
          <a:xfrm>
            <a:off x="134525" y="768050"/>
            <a:ext cx="9263858" cy="3281687"/>
            <a:chOff x="134525" y="768050"/>
            <a:chExt cx="9263858" cy="3281687"/>
          </a:xfrm>
        </p:grpSpPr>
        <p:grpSp>
          <p:nvGrpSpPr>
            <p:cNvPr id="43" name="Google Shape;43;p4"/>
            <p:cNvGrpSpPr/>
            <p:nvPr/>
          </p:nvGrpSpPr>
          <p:grpSpPr>
            <a:xfrm>
              <a:off x="8707097" y="768050"/>
              <a:ext cx="691286" cy="691286"/>
              <a:chOff x="6816400" y="1061650"/>
              <a:chExt cx="567000" cy="567000"/>
            </a:xfrm>
          </p:grpSpPr>
          <p:sp>
            <p:nvSpPr>
              <p:cNvPr id="44" name="Google Shape;44;p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5" name="Google Shape;45;p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6" name="Google Shape;46;p4"/>
            <p:cNvGrpSpPr/>
            <p:nvPr/>
          </p:nvGrpSpPr>
          <p:grpSpPr>
            <a:xfrm>
              <a:off x="205561" y="3744861"/>
              <a:ext cx="304876" cy="304876"/>
              <a:chOff x="6816400" y="1061650"/>
              <a:chExt cx="567000" cy="567000"/>
            </a:xfrm>
          </p:grpSpPr>
          <p:sp>
            <p:nvSpPr>
              <p:cNvPr id="47" name="Google Shape;47;p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8" name="Google Shape;48;p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9" name="Google Shape;49;p4"/>
            <p:cNvGrpSpPr/>
            <p:nvPr/>
          </p:nvGrpSpPr>
          <p:grpSpPr>
            <a:xfrm>
              <a:off x="134525" y="2120663"/>
              <a:ext cx="201568" cy="201569"/>
              <a:chOff x="6816400" y="1061650"/>
              <a:chExt cx="567000" cy="567000"/>
            </a:xfrm>
          </p:grpSpPr>
          <p:sp>
            <p:nvSpPr>
              <p:cNvPr id="50" name="Google Shape;50;p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1" name="Google Shape;51;p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52" name="Google Shape;52;p4"/>
            <p:cNvGrpSpPr/>
            <p:nvPr/>
          </p:nvGrpSpPr>
          <p:grpSpPr>
            <a:xfrm>
              <a:off x="8718225" y="3230063"/>
              <a:ext cx="201568" cy="201569"/>
              <a:chOff x="6816400" y="1061650"/>
              <a:chExt cx="567000" cy="567000"/>
            </a:xfrm>
          </p:grpSpPr>
          <p:sp>
            <p:nvSpPr>
              <p:cNvPr id="53" name="Google Shape;53;p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4" name="Google Shape;54;p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55" name="Google Shape;55;p4"/>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6" name="Google Shape;56;p4"/>
          <p:cNvSpPr txBox="1"/>
          <p:nvPr>
            <p:ph idx="1" type="body"/>
          </p:nvPr>
        </p:nvSpPr>
        <p:spPr>
          <a:xfrm>
            <a:off x="720000" y="1152475"/>
            <a:ext cx="7704000" cy="365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434343"/>
              </a:buClr>
              <a:buSzPts val="1400"/>
              <a:buChar char="●"/>
              <a:defRPr/>
            </a:lvl1pPr>
            <a:lvl2pPr indent="-304800" lvl="1" marL="914400" rtl="0">
              <a:lnSpc>
                <a:spcPct val="115000"/>
              </a:lnSpc>
              <a:spcBef>
                <a:spcPts val="0"/>
              </a:spcBef>
              <a:spcAft>
                <a:spcPts val="0"/>
              </a:spcAft>
              <a:buClr>
                <a:srgbClr val="434343"/>
              </a:buClr>
              <a:buSzPts val="1200"/>
              <a:buChar char="○"/>
              <a:defRPr>
                <a:solidFill>
                  <a:srgbClr val="434343"/>
                </a:solidFill>
              </a:defRPr>
            </a:lvl2pPr>
            <a:lvl3pPr indent="-304800" lvl="2" marL="1371600" rtl="0">
              <a:lnSpc>
                <a:spcPct val="115000"/>
              </a:lnSpc>
              <a:spcBef>
                <a:spcPts val="0"/>
              </a:spcBef>
              <a:spcAft>
                <a:spcPts val="0"/>
              </a:spcAft>
              <a:buClr>
                <a:srgbClr val="434343"/>
              </a:buClr>
              <a:buSzPts val="1200"/>
              <a:buChar char="■"/>
              <a:defRPr>
                <a:solidFill>
                  <a:srgbClr val="434343"/>
                </a:solidFill>
              </a:defRPr>
            </a:lvl3pPr>
            <a:lvl4pPr indent="-304800" lvl="3" marL="1828800" rtl="0">
              <a:lnSpc>
                <a:spcPct val="115000"/>
              </a:lnSpc>
              <a:spcBef>
                <a:spcPts val="0"/>
              </a:spcBef>
              <a:spcAft>
                <a:spcPts val="0"/>
              </a:spcAft>
              <a:buClr>
                <a:srgbClr val="434343"/>
              </a:buClr>
              <a:buSzPts val="1200"/>
              <a:buChar char="●"/>
              <a:defRPr>
                <a:solidFill>
                  <a:srgbClr val="434343"/>
                </a:solidFill>
              </a:defRPr>
            </a:lvl4pPr>
            <a:lvl5pPr indent="-304800" lvl="4" marL="2286000" rtl="0">
              <a:lnSpc>
                <a:spcPct val="115000"/>
              </a:lnSpc>
              <a:spcBef>
                <a:spcPts val="0"/>
              </a:spcBef>
              <a:spcAft>
                <a:spcPts val="0"/>
              </a:spcAft>
              <a:buClr>
                <a:srgbClr val="434343"/>
              </a:buClr>
              <a:buSzPts val="1200"/>
              <a:buChar char="○"/>
              <a:defRPr>
                <a:solidFill>
                  <a:srgbClr val="434343"/>
                </a:solidFill>
              </a:defRPr>
            </a:lvl5pPr>
            <a:lvl6pPr indent="-304800" lvl="5" marL="2743200" rtl="0">
              <a:lnSpc>
                <a:spcPct val="115000"/>
              </a:lnSpc>
              <a:spcBef>
                <a:spcPts val="0"/>
              </a:spcBef>
              <a:spcAft>
                <a:spcPts val="0"/>
              </a:spcAft>
              <a:buClr>
                <a:srgbClr val="434343"/>
              </a:buClr>
              <a:buSzPts val="1200"/>
              <a:buChar char="■"/>
              <a:defRPr>
                <a:solidFill>
                  <a:srgbClr val="434343"/>
                </a:solidFill>
              </a:defRPr>
            </a:lvl6pPr>
            <a:lvl7pPr indent="-304800" lvl="6" marL="3200400" rtl="0">
              <a:lnSpc>
                <a:spcPct val="115000"/>
              </a:lnSpc>
              <a:spcBef>
                <a:spcPts val="0"/>
              </a:spcBef>
              <a:spcAft>
                <a:spcPts val="0"/>
              </a:spcAft>
              <a:buClr>
                <a:srgbClr val="434343"/>
              </a:buClr>
              <a:buSzPts val="1200"/>
              <a:buChar char="●"/>
              <a:defRPr>
                <a:solidFill>
                  <a:srgbClr val="434343"/>
                </a:solidFill>
              </a:defRPr>
            </a:lvl7pPr>
            <a:lvl8pPr indent="-304800" lvl="7" marL="3657600" rtl="0">
              <a:lnSpc>
                <a:spcPct val="115000"/>
              </a:lnSpc>
              <a:spcBef>
                <a:spcPts val="0"/>
              </a:spcBef>
              <a:spcAft>
                <a:spcPts val="0"/>
              </a:spcAft>
              <a:buClr>
                <a:srgbClr val="434343"/>
              </a:buClr>
              <a:buSzPts val="1200"/>
              <a:buChar char="○"/>
              <a:defRPr>
                <a:solidFill>
                  <a:srgbClr val="434343"/>
                </a:solidFill>
              </a:defRPr>
            </a:lvl8pPr>
            <a:lvl9pPr indent="-304800" lvl="8" marL="4114800" rtl="0">
              <a:lnSpc>
                <a:spcPct val="115000"/>
              </a:lnSpc>
              <a:spcBef>
                <a:spcPts val="0"/>
              </a:spcBef>
              <a:spcAft>
                <a:spcPts val="0"/>
              </a:spcAft>
              <a:buClr>
                <a:srgbClr val="434343"/>
              </a:buClr>
              <a:buSzPts val="1200"/>
              <a:buChar char="■"/>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7" name="Shape 57"/>
        <p:cNvGrpSpPr/>
        <p:nvPr/>
      </p:nvGrpSpPr>
      <p:grpSpPr>
        <a:xfrm>
          <a:off x="0" y="0"/>
          <a:ext cx="0" cy="0"/>
          <a:chOff x="0" y="0"/>
          <a:chExt cx="0" cy="0"/>
        </a:xfrm>
      </p:grpSpPr>
      <p:grpSp>
        <p:nvGrpSpPr>
          <p:cNvPr id="58" name="Google Shape;58;p5"/>
          <p:cNvGrpSpPr/>
          <p:nvPr/>
        </p:nvGrpSpPr>
        <p:grpSpPr>
          <a:xfrm>
            <a:off x="0" y="262263"/>
            <a:ext cx="9146700" cy="4618975"/>
            <a:chOff x="0" y="261000"/>
            <a:chExt cx="9146700" cy="4618975"/>
          </a:xfrm>
        </p:grpSpPr>
        <p:cxnSp>
          <p:nvCxnSpPr>
            <p:cNvPr id="59" name="Google Shape;59;p5"/>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60" name="Google Shape;60;p5"/>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61" name="Google Shape;61;p5"/>
          <p:cNvGrpSpPr/>
          <p:nvPr/>
        </p:nvGrpSpPr>
        <p:grpSpPr>
          <a:xfrm>
            <a:off x="-377134" y="1270000"/>
            <a:ext cx="9677839" cy="3231062"/>
            <a:chOff x="-377134" y="1270000"/>
            <a:chExt cx="9677839" cy="3231062"/>
          </a:xfrm>
        </p:grpSpPr>
        <p:grpSp>
          <p:nvGrpSpPr>
            <p:cNvPr id="62" name="Google Shape;62;p5"/>
            <p:cNvGrpSpPr/>
            <p:nvPr/>
          </p:nvGrpSpPr>
          <p:grpSpPr>
            <a:xfrm>
              <a:off x="8710900" y="1270000"/>
              <a:ext cx="567000" cy="567000"/>
              <a:chOff x="6816400" y="1061650"/>
              <a:chExt cx="567000" cy="567000"/>
            </a:xfrm>
          </p:grpSpPr>
          <p:sp>
            <p:nvSpPr>
              <p:cNvPr id="63" name="Google Shape;63;p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4" name="Google Shape;64;p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65" name="Google Shape;65;p5"/>
            <p:cNvGrpSpPr/>
            <p:nvPr/>
          </p:nvGrpSpPr>
          <p:grpSpPr>
            <a:xfrm>
              <a:off x="153350" y="4179233"/>
              <a:ext cx="321829" cy="321829"/>
              <a:chOff x="6816400" y="1061650"/>
              <a:chExt cx="567000" cy="567000"/>
            </a:xfrm>
          </p:grpSpPr>
          <p:sp>
            <p:nvSpPr>
              <p:cNvPr id="66" name="Google Shape;66;p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7" name="Google Shape;67;p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68" name="Google Shape;68;p5"/>
            <p:cNvGrpSpPr/>
            <p:nvPr/>
          </p:nvGrpSpPr>
          <p:grpSpPr>
            <a:xfrm>
              <a:off x="-377134" y="1270009"/>
              <a:ext cx="852314" cy="852314"/>
              <a:chOff x="6816400" y="1061650"/>
              <a:chExt cx="567000" cy="567000"/>
            </a:xfrm>
          </p:grpSpPr>
          <p:sp>
            <p:nvSpPr>
              <p:cNvPr id="69" name="Google Shape;69;p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0" name="Google Shape;70;p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1" name="Google Shape;71;p5"/>
            <p:cNvGrpSpPr/>
            <p:nvPr/>
          </p:nvGrpSpPr>
          <p:grpSpPr>
            <a:xfrm>
              <a:off x="8978875" y="4164358"/>
              <a:ext cx="321829" cy="321829"/>
              <a:chOff x="6816400" y="1061650"/>
              <a:chExt cx="567000" cy="567000"/>
            </a:xfrm>
          </p:grpSpPr>
          <p:sp>
            <p:nvSpPr>
              <p:cNvPr id="72" name="Google Shape;72;p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3" name="Google Shape;73;p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74" name="Google Shape;74;p5"/>
            <p:cNvGrpSpPr/>
            <p:nvPr/>
          </p:nvGrpSpPr>
          <p:grpSpPr>
            <a:xfrm>
              <a:off x="316846" y="3031005"/>
              <a:ext cx="249593" cy="249593"/>
              <a:chOff x="6816400" y="1061650"/>
              <a:chExt cx="567000" cy="567000"/>
            </a:xfrm>
          </p:grpSpPr>
          <p:sp>
            <p:nvSpPr>
              <p:cNvPr id="75" name="Google Shape;75;p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76" name="Google Shape;76;p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77" name="Google Shape;77;p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8" name="Google Shape;78;p5"/>
          <p:cNvSpPr txBox="1"/>
          <p:nvPr>
            <p:ph idx="1" type="subTitle"/>
          </p:nvPr>
        </p:nvSpPr>
        <p:spPr>
          <a:xfrm>
            <a:off x="5163675" y="2494288"/>
            <a:ext cx="2567700" cy="142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 name="Google Shape;79;p5"/>
          <p:cNvSpPr txBox="1"/>
          <p:nvPr>
            <p:ph idx="2" type="subTitle"/>
          </p:nvPr>
        </p:nvSpPr>
        <p:spPr>
          <a:xfrm>
            <a:off x="1955800" y="2494287"/>
            <a:ext cx="2569500" cy="142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 name="Google Shape;80;p5"/>
          <p:cNvSpPr txBox="1"/>
          <p:nvPr>
            <p:ph idx="3" type="subTitle"/>
          </p:nvPr>
        </p:nvSpPr>
        <p:spPr>
          <a:xfrm>
            <a:off x="1955800" y="2087990"/>
            <a:ext cx="2569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81" name="Google Shape;81;p5"/>
          <p:cNvSpPr txBox="1"/>
          <p:nvPr>
            <p:ph idx="4" type="subTitle"/>
          </p:nvPr>
        </p:nvSpPr>
        <p:spPr>
          <a:xfrm>
            <a:off x="5163675" y="2087990"/>
            <a:ext cx="2569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grpSp>
        <p:nvGrpSpPr>
          <p:cNvPr id="83" name="Google Shape;83;p6"/>
          <p:cNvGrpSpPr/>
          <p:nvPr/>
        </p:nvGrpSpPr>
        <p:grpSpPr>
          <a:xfrm>
            <a:off x="0" y="262263"/>
            <a:ext cx="9146700" cy="4618975"/>
            <a:chOff x="0" y="261000"/>
            <a:chExt cx="9146700" cy="4618975"/>
          </a:xfrm>
        </p:grpSpPr>
        <p:cxnSp>
          <p:nvCxnSpPr>
            <p:cNvPr id="84" name="Google Shape;84;p6"/>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85" name="Google Shape;85;p6"/>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86" name="Google Shape;86;p6"/>
          <p:cNvGrpSpPr/>
          <p:nvPr/>
        </p:nvGrpSpPr>
        <p:grpSpPr>
          <a:xfrm rot="10800000">
            <a:off x="-178609" y="1270000"/>
            <a:ext cx="9677839" cy="3231062"/>
            <a:chOff x="-377134" y="1270000"/>
            <a:chExt cx="9677839" cy="3231062"/>
          </a:xfrm>
        </p:grpSpPr>
        <p:grpSp>
          <p:nvGrpSpPr>
            <p:cNvPr id="87" name="Google Shape;87;p6"/>
            <p:cNvGrpSpPr/>
            <p:nvPr/>
          </p:nvGrpSpPr>
          <p:grpSpPr>
            <a:xfrm>
              <a:off x="8710900" y="1270000"/>
              <a:ext cx="567000" cy="567000"/>
              <a:chOff x="6816400" y="1061650"/>
              <a:chExt cx="567000" cy="567000"/>
            </a:xfrm>
          </p:grpSpPr>
          <p:sp>
            <p:nvSpPr>
              <p:cNvPr id="88" name="Google Shape;88;p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89" name="Google Shape;89;p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90" name="Google Shape;90;p6"/>
            <p:cNvGrpSpPr/>
            <p:nvPr/>
          </p:nvGrpSpPr>
          <p:grpSpPr>
            <a:xfrm>
              <a:off x="153350" y="4179233"/>
              <a:ext cx="321829" cy="321829"/>
              <a:chOff x="6816400" y="1061650"/>
              <a:chExt cx="567000" cy="567000"/>
            </a:xfrm>
          </p:grpSpPr>
          <p:sp>
            <p:nvSpPr>
              <p:cNvPr id="91" name="Google Shape;91;p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2" name="Google Shape;92;p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93" name="Google Shape;93;p6"/>
            <p:cNvGrpSpPr/>
            <p:nvPr/>
          </p:nvGrpSpPr>
          <p:grpSpPr>
            <a:xfrm>
              <a:off x="-377134" y="1270009"/>
              <a:ext cx="852314" cy="852314"/>
              <a:chOff x="6816400" y="1061650"/>
              <a:chExt cx="567000" cy="567000"/>
            </a:xfrm>
          </p:grpSpPr>
          <p:sp>
            <p:nvSpPr>
              <p:cNvPr id="94" name="Google Shape;94;p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5" name="Google Shape;95;p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96" name="Google Shape;96;p6"/>
            <p:cNvGrpSpPr/>
            <p:nvPr/>
          </p:nvGrpSpPr>
          <p:grpSpPr>
            <a:xfrm>
              <a:off x="8978875" y="4164358"/>
              <a:ext cx="321829" cy="321829"/>
              <a:chOff x="6816400" y="1061650"/>
              <a:chExt cx="567000" cy="567000"/>
            </a:xfrm>
          </p:grpSpPr>
          <p:sp>
            <p:nvSpPr>
              <p:cNvPr id="97" name="Google Shape;97;p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98" name="Google Shape;98;p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99" name="Google Shape;99;p6"/>
            <p:cNvGrpSpPr/>
            <p:nvPr/>
          </p:nvGrpSpPr>
          <p:grpSpPr>
            <a:xfrm>
              <a:off x="316846" y="3031005"/>
              <a:ext cx="249593" cy="249593"/>
              <a:chOff x="6816400" y="1061650"/>
              <a:chExt cx="567000" cy="567000"/>
            </a:xfrm>
          </p:grpSpPr>
          <p:sp>
            <p:nvSpPr>
              <p:cNvPr id="100" name="Google Shape;100;p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01" name="Google Shape;101;p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102" name="Google Shape;102;p6"/>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grpSp>
        <p:nvGrpSpPr>
          <p:cNvPr id="104" name="Google Shape;104;p7"/>
          <p:cNvGrpSpPr/>
          <p:nvPr/>
        </p:nvGrpSpPr>
        <p:grpSpPr>
          <a:xfrm>
            <a:off x="0" y="262263"/>
            <a:ext cx="9146700" cy="4618975"/>
            <a:chOff x="0" y="261000"/>
            <a:chExt cx="9146700" cy="4618975"/>
          </a:xfrm>
        </p:grpSpPr>
        <p:cxnSp>
          <p:nvCxnSpPr>
            <p:cNvPr id="105" name="Google Shape;105;p7"/>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106" name="Google Shape;106;p7"/>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107" name="Google Shape;107;p7"/>
          <p:cNvGrpSpPr/>
          <p:nvPr/>
        </p:nvGrpSpPr>
        <p:grpSpPr>
          <a:xfrm>
            <a:off x="134525" y="768050"/>
            <a:ext cx="9263858" cy="3281687"/>
            <a:chOff x="134525" y="768050"/>
            <a:chExt cx="9263858" cy="3281687"/>
          </a:xfrm>
        </p:grpSpPr>
        <p:grpSp>
          <p:nvGrpSpPr>
            <p:cNvPr id="108" name="Google Shape;108;p7"/>
            <p:cNvGrpSpPr/>
            <p:nvPr/>
          </p:nvGrpSpPr>
          <p:grpSpPr>
            <a:xfrm>
              <a:off x="8707097" y="768050"/>
              <a:ext cx="691286" cy="691286"/>
              <a:chOff x="6816400" y="1061650"/>
              <a:chExt cx="567000" cy="567000"/>
            </a:xfrm>
          </p:grpSpPr>
          <p:sp>
            <p:nvSpPr>
              <p:cNvPr id="109" name="Google Shape;109;p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10" name="Google Shape;110;p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11" name="Google Shape;111;p7"/>
            <p:cNvGrpSpPr/>
            <p:nvPr/>
          </p:nvGrpSpPr>
          <p:grpSpPr>
            <a:xfrm>
              <a:off x="205561" y="3744861"/>
              <a:ext cx="304876" cy="304876"/>
              <a:chOff x="6816400" y="1061650"/>
              <a:chExt cx="567000" cy="567000"/>
            </a:xfrm>
          </p:grpSpPr>
          <p:sp>
            <p:nvSpPr>
              <p:cNvPr id="112" name="Google Shape;112;p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13" name="Google Shape;113;p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14" name="Google Shape;114;p7"/>
            <p:cNvGrpSpPr/>
            <p:nvPr/>
          </p:nvGrpSpPr>
          <p:grpSpPr>
            <a:xfrm>
              <a:off x="134525" y="2120663"/>
              <a:ext cx="201568" cy="201569"/>
              <a:chOff x="6816400" y="1061650"/>
              <a:chExt cx="567000" cy="567000"/>
            </a:xfrm>
          </p:grpSpPr>
          <p:sp>
            <p:nvSpPr>
              <p:cNvPr id="115" name="Google Shape;115;p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16" name="Google Shape;116;p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17" name="Google Shape;117;p7"/>
            <p:cNvGrpSpPr/>
            <p:nvPr/>
          </p:nvGrpSpPr>
          <p:grpSpPr>
            <a:xfrm>
              <a:off x="8718225" y="3230063"/>
              <a:ext cx="201568" cy="201569"/>
              <a:chOff x="6816400" y="1061650"/>
              <a:chExt cx="567000" cy="567000"/>
            </a:xfrm>
          </p:grpSpPr>
          <p:sp>
            <p:nvSpPr>
              <p:cNvPr id="118" name="Google Shape;118;p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19" name="Google Shape;119;p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120" name="Google Shape;120;p7"/>
          <p:cNvSpPr txBox="1"/>
          <p:nvPr>
            <p:ph type="title"/>
          </p:nvPr>
        </p:nvSpPr>
        <p:spPr>
          <a:xfrm>
            <a:off x="4947100" y="1222425"/>
            <a:ext cx="3481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 name="Google Shape;121;p7"/>
          <p:cNvSpPr txBox="1"/>
          <p:nvPr>
            <p:ph idx="1" type="body"/>
          </p:nvPr>
        </p:nvSpPr>
        <p:spPr>
          <a:xfrm>
            <a:off x="4947100" y="1795125"/>
            <a:ext cx="3481800" cy="2130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a:solidFill>
                  <a:srgbClr val="434343"/>
                </a:solidFill>
              </a:defRPr>
            </a:lvl1pPr>
            <a:lvl2pPr indent="-304800" lvl="1" marL="914400" rtl="0">
              <a:lnSpc>
                <a:spcPct val="115000"/>
              </a:lnSpc>
              <a:spcBef>
                <a:spcPts val="0"/>
              </a:spcBef>
              <a:spcAft>
                <a:spcPts val="0"/>
              </a:spcAft>
              <a:buSzPts val="1200"/>
              <a:buChar char="○"/>
              <a:defRPr>
                <a:solidFill>
                  <a:srgbClr val="434343"/>
                </a:solidFill>
              </a:defRPr>
            </a:lvl2pPr>
            <a:lvl3pPr indent="-304800" lvl="2" marL="1371600" rtl="0">
              <a:lnSpc>
                <a:spcPct val="115000"/>
              </a:lnSpc>
              <a:spcBef>
                <a:spcPts val="0"/>
              </a:spcBef>
              <a:spcAft>
                <a:spcPts val="0"/>
              </a:spcAft>
              <a:buSzPts val="1200"/>
              <a:buChar char="■"/>
              <a:defRPr>
                <a:solidFill>
                  <a:srgbClr val="434343"/>
                </a:solidFill>
              </a:defRPr>
            </a:lvl3pPr>
            <a:lvl4pPr indent="-304800" lvl="3" marL="1828800" rtl="0">
              <a:lnSpc>
                <a:spcPct val="115000"/>
              </a:lnSpc>
              <a:spcBef>
                <a:spcPts val="0"/>
              </a:spcBef>
              <a:spcAft>
                <a:spcPts val="0"/>
              </a:spcAft>
              <a:buSzPts val="1200"/>
              <a:buChar char="●"/>
              <a:defRPr>
                <a:solidFill>
                  <a:srgbClr val="434343"/>
                </a:solidFill>
              </a:defRPr>
            </a:lvl4pPr>
            <a:lvl5pPr indent="-304800" lvl="4" marL="2286000" rtl="0">
              <a:lnSpc>
                <a:spcPct val="115000"/>
              </a:lnSpc>
              <a:spcBef>
                <a:spcPts val="0"/>
              </a:spcBef>
              <a:spcAft>
                <a:spcPts val="0"/>
              </a:spcAft>
              <a:buSzPts val="1200"/>
              <a:buChar char="○"/>
              <a:defRPr>
                <a:solidFill>
                  <a:srgbClr val="434343"/>
                </a:solidFill>
              </a:defRPr>
            </a:lvl5pPr>
            <a:lvl6pPr indent="-304800" lvl="5" marL="2743200" rtl="0">
              <a:lnSpc>
                <a:spcPct val="115000"/>
              </a:lnSpc>
              <a:spcBef>
                <a:spcPts val="0"/>
              </a:spcBef>
              <a:spcAft>
                <a:spcPts val="0"/>
              </a:spcAft>
              <a:buSzPts val="1200"/>
              <a:buChar char="■"/>
              <a:defRPr>
                <a:solidFill>
                  <a:srgbClr val="434343"/>
                </a:solidFill>
              </a:defRPr>
            </a:lvl6pPr>
            <a:lvl7pPr indent="-304800" lvl="6" marL="3200400" rtl="0">
              <a:lnSpc>
                <a:spcPct val="115000"/>
              </a:lnSpc>
              <a:spcBef>
                <a:spcPts val="0"/>
              </a:spcBef>
              <a:spcAft>
                <a:spcPts val="0"/>
              </a:spcAft>
              <a:buSzPts val="1200"/>
              <a:buChar char="●"/>
              <a:defRPr>
                <a:solidFill>
                  <a:srgbClr val="434343"/>
                </a:solidFill>
              </a:defRPr>
            </a:lvl7pPr>
            <a:lvl8pPr indent="-304800" lvl="7" marL="3657600" rtl="0">
              <a:lnSpc>
                <a:spcPct val="115000"/>
              </a:lnSpc>
              <a:spcBef>
                <a:spcPts val="0"/>
              </a:spcBef>
              <a:spcAft>
                <a:spcPts val="0"/>
              </a:spcAft>
              <a:buSzPts val="1200"/>
              <a:buChar char="○"/>
              <a:defRPr>
                <a:solidFill>
                  <a:srgbClr val="434343"/>
                </a:solidFill>
              </a:defRPr>
            </a:lvl8pPr>
            <a:lvl9pPr indent="-304800" lvl="8" marL="4114800" rtl="0">
              <a:lnSpc>
                <a:spcPct val="115000"/>
              </a:lnSpc>
              <a:spcBef>
                <a:spcPts val="0"/>
              </a:spcBef>
              <a:spcAft>
                <a:spcPts val="0"/>
              </a:spcAft>
              <a:buSzPts val="1200"/>
              <a:buChar char="■"/>
              <a:defRPr>
                <a:solidFill>
                  <a:srgbClr val="434343"/>
                </a:solidFill>
              </a:defRPr>
            </a:lvl9pPr>
          </a:lstStyle>
          <a:p/>
        </p:txBody>
      </p:sp>
      <p:cxnSp>
        <p:nvCxnSpPr>
          <p:cNvPr id="122" name="Google Shape;122;p7"/>
          <p:cNvCxnSpPr/>
          <p:nvPr/>
        </p:nvCxnSpPr>
        <p:spPr>
          <a:xfrm>
            <a:off x="715100" y="530650"/>
            <a:ext cx="0" cy="581400"/>
          </a:xfrm>
          <a:prstGeom prst="straightConnector1">
            <a:avLst/>
          </a:prstGeom>
          <a:noFill/>
          <a:ln cap="flat" cmpd="sng" w="9525">
            <a:solidFill>
              <a:schemeClr val="dk1"/>
            </a:solidFill>
            <a:prstDash val="solid"/>
            <a:round/>
            <a:headEnd len="med" w="med" type="none"/>
            <a:tailEnd len="med" w="med" type="none"/>
          </a:ln>
        </p:spPr>
      </p:cxnSp>
      <p:sp>
        <p:nvSpPr>
          <p:cNvPr id="123" name="Google Shape;123;p7"/>
          <p:cNvSpPr/>
          <p:nvPr>
            <p:ph idx="2" type="pic"/>
          </p:nvPr>
        </p:nvSpPr>
        <p:spPr>
          <a:xfrm flipH="1">
            <a:off x="715100" y="535000"/>
            <a:ext cx="3832800" cy="4073700"/>
          </a:xfrm>
          <a:prstGeom prst="rect">
            <a:avLst/>
          </a:prstGeom>
          <a:noFill/>
          <a:ln>
            <a:noFill/>
          </a:ln>
          <a:effectLst>
            <a:outerShdw blurRad="57150" rotWithShape="0" algn="bl" dir="5400000" dist="19050">
              <a:schemeClr val="dk1">
                <a:alpha val="30000"/>
              </a:schemeClr>
            </a:outerShdw>
          </a:effectLst>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4" name="Shape 124"/>
        <p:cNvGrpSpPr/>
        <p:nvPr/>
      </p:nvGrpSpPr>
      <p:grpSpPr>
        <a:xfrm>
          <a:off x="0" y="0"/>
          <a:ext cx="0" cy="0"/>
          <a:chOff x="0" y="0"/>
          <a:chExt cx="0" cy="0"/>
        </a:xfrm>
      </p:grpSpPr>
      <p:grpSp>
        <p:nvGrpSpPr>
          <p:cNvPr id="125" name="Google Shape;125;p8"/>
          <p:cNvGrpSpPr/>
          <p:nvPr/>
        </p:nvGrpSpPr>
        <p:grpSpPr>
          <a:xfrm>
            <a:off x="0" y="262263"/>
            <a:ext cx="9146700" cy="4618975"/>
            <a:chOff x="0" y="261000"/>
            <a:chExt cx="9146700" cy="4618975"/>
          </a:xfrm>
        </p:grpSpPr>
        <p:cxnSp>
          <p:nvCxnSpPr>
            <p:cNvPr id="126" name="Google Shape;126;p8"/>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127" name="Google Shape;127;p8"/>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sp>
        <p:nvSpPr>
          <p:cNvPr id="128" name="Google Shape;128;p8"/>
          <p:cNvSpPr txBox="1"/>
          <p:nvPr>
            <p:ph type="title"/>
          </p:nvPr>
        </p:nvSpPr>
        <p:spPr>
          <a:xfrm>
            <a:off x="2724150" y="1307100"/>
            <a:ext cx="36957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129" name="Google Shape;129;p8"/>
          <p:cNvGrpSpPr/>
          <p:nvPr/>
        </p:nvGrpSpPr>
        <p:grpSpPr>
          <a:xfrm flipH="1" rot="10800000">
            <a:off x="134525" y="768050"/>
            <a:ext cx="9263858" cy="3281687"/>
            <a:chOff x="134525" y="768050"/>
            <a:chExt cx="9263858" cy="3281687"/>
          </a:xfrm>
        </p:grpSpPr>
        <p:grpSp>
          <p:nvGrpSpPr>
            <p:cNvPr id="130" name="Google Shape;130;p8"/>
            <p:cNvGrpSpPr/>
            <p:nvPr/>
          </p:nvGrpSpPr>
          <p:grpSpPr>
            <a:xfrm>
              <a:off x="8707097" y="768050"/>
              <a:ext cx="691286" cy="691286"/>
              <a:chOff x="6816400" y="1061650"/>
              <a:chExt cx="567000" cy="567000"/>
            </a:xfrm>
          </p:grpSpPr>
          <p:sp>
            <p:nvSpPr>
              <p:cNvPr id="131" name="Google Shape;131;p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32" name="Google Shape;132;p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33" name="Google Shape;133;p8"/>
            <p:cNvGrpSpPr/>
            <p:nvPr/>
          </p:nvGrpSpPr>
          <p:grpSpPr>
            <a:xfrm>
              <a:off x="205561" y="3744861"/>
              <a:ext cx="304876" cy="304876"/>
              <a:chOff x="6816400" y="1061650"/>
              <a:chExt cx="567000" cy="567000"/>
            </a:xfrm>
          </p:grpSpPr>
          <p:sp>
            <p:nvSpPr>
              <p:cNvPr id="134" name="Google Shape;134;p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35" name="Google Shape;135;p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36" name="Google Shape;136;p8"/>
            <p:cNvGrpSpPr/>
            <p:nvPr/>
          </p:nvGrpSpPr>
          <p:grpSpPr>
            <a:xfrm>
              <a:off x="134525" y="2120663"/>
              <a:ext cx="201568" cy="201569"/>
              <a:chOff x="6816400" y="1061650"/>
              <a:chExt cx="567000" cy="567000"/>
            </a:xfrm>
          </p:grpSpPr>
          <p:sp>
            <p:nvSpPr>
              <p:cNvPr id="137" name="Google Shape;137;p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38" name="Google Shape;138;p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39" name="Google Shape;139;p8"/>
            <p:cNvGrpSpPr/>
            <p:nvPr/>
          </p:nvGrpSpPr>
          <p:grpSpPr>
            <a:xfrm>
              <a:off x="8718225" y="3230063"/>
              <a:ext cx="201568" cy="201569"/>
              <a:chOff x="6816400" y="1061650"/>
              <a:chExt cx="567000" cy="567000"/>
            </a:xfrm>
          </p:grpSpPr>
          <p:sp>
            <p:nvSpPr>
              <p:cNvPr id="140" name="Google Shape;140;p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41" name="Google Shape;141;p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2" name="Shape 142"/>
        <p:cNvGrpSpPr/>
        <p:nvPr/>
      </p:nvGrpSpPr>
      <p:grpSpPr>
        <a:xfrm>
          <a:off x="0" y="0"/>
          <a:ext cx="0" cy="0"/>
          <a:chOff x="0" y="0"/>
          <a:chExt cx="0" cy="0"/>
        </a:xfrm>
      </p:grpSpPr>
      <p:sp>
        <p:nvSpPr>
          <p:cNvPr id="143" name="Google Shape;143;p9"/>
          <p:cNvSpPr txBox="1"/>
          <p:nvPr>
            <p:ph type="title"/>
          </p:nvPr>
        </p:nvSpPr>
        <p:spPr>
          <a:xfrm>
            <a:off x="2201850" y="1584874"/>
            <a:ext cx="47403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500"/>
              <a:buNone/>
              <a:defRPr sz="4500"/>
            </a:lvl1pPr>
            <a:lvl2pPr lvl="1" rtl="0" algn="ctr">
              <a:spcBef>
                <a:spcPts val="0"/>
              </a:spcBef>
              <a:spcAft>
                <a:spcPts val="0"/>
              </a:spcAft>
              <a:buSzPts val="4500"/>
              <a:buNone/>
              <a:defRPr sz="4500"/>
            </a:lvl2pPr>
            <a:lvl3pPr lvl="2" rtl="0" algn="ctr">
              <a:spcBef>
                <a:spcPts val="0"/>
              </a:spcBef>
              <a:spcAft>
                <a:spcPts val="0"/>
              </a:spcAft>
              <a:buSzPts val="4500"/>
              <a:buNone/>
              <a:defRPr sz="4500"/>
            </a:lvl3pPr>
            <a:lvl4pPr lvl="3" rtl="0" algn="ctr">
              <a:spcBef>
                <a:spcPts val="0"/>
              </a:spcBef>
              <a:spcAft>
                <a:spcPts val="0"/>
              </a:spcAft>
              <a:buSzPts val="4500"/>
              <a:buNone/>
              <a:defRPr sz="4500"/>
            </a:lvl4pPr>
            <a:lvl5pPr lvl="4" rtl="0" algn="ctr">
              <a:spcBef>
                <a:spcPts val="0"/>
              </a:spcBef>
              <a:spcAft>
                <a:spcPts val="0"/>
              </a:spcAft>
              <a:buSzPts val="4500"/>
              <a:buNone/>
              <a:defRPr sz="4500"/>
            </a:lvl5pPr>
            <a:lvl6pPr lvl="5" rtl="0" algn="ctr">
              <a:spcBef>
                <a:spcPts val="0"/>
              </a:spcBef>
              <a:spcAft>
                <a:spcPts val="0"/>
              </a:spcAft>
              <a:buSzPts val="4500"/>
              <a:buNone/>
              <a:defRPr sz="4500"/>
            </a:lvl6pPr>
            <a:lvl7pPr lvl="6" rtl="0" algn="ctr">
              <a:spcBef>
                <a:spcPts val="0"/>
              </a:spcBef>
              <a:spcAft>
                <a:spcPts val="0"/>
              </a:spcAft>
              <a:buSzPts val="4500"/>
              <a:buNone/>
              <a:defRPr sz="4500"/>
            </a:lvl7pPr>
            <a:lvl8pPr lvl="7" rtl="0" algn="ctr">
              <a:spcBef>
                <a:spcPts val="0"/>
              </a:spcBef>
              <a:spcAft>
                <a:spcPts val="0"/>
              </a:spcAft>
              <a:buSzPts val="4500"/>
              <a:buNone/>
              <a:defRPr sz="4500"/>
            </a:lvl8pPr>
            <a:lvl9pPr lvl="8" rtl="0" algn="ctr">
              <a:spcBef>
                <a:spcPts val="0"/>
              </a:spcBef>
              <a:spcAft>
                <a:spcPts val="0"/>
              </a:spcAft>
              <a:buSzPts val="4500"/>
              <a:buNone/>
              <a:defRPr sz="4500"/>
            </a:lvl9pPr>
          </a:lstStyle>
          <a:p/>
        </p:txBody>
      </p:sp>
      <p:sp>
        <p:nvSpPr>
          <p:cNvPr id="144" name="Google Shape;144;p9"/>
          <p:cNvSpPr txBox="1"/>
          <p:nvPr>
            <p:ph idx="1" type="subTitle"/>
          </p:nvPr>
        </p:nvSpPr>
        <p:spPr>
          <a:xfrm>
            <a:off x="2201925" y="2427926"/>
            <a:ext cx="4740300" cy="1130700"/>
          </a:xfrm>
          <a:prstGeom prst="rect">
            <a:avLst/>
          </a:prstGeom>
          <a:solidFill>
            <a:schemeClr val="accent2"/>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45" name="Google Shape;145;p9"/>
          <p:cNvGrpSpPr/>
          <p:nvPr/>
        </p:nvGrpSpPr>
        <p:grpSpPr>
          <a:xfrm>
            <a:off x="0" y="262263"/>
            <a:ext cx="9146700" cy="4618975"/>
            <a:chOff x="0" y="261000"/>
            <a:chExt cx="9146700" cy="4618975"/>
          </a:xfrm>
        </p:grpSpPr>
        <p:cxnSp>
          <p:nvCxnSpPr>
            <p:cNvPr id="146" name="Google Shape;146;p9"/>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147" name="Google Shape;147;p9"/>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148" name="Google Shape;148;p9"/>
          <p:cNvGrpSpPr/>
          <p:nvPr/>
        </p:nvGrpSpPr>
        <p:grpSpPr>
          <a:xfrm flipH="1">
            <a:off x="-288525" y="768050"/>
            <a:ext cx="9263858" cy="3281687"/>
            <a:chOff x="134525" y="768050"/>
            <a:chExt cx="9263858" cy="3281687"/>
          </a:xfrm>
        </p:grpSpPr>
        <p:grpSp>
          <p:nvGrpSpPr>
            <p:cNvPr id="149" name="Google Shape;149;p9"/>
            <p:cNvGrpSpPr/>
            <p:nvPr/>
          </p:nvGrpSpPr>
          <p:grpSpPr>
            <a:xfrm>
              <a:off x="8707097" y="768050"/>
              <a:ext cx="691286" cy="691286"/>
              <a:chOff x="6816400" y="1061650"/>
              <a:chExt cx="567000" cy="567000"/>
            </a:xfrm>
          </p:grpSpPr>
          <p:sp>
            <p:nvSpPr>
              <p:cNvPr id="150" name="Google Shape;150;p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51" name="Google Shape;151;p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52" name="Google Shape;152;p9"/>
            <p:cNvGrpSpPr/>
            <p:nvPr/>
          </p:nvGrpSpPr>
          <p:grpSpPr>
            <a:xfrm>
              <a:off x="205561" y="3744861"/>
              <a:ext cx="304876" cy="304876"/>
              <a:chOff x="6816400" y="1061650"/>
              <a:chExt cx="567000" cy="567000"/>
            </a:xfrm>
          </p:grpSpPr>
          <p:sp>
            <p:nvSpPr>
              <p:cNvPr id="153" name="Google Shape;153;p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54" name="Google Shape;154;p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55" name="Google Shape;155;p9"/>
            <p:cNvGrpSpPr/>
            <p:nvPr/>
          </p:nvGrpSpPr>
          <p:grpSpPr>
            <a:xfrm>
              <a:off x="134525" y="2120663"/>
              <a:ext cx="201568" cy="201569"/>
              <a:chOff x="6816400" y="1061650"/>
              <a:chExt cx="567000" cy="567000"/>
            </a:xfrm>
          </p:grpSpPr>
          <p:sp>
            <p:nvSpPr>
              <p:cNvPr id="156" name="Google Shape;156;p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57" name="Google Shape;157;p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58" name="Google Shape;158;p9"/>
            <p:cNvGrpSpPr/>
            <p:nvPr/>
          </p:nvGrpSpPr>
          <p:grpSpPr>
            <a:xfrm>
              <a:off x="8718225" y="3230063"/>
              <a:ext cx="201568" cy="201569"/>
              <a:chOff x="6816400" y="1061650"/>
              <a:chExt cx="567000" cy="567000"/>
            </a:xfrm>
          </p:grpSpPr>
          <p:sp>
            <p:nvSpPr>
              <p:cNvPr id="159" name="Google Shape;159;p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60" name="Google Shape;160;p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1" name="Shape 161"/>
        <p:cNvGrpSpPr/>
        <p:nvPr/>
      </p:nvGrpSpPr>
      <p:grpSpPr>
        <a:xfrm>
          <a:off x="0" y="0"/>
          <a:ext cx="0" cy="0"/>
          <a:chOff x="0" y="0"/>
          <a:chExt cx="0" cy="0"/>
        </a:xfrm>
      </p:grpSpPr>
      <p:sp>
        <p:nvSpPr>
          <p:cNvPr id="162" name="Google Shape;162;p10"/>
          <p:cNvSpPr/>
          <p:nvPr>
            <p:ph idx="2" type="pic"/>
          </p:nvPr>
        </p:nvSpPr>
        <p:spPr>
          <a:xfrm>
            <a:off x="0" y="-6900"/>
            <a:ext cx="9144000" cy="5157300"/>
          </a:xfrm>
          <a:prstGeom prst="rect">
            <a:avLst/>
          </a:prstGeom>
          <a:noFill/>
          <a:ln>
            <a:noFill/>
          </a:ln>
        </p:spPr>
      </p:sp>
      <p:sp>
        <p:nvSpPr>
          <p:cNvPr id="163" name="Google Shape;163;p10"/>
          <p:cNvSpPr txBox="1"/>
          <p:nvPr>
            <p:ph type="title"/>
          </p:nvPr>
        </p:nvSpPr>
        <p:spPr>
          <a:xfrm>
            <a:off x="720000" y="4151300"/>
            <a:ext cx="7704000" cy="4572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4" name="Shape 164"/>
        <p:cNvGrpSpPr/>
        <p:nvPr/>
      </p:nvGrpSpPr>
      <p:grpSpPr>
        <a:xfrm>
          <a:off x="0" y="0"/>
          <a:ext cx="0" cy="0"/>
          <a:chOff x="0" y="0"/>
          <a:chExt cx="0" cy="0"/>
        </a:xfrm>
      </p:grpSpPr>
      <p:grpSp>
        <p:nvGrpSpPr>
          <p:cNvPr id="165" name="Google Shape;165;p11"/>
          <p:cNvGrpSpPr/>
          <p:nvPr/>
        </p:nvGrpSpPr>
        <p:grpSpPr>
          <a:xfrm>
            <a:off x="0" y="262263"/>
            <a:ext cx="9146700" cy="4618975"/>
            <a:chOff x="0" y="261000"/>
            <a:chExt cx="9146700" cy="4618975"/>
          </a:xfrm>
        </p:grpSpPr>
        <p:cxnSp>
          <p:nvCxnSpPr>
            <p:cNvPr id="166" name="Google Shape;166;p11"/>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167" name="Google Shape;167;p11"/>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168" name="Google Shape;168;p11"/>
          <p:cNvGrpSpPr/>
          <p:nvPr/>
        </p:nvGrpSpPr>
        <p:grpSpPr>
          <a:xfrm>
            <a:off x="-235178" y="723225"/>
            <a:ext cx="9314191" cy="3582631"/>
            <a:chOff x="-235178" y="723225"/>
            <a:chExt cx="9314191" cy="3582631"/>
          </a:xfrm>
        </p:grpSpPr>
        <p:grpSp>
          <p:nvGrpSpPr>
            <p:cNvPr id="169" name="Google Shape;169;p11"/>
            <p:cNvGrpSpPr/>
            <p:nvPr/>
          </p:nvGrpSpPr>
          <p:grpSpPr>
            <a:xfrm>
              <a:off x="-235178" y="723225"/>
              <a:ext cx="691286" cy="691286"/>
              <a:chOff x="6816400" y="1061650"/>
              <a:chExt cx="567000" cy="567000"/>
            </a:xfrm>
          </p:grpSpPr>
          <p:sp>
            <p:nvSpPr>
              <p:cNvPr id="170" name="Google Shape;170;p1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71" name="Google Shape;171;p1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72" name="Google Shape;172;p11"/>
            <p:cNvGrpSpPr/>
            <p:nvPr/>
          </p:nvGrpSpPr>
          <p:grpSpPr>
            <a:xfrm>
              <a:off x="8774136" y="2723661"/>
              <a:ext cx="304876" cy="304876"/>
              <a:chOff x="6816400" y="1061650"/>
              <a:chExt cx="567000" cy="567000"/>
            </a:xfrm>
          </p:grpSpPr>
          <p:sp>
            <p:nvSpPr>
              <p:cNvPr id="173" name="Google Shape;173;p1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74" name="Google Shape;174;p1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75" name="Google Shape;175;p11"/>
            <p:cNvGrpSpPr/>
            <p:nvPr/>
          </p:nvGrpSpPr>
          <p:grpSpPr>
            <a:xfrm>
              <a:off x="254525" y="4104288"/>
              <a:ext cx="201568" cy="201568"/>
              <a:chOff x="6816400" y="1061650"/>
              <a:chExt cx="567000" cy="567000"/>
            </a:xfrm>
          </p:grpSpPr>
          <p:sp>
            <p:nvSpPr>
              <p:cNvPr id="176" name="Google Shape;176;p1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77" name="Google Shape;177;p1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78" name="Google Shape;178;p11"/>
            <p:cNvGrpSpPr/>
            <p:nvPr/>
          </p:nvGrpSpPr>
          <p:grpSpPr>
            <a:xfrm>
              <a:off x="8572550" y="1414488"/>
              <a:ext cx="201568" cy="201568"/>
              <a:chOff x="6816400" y="1061650"/>
              <a:chExt cx="567000" cy="567000"/>
            </a:xfrm>
          </p:grpSpPr>
          <p:sp>
            <p:nvSpPr>
              <p:cNvPr id="179" name="Google Shape;179;p1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80" name="Google Shape;180;p1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181" name="Google Shape;181;p11"/>
          <p:cNvSpPr txBox="1"/>
          <p:nvPr>
            <p:ph hasCustomPrompt="1" type="title"/>
          </p:nvPr>
        </p:nvSpPr>
        <p:spPr>
          <a:xfrm>
            <a:off x="805800" y="1569325"/>
            <a:ext cx="4437600" cy="12915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82" name="Google Shape;182;p11"/>
          <p:cNvSpPr txBox="1"/>
          <p:nvPr>
            <p:ph idx="1" type="subTitle"/>
          </p:nvPr>
        </p:nvSpPr>
        <p:spPr>
          <a:xfrm>
            <a:off x="805800" y="2860825"/>
            <a:ext cx="4437600" cy="949200"/>
          </a:xfrm>
          <a:prstGeom prst="rect">
            <a:avLst/>
          </a:prstGeom>
          <a:solidFill>
            <a:schemeClr val="accent2"/>
          </a:solidFill>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83" name="Shape 18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84" name="Shape 184"/>
        <p:cNvGrpSpPr/>
        <p:nvPr/>
      </p:nvGrpSpPr>
      <p:grpSpPr>
        <a:xfrm>
          <a:off x="0" y="0"/>
          <a:ext cx="0" cy="0"/>
          <a:chOff x="0" y="0"/>
          <a:chExt cx="0" cy="0"/>
        </a:xfrm>
      </p:grpSpPr>
      <p:grpSp>
        <p:nvGrpSpPr>
          <p:cNvPr id="185" name="Google Shape;185;p13"/>
          <p:cNvGrpSpPr/>
          <p:nvPr/>
        </p:nvGrpSpPr>
        <p:grpSpPr>
          <a:xfrm>
            <a:off x="0" y="262263"/>
            <a:ext cx="9146700" cy="4618975"/>
            <a:chOff x="0" y="261000"/>
            <a:chExt cx="9146700" cy="4618975"/>
          </a:xfrm>
        </p:grpSpPr>
        <p:cxnSp>
          <p:nvCxnSpPr>
            <p:cNvPr id="186" name="Google Shape;186;p13"/>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187" name="Google Shape;187;p13"/>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188" name="Google Shape;188;p13"/>
          <p:cNvGrpSpPr/>
          <p:nvPr/>
        </p:nvGrpSpPr>
        <p:grpSpPr>
          <a:xfrm>
            <a:off x="-228892" y="1154498"/>
            <a:ext cx="9066880" cy="2895238"/>
            <a:chOff x="-228892" y="1154498"/>
            <a:chExt cx="9066880" cy="2895238"/>
          </a:xfrm>
        </p:grpSpPr>
        <p:grpSp>
          <p:nvGrpSpPr>
            <p:cNvPr id="189" name="Google Shape;189;p13"/>
            <p:cNvGrpSpPr/>
            <p:nvPr/>
          </p:nvGrpSpPr>
          <p:grpSpPr>
            <a:xfrm>
              <a:off x="8533111" y="1154498"/>
              <a:ext cx="304876" cy="304876"/>
              <a:chOff x="6816400" y="1061650"/>
              <a:chExt cx="567000" cy="567000"/>
            </a:xfrm>
          </p:grpSpPr>
          <p:sp>
            <p:nvSpPr>
              <p:cNvPr id="190" name="Google Shape;190;p1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91" name="Google Shape;191;p1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92" name="Google Shape;192;p13"/>
            <p:cNvGrpSpPr/>
            <p:nvPr/>
          </p:nvGrpSpPr>
          <p:grpSpPr>
            <a:xfrm>
              <a:off x="205561" y="3744861"/>
              <a:ext cx="304876" cy="304876"/>
              <a:chOff x="6816400" y="1061650"/>
              <a:chExt cx="567000" cy="567000"/>
            </a:xfrm>
          </p:grpSpPr>
          <p:sp>
            <p:nvSpPr>
              <p:cNvPr id="193" name="Google Shape;193;p1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94" name="Google Shape;194;p1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95" name="Google Shape;195;p13"/>
            <p:cNvGrpSpPr/>
            <p:nvPr/>
          </p:nvGrpSpPr>
          <p:grpSpPr>
            <a:xfrm>
              <a:off x="-228892" y="1459381"/>
              <a:ext cx="739311" cy="739311"/>
              <a:chOff x="6816400" y="1061650"/>
              <a:chExt cx="567000" cy="567000"/>
            </a:xfrm>
          </p:grpSpPr>
          <p:sp>
            <p:nvSpPr>
              <p:cNvPr id="196" name="Google Shape;196;p1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97" name="Google Shape;197;p1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198" name="Google Shape;198;p13"/>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9" name="Google Shape;199;p13"/>
          <p:cNvSpPr txBox="1"/>
          <p:nvPr>
            <p:ph hasCustomPrompt="1" idx="2" type="title"/>
          </p:nvPr>
        </p:nvSpPr>
        <p:spPr>
          <a:xfrm>
            <a:off x="715100" y="1355661"/>
            <a:ext cx="970500" cy="5727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0" name="Google Shape;200;p13"/>
          <p:cNvSpPr txBox="1"/>
          <p:nvPr>
            <p:ph hasCustomPrompt="1" idx="3" type="title"/>
          </p:nvPr>
        </p:nvSpPr>
        <p:spPr>
          <a:xfrm>
            <a:off x="3762925" y="1355661"/>
            <a:ext cx="970500" cy="5727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 name="Google Shape;201;p13"/>
          <p:cNvSpPr txBox="1"/>
          <p:nvPr>
            <p:ph hasCustomPrompt="1" idx="4" type="title"/>
          </p:nvPr>
        </p:nvSpPr>
        <p:spPr>
          <a:xfrm>
            <a:off x="715100" y="2464086"/>
            <a:ext cx="970500" cy="5727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2" name="Google Shape;202;p13"/>
          <p:cNvSpPr txBox="1"/>
          <p:nvPr>
            <p:ph hasCustomPrompt="1" idx="5" type="title"/>
          </p:nvPr>
        </p:nvSpPr>
        <p:spPr>
          <a:xfrm>
            <a:off x="3762925" y="2464086"/>
            <a:ext cx="970500" cy="5727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3" name="Google Shape;203;p13"/>
          <p:cNvSpPr txBox="1"/>
          <p:nvPr>
            <p:ph hasCustomPrompt="1" idx="6" type="title"/>
          </p:nvPr>
        </p:nvSpPr>
        <p:spPr>
          <a:xfrm>
            <a:off x="715100" y="3572401"/>
            <a:ext cx="970500" cy="5727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4" name="Google Shape;204;p13"/>
          <p:cNvSpPr txBox="1"/>
          <p:nvPr>
            <p:ph hasCustomPrompt="1" idx="7" type="title"/>
          </p:nvPr>
        </p:nvSpPr>
        <p:spPr>
          <a:xfrm>
            <a:off x="3762925" y="3572401"/>
            <a:ext cx="970500" cy="5727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5" name="Google Shape;205;p13"/>
          <p:cNvSpPr txBox="1"/>
          <p:nvPr>
            <p:ph idx="1" type="subTitle"/>
          </p:nvPr>
        </p:nvSpPr>
        <p:spPr>
          <a:xfrm>
            <a:off x="715100" y="1928475"/>
            <a:ext cx="28614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p:txBody>
      </p:sp>
      <p:sp>
        <p:nvSpPr>
          <p:cNvPr id="206" name="Google Shape;206;p13"/>
          <p:cNvSpPr txBox="1"/>
          <p:nvPr>
            <p:ph idx="8" type="subTitle"/>
          </p:nvPr>
        </p:nvSpPr>
        <p:spPr>
          <a:xfrm>
            <a:off x="715100" y="3036787"/>
            <a:ext cx="28614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p:txBody>
      </p:sp>
      <p:sp>
        <p:nvSpPr>
          <p:cNvPr id="207" name="Google Shape;207;p13"/>
          <p:cNvSpPr txBox="1"/>
          <p:nvPr>
            <p:ph idx="9" type="subTitle"/>
          </p:nvPr>
        </p:nvSpPr>
        <p:spPr>
          <a:xfrm>
            <a:off x="715100" y="4145100"/>
            <a:ext cx="28614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p:txBody>
      </p:sp>
      <p:sp>
        <p:nvSpPr>
          <p:cNvPr id="208" name="Google Shape;208;p13"/>
          <p:cNvSpPr txBox="1"/>
          <p:nvPr>
            <p:ph idx="13" type="subTitle"/>
          </p:nvPr>
        </p:nvSpPr>
        <p:spPr>
          <a:xfrm>
            <a:off x="3762925" y="1928475"/>
            <a:ext cx="28614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p:txBody>
      </p:sp>
      <p:sp>
        <p:nvSpPr>
          <p:cNvPr id="209" name="Google Shape;209;p13"/>
          <p:cNvSpPr txBox="1"/>
          <p:nvPr>
            <p:ph idx="14" type="subTitle"/>
          </p:nvPr>
        </p:nvSpPr>
        <p:spPr>
          <a:xfrm>
            <a:off x="3762925" y="3036787"/>
            <a:ext cx="28614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p:txBody>
      </p:sp>
      <p:sp>
        <p:nvSpPr>
          <p:cNvPr id="210" name="Google Shape;210;p13"/>
          <p:cNvSpPr txBox="1"/>
          <p:nvPr>
            <p:ph idx="15" type="subTitle"/>
          </p:nvPr>
        </p:nvSpPr>
        <p:spPr>
          <a:xfrm>
            <a:off x="3762925" y="4145100"/>
            <a:ext cx="28614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a:latin typeface="Sora"/>
                <a:ea typeface="Sora"/>
                <a:cs typeface="Sora"/>
                <a:sym typeface="Sora"/>
              </a:defRPr>
            </a:lvl2pPr>
            <a:lvl3pPr lvl="2" rtl="0">
              <a:lnSpc>
                <a:spcPct val="100000"/>
              </a:lnSpc>
              <a:spcBef>
                <a:spcPts val="0"/>
              </a:spcBef>
              <a:spcAft>
                <a:spcPts val="0"/>
              </a:spcAft>
              <a:buSzPts val="2400"/>
              <a:buFont typeface="Sora"/>
              <a:buNone/>
              <a:defRPr sz="2400">
                <a:latin typeface="Sora"/>
                <a:ea typeface="Sora"/>
                <a:cs typeface="Sora"/>
                <a:sym typeface="Sora"/>
              </a:defRPr>
            </a:lvl3pPr>
            <a:lvl4pPr lvl="3" rtl="0">
              <a:lnSpc>
                <a:spcPct val="100000"/>
              </a:lnSpc>
              <a:spcBef>
                <a:spcPts val="0"/>
              </a:spcBef>
              <a:spcAft>
                <a:spcPts val="0"/>
              </a:spcAft>
              <a:buSzPts val="2400"/>
              <a:buFont typeface="Sora"/>
              <a:buNone/>
              <a:defRPr sz="2400">
                <a:latin typeface="Sora"/>
                <a:ea typeface="Sora"/>
                <a:cs typeface="Sora"/>
                <a:sym typeface="Sora"/>
              </a:defRPr>
            </a:lvl4pPr>
            <a:lvl5pPr lvl="4" rtl="0">
              <a:lnSpc>
                <a:spcPct val="100000"/>
              </a:lnSpc>
              <a:spcBef>
                <a:spcPts val="0"/>
              </a:spcBef>
              <a:spcAft>
                <a:spcPts val="0"/>
              </a:spcAft>
              <a:buSzPts val="2400"/>
              <a:buFont typeface="Sora"/>
              <a:buNone/>
              <a:defRPr sz="2400">
                <a:latin typeface="Sora"/>
                <a:ea typeface="Sora"/>
                <a:cs typeface="Sora"/>
                <a:sym typeface="Sora"/>
              </a:defRPr>
            </a:lvl5pPr>
            <a:lvl6pPr lvl="5" rtl="0">
              <a:lnSpc>
                <a:spcPct val="100000"/>
              </a:lnSpc>
              <a:spcBef>
                <a:spcPts val="0"/>
              </a:spcBef>
              <a:spcAft>
                <a:spcPts val="0"/>
              </a:spcAft>
              <a:buSzPts val="2400"/>
              <a:buFont typeface="Sora"/>
              <a:buNone/>
              <a:defRPr sz="2400">
                <a:latin typeface="Sora"/>
                <a:ea typeface="Sora"/>
                <a:cs typeface="Sora"/>
                <a:sym typeface="Sora"/>
              </a:defRPr>
            </a:lvl6pPr>
            <a:lvl7pPr lvl="6" rtl="0">
              <a:lnSpc>
                <a:spcPct val="100000"/>
              </a:lnSpc>
              <a:spcBef>
                <a:spcPts val="0"/>
              </a:spcBef>
              <a:spcAft>
                <a:spcPts val="0"/>
              </a:spcAft>
              <a:buSzPts val="2400"/>
              <a:buFont typeface="Sora"/>
              <a:buNone/>
              <a:defRPr sz="2400">
                <a:latin typeface="Sora"/>
                <a:ea typeface="Sora"/>
                <a:cs typeface="Sora"/>
                <a:sym typeface="Sora"/>
              </a:defRPr>
            </a:lvl7pPr>
            <a:lvl8pPr lvl="7" rtl="0">
              <a:lnSpc>
                <a:spcPct val="100000"/>
              </a:lnSpc>
              <a:spcBef>
                <a:spcPts val="0"/>
              </a:spcBef>
              <a:spcAft>
                <a:spcPts val="0"/>
              </a:spcAft>
              <a:buSzPts val="2400"/>
              <a:buFont typeface="Sora"/>
              <a:buNone/>
              <a:defRPr sz="2400">
                <a:latin typeface="Sora"/>
                <a:ea typeface="Sora"/>
                <a:cs typeface="Sora"/>
                <a:sym typeface="Sora"/>
              </a:defRPr>
            </a:lvl8pPr>
            <a:lvl9pPr lvl="8" rtl="0">
              <a:lnSpc>
                <a:spcPct val="100000"/>
              </a:lnSpc>
              <a:spcBef>
                <a:spcPts val="0"/>
              </a:spcBef>
              <a:spcAft>
                <a:spcPts val="0"/>
              </a:spcAft>
              <a:buSzPts val="2400"/>
              <a:buFont typeface="Sora"/>
              <a:buNone/>
              <a:defRPr sz="2400">
                <a:latin typeface="Sora"/>
                <a:ea typeface="Sora"/>
                <a:cs typeface="Sora"/>
                <a:sym typeface="Sora"/>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11" name="Shape 211"/>
        <p:cNvGrpSpPr/>
        <p:nvPr/>
      </p:nvGrpSpPr>
      <p:grpSpPr>
        <a:xfrm>
          <a:off x="0" y="0"/>
          <a:ext cx="0" cy="0"/>
          <a:chOff x="0" y="0"/>
          <a:chExt cx="0" cy="0"/>
        </a:xfrm>
      </p:grpSpPr>
      <p:grpSp>
        <p:nvGrpSpPr>
          <p:cNvPr id="212" name="Google Shape;212;p14"/>
          <p:cNvGrpSpPr/>
          <p:nvPr/>
        </p:nvGrpSpPr>
        <p:grpSpPr>
          <a:xfrm>
            <a:off x="0" y="262263"/>
            <a:ext cx="9146700" cy="4618975"/>
            <a:chOff x="0" y="261000"/>
            <a:chExt cx="9146700" cy="4618975"/>
          </a:xfrm>
        </p:grpSpPr>
        <p:cxnSp>
          <p:nvCxnSpPr>
            <p:cNvPr id="213" name="Google Shape;213;p14"/>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214" name="Google Shape;214;p14"/>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215" name="Google Shape;215;p14"/>
          <p:cNvGrpSpPr/>
          <p:nvPr/>
        </p:nvGrpSpPr>
        <p:grpSpPr>
          <a:xfrm>
            <a:off x="216786" y="1005555"/>
            <a:ext cx="9037207" cy="2956951"/>
            <a:chOff x="216786" y="1005555"/>
            <a:chExt cx="9037207" cy="2956951"/>
          </a:xfrm>
        </p:grpSpPr>
        <p:grpSp>
          <p:nvGrpSpPr>
            <p:cNvPr id="216" name="Google Shape;216;p14"/>
            <p:cNvGrpSpPr/>
            <p:nvPr/>
          </p:nvGrpSpPr>
          <p:grpSpPr>
            <a:xfrm>
              <a:off x="216786" y="1548511"/>
              <a:ext cx="304876" cy="304876"/>
              <a:chOff x="6816400" y="1061650"/>
              <a:chExt cx="567000" cy="567000"/>
            </a:xfrm>
          </p:grpSpPr>
          <p:sp>
            <p:nvSpPr>
              <p:cNvPr id="217" name="Google Shape;217;p1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18" name="Google Shape;218;p1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19" name="Google Shape;219;p14"/>
            <p:cNvGrpSpPr/>
            <p:nvPr/>
          </p:nvGrpSpPr>
          <p:grpSpPr>
            <a:xfrm>
              <a:off x="268425" y="3760938"/>
              <a:ext cx="201568" cy="201568"/>
              <a:chOff x="6816400" y="1061650"/>
              <a:chExt cx="567000" cy="567000"/>
            </a:xfrm>
          </p:grpSpPr>
          <p:sp>
            <p:nvSpPr>
              <p:cNvPr id="220" name="Google Shape;220;p1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21" name="Google Shape;221;p1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22" name="Google Shape;222;p14"/>
            <p:cNvGrpSpPr/>
            <p:nvPr/>
          </p:nvGrpSpPr>
          <p:grpSpPr>
            <a:xfrm>
              <a:off x="9052425" y="2165488"/>
              <a:ext cx="201568" cy="201569"/>
              <a:chOff x="6816400" y="1061650"/>
              <a:chExt cx="567000" cy="567000"/>
            </a:xfrm>
          </p:grpSpPr>
          <p:sp>
            <p:nvSpPr>
              <p:cNvPr id="223" name="Google Shape;223;p1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24" name="Google Shape;224;p1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25" name="Google Shape;225;p14"/>
            <p:cNvGrpSpPr/>
            <p:nvPr/>
          </p:nvGrpSpPr>
          <p:grpSpPr>
            <a:xfrm>
              <a:off x="8585602" y="1005555"/>
              <a:ext cx="466811" cy="466754"/>
              <a:chOff x="6816400" y="1061650"/>
              <a:chExt cx="567000" cy="567000"/>
            </a:xfrm>
          </p:grpSpPr>
          <p:sp>
            <p:nvSpPr>
              <p:cNvPr id="226" name="Google Shape;226;p1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27" name="Google Shape;227;p1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28" name="Google Shape;228;p14"/>
            <p:cNvGrpSpPr/>
            <p:nvPr/>
          </p:nvGrpSpPr>
          <p:grpSpPr>
            <a:xfrm>
              <a:off x="8531536" y="3061311"/>
              <a:ext cx="304876" cy="304876"/>
              <a:chOff x="6816400" y="1061650"/>
              <a:chExt cx="567000" cy="567000"/>
            </a:xfrm>
          </p:grpSpPr>
          <p:sp>
            <p:nvSpPr>
              <p:cNvPr id="229" name="Google Shape;229;p1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30" name="Google Shape;230;p1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231" name="Google Shape;231;p14"/>
          <p:cNvSpPr txBox="1"/>
          <p:nvPr>
            <p:ph hasCustomPrompt="1" type="title"/>
          </p:nvPr>
        </p:nvSpPr>
        <p:spPr>
          <a:xfrm>
            <a:off x="4809288" y="3477271"/>
            <a:ext cx="34926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SzPts val="4500"/>
              <a:buNone/>
              <a:defRPr sz="4500"/>
            </a:lvl1pPr>
            <a:lvl2pPr lvl="1" rtl="0" algn="ctr">
              <a:spcBef>
                <a:spcPts val="0"/>
              </a:spcBef>
              <a:spcAft>
                <a:spcPts val="0"/>
              </a:spcAft>
              <a:buSzPts val="4500"/>
              <a:buNone/>
              <a:defRPr b="1" sz="4500"/>
            </a:lvl2pPr>
            <a:lvl3pPr lvl="2" rtl="0" algn="ctr">
              <a:spcBef>
                <a:spcPts val="0"/>
              </a:spcBef>
              <a:spcAft>
                <a:spcPts val="0"/>
              </a:spcAft>
              <a:buSzPts val="4500"/>
              <a:buNone/>
              <a:defRPr b="1" sz="4500"/>
            </a:lvl3pPr>
            <a:lvl4pPr lvl="3" rtl="0" algn="ctr">
              <a:spcBef>
                <a:spcPts val="0"/>
              </a:spcBef>
              <a:spcAft>
                <a:spcPts val="0"/>
              </a:spcAft>
              <a:buSzPts val="4500"/>
              <a:buNone/>
              <a:defRPr b="1" sz="4500"/>
            </a:lvl4pPr>
            <a:lvl5pPr lvl="4" rtl="0" algn="ctr">
              <a:spcBef>
                <a:spcPts val="0"/>
              </a:spcBef>
              <a:spcAft>
                <a:spcPts val="0"/>
              </a:spcAft>
              <a:buSzPts val="4500"/>
              <a:buNone/>
              <a:defRPr b="1" sz="4500"/>
            </a:lvl5pPr>
            <a:lvl6pPr lvl="5" rtl="0" algn="ctr">
              <a:spcBef>
                <a:spcPts val="0"/>
              </a:spcBef>
              <a:spcAft>
                <a:spcPts val="0"/>
              </a:spcAft>
              <a:buSzPts val="4500"/>
              <a:buNone/>
              <a:defRPr b="1" sz="4500"/>
            </a:lvl6pPr>
            <a:lvl7pPr lvl="6" rtl="0" algn="ctr">
              <a:spcBef>
                <a:spcPts val="0"/>
              </a:spcBef>
              <a:spcAft>
                <a:spcPts val="0"/>
              </a:spcAft>
              <a:buSzPts val="4500"/>
              <a:buNone/>
              <a:defRPr b="1" sz="4500"/>
            </a:lvl7pPr>
            <a:lvl8pPr lvl="7" rtl="0" algn="ctr">
              <a:spcBef>
                <a:spcPts val="0"/>
              </a:spcBef>
              <a:spcAft>
                <a:spcPts val="0"/>
              </a:spcAft>
              <a:buSzPts val="4500"/>
              <a:buNone/>
              <a:defRPr b="1" sz="4500"/>
            </a:lvl8pPr>
            <a:lvl9pPr lvl="8" rtl="0" algn="ctr">
              <a:spcBef>
                <a:spcPts val="0"/>
              </a:spcBef>
              <a:spcAft>
                <a:spcPts val="0"/>
              </a:spcAft>
              <a:buSzPts val="4500"/>
              <a:buNone/>
              <a:defRPr b="1" sz="4500"/>
            </a:lvl9pPr>
          </a:lstStyle>
          <a:p>
            <a:r>
              <a:t>xx%</a:t>
            </a:r>
          </a:p>
        </p:txBody>
      </p:sp>
      <p:sp>
        <p:nvSpPr>
          <p:cNvPr id="232" name="Google Shape;232;p14"/>
          <p:cNvSpPr txBox="1"/>
          <p:nvPr>
            <p:ph idx="1" type="subTitle"/>
          </p:nvPr>
        </p:nvSpPr>
        <p:spPr>
          <a:xfrm>
            <a:off x="4809288" y="4242797"/>
            <a:ext cx="3492600" cy="365700"/>
          </a:xfrm>
          <a:prstGeom prst="rect">
            <a:avLst/>
          </a:prstGeom>
          <a:solidFill>
            <a:schemeClr val="accent2"/>
          </a:solidFill>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600"/>
              <a:buNone/>
              <a:defRPr sz="1600">
                <a:solidFill>
                  <a:schemeClr val="dk1"/>
                </a:solidFill>
              </a:defRPr>
            </a:lvl1pPr>
            <a:lvl2pPr lvl="1" rtl="0" algn="ctr">
              <a:lnSpc>
                <a:spcPct val="100000"/>
              </a:lnSpc>
              <a:spcBef>
                <a:spcPts val="0"/>
              </a:spcBef>
              <a:spcAft>
                <a:spcPts val="0"/>
              </a:spcAft>
              <a:buClr>
                <a:schemeClr val="dk1"/>
              </a:buClr>
              <a:buSzPts val="1600"/>
              <a:buNone/>
              <a:defRPr sz="1600">
                <a:solidFill>
                  <a:schemeClr val="dk1"/>
                </a:solidFill>
              </a:defRPr>
            </a:lvl2pPr>
            <a:lvl3pPr lvl="2" rtl="0" algn="ctr">
              <a:lnSpc>
                <a:spcPct val="100000"/>
              </a:lnSpc>
              <a:spcBef>
                <a:spcPts val="0"/>
              </a:spcBef>
              <a:spcAft>
                <a:spcPts val="0"/>
              </a:spcAft>
              <a:buClr>
                <a:schemeClr val="dk1"/>
              </a:buClr>
              <a:buSzPts val="1600"/>
              <a:buNone/>
              <a:defRPr sz="1600">
                <a:solidFill>
                  <a:schemeClr val="dk1"/>
                </a:solidFill>
              </a:defRPr>
            </a:lvl3pPr>
            <a:lvl4pPr lvl="3" rtl="0" algn="ctr">
              <a:lnSpc>
                <a:spcPct val="100000"/>
              </a:lnSpc>
              <a:spcBef>
                <a:spcPts val="0"/>
              </a:spcBef>
              <a:spcAft>
                <a:spcPts val="0"/>
              </a:spcAft>
              <a:buClr>
                <a:schemeClr val="dk1"/>
              </a:buClr>
              <a:buSzPts val="1600"/>
              <a:buNone/>
              <a:defRPr sz="1600">
                <a:solidFill>
                  <a:schemeClr val="dk1"/>
                </a:solidFill>
              </a:defRPr>
            </a:lvl4pPr>
            <a:lvl5pPr lvl="4" rtl="0" algn="ctr">
              <a:lnSpc>
                <a:spcPct val="100000"/>
              </a:lnSpc>
              <a:spcBef>
                <a:spcPts val="0"/>
              </a:spcBef>
              <a:spcAft>
                <a:spcPts val="0"/>
              </a:spcAft>
              <a:buClr>
                <a:schemeClr val="dk1"/>
              </a:buClr>
              <a:buSzPts val="1600"/>
              <a:buNone/>
              <a:defRPr sz="1600">
                <a:solidFill>
                  <a:schemeClr val="dk1"/>
                </a:solidFill>
              </a:defRPr>
            </a:lvl5pPr>
            <a:lvl6pPr lvl="5" rtl="0" algn="ctr">
              <a:lnSpc>
                <a:spcPct val="100000"/>
              </a:lnSpc>
              <a:spcBef>
                <a:spcPts val="0"/>
              </a:spcBef>
              <a:spcAft>
                <a:spcPts val="0"/>
              </a:spcAft>
              <a:buClr>
                <a:schemeClr val="dk1"/>
              </a:buClr>
              <a:buSzPts val="1600"/>
              <a:buNone/>
              <a:defRPr sz="1600">
                <a:solidFill>
                  <a:schemeClr val="dk1"/>
                </a:solidFill>
              </a:defRPr>
            </a:lvl6pPr>
            <a:lvl7pPr lvl="6" rtl="0" algn="ctr">
              <a:lnSpc>
                <a:spcPct val="100000"/>
              </a:lnSpc>
              <a:spcBef>
                <a:spcPts val="0"/>
              </a:spcBef>
              <a:spcAft>
                <a:spcPts val="0"/>
              </a:spcAft>
              <a:buClr>
                <a:schemeClr val="dk1"/>
              </a:buClr>
              <a:buSzPts val="1600"/>
              <a:buNone/>
              <a:defRPr sz="1600">
                <a:solidFill>
                  <a:schemeClr val="dk1"/>
                </a:solidFill>
              </a:defRPr>
            </a:lvl7pPr>
            <a:lvl8pPr lvl="7" rtl="0" algn="ctr">
              <a:lnSpc>
                <a:spcPct val="100000"/>
              </a:lnSpc>
              <a:spcBef>
                <a:spcPts val="0"/>
              </a:spcBef>
              <a:spcAft>
                <a:spcPts val="0"/>
              </a:spcAft>
              <a:buClr>
                <a:schemeClr val="dk1"/>
              </a:buClr>
              <a:buSzPts val="1600"/>
              <a:buNone/>
              <a:defRPr sz="1600">
                <a:solidFill>
                  <a:schemeClr val="dk1"/>
                </a:solidFill>
              </a:defRPr>
            </a:lvl8pPr>
            <a:lvl9pPr lvl="8" rtl="0" algn="ctr">
              <a:lnSpc>
                <a:spcPct val="100000"/>
              </a:lnSpc>
              <a:spcBef>
                <a:spcPts val="0"/>
              </a:spcBef>
              <a:spcAft>
                <a:spcPts val="0"/>
              </a:spcAft>
              <a:buClr>
                <a:schemeClr val="dk1"/>
              </a:buClr>
              <a:buSzPts val="1600"/>
              <a:buNone/>
              <a:defRPr sz="1600">
                <a:solidFill>
                  <a:schemeClr val="dk1"/>
                </a:solidFill>
              </a:defRPr>
            </a:lvl9pPr>
          </a:lstStyle>
          <a:p/>
        </p:txBody>
      </p:sp>
      <p:sp>
        <p:nvSpPr>
          <p:cNvPr id="233" name="Google Shape;233;p14"/>
          <p:cNvSpPr txBox="1"/>
          <p:nvPr>
            <p:ph hasCustomPrompt="1" idx="2" type="title"/>
          </p:nvPr>
        </p:nvSpPr>
        <p:spPr>
          <a:xfrm>
            <a:off x="4809300" y="534989"/>
            <a:ext cx="34926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SzPts val="4500"/>
              <a:buNone/>
              <a:defRPr sz="4500"/>
            </a:lvl1pPr>
            <a:lvl2pPr lvl="1" rtl="0" algn="ctr">
              <a:spcBef>
                <a:spcPts val="0"/>
              </a:spcBef>
              <a:spcAft>
                <a:spcPts val="0"/>
              </a:spcAft>
              <a:buSzPts val="4500"/>
              <a:buNone/>
              <a:defRPr b="1" sz="4500"/>
            </a:lvl2pPr>
            <a:lvl3pPr lvl="2" rtl="0" algn="ctr">
              <a:spcBef>
                <a:spcPts val="0"/>
              </a:spcBef>
              <a:spcAft>
                <a:spcPts val="0"/>
              </a:spcAft>
              <a:buSzPts val="4500"/>
              <a:buNone/>
              <a:defRPr b="1" sz="4500"/>
            </a:lvl3pPr>
            <a:lvl4pPr lvl="3" rtl="0" algn="ctr">
              <a:spcBef>
                <a:spcPts val="0"/>
              </a:spcBef>
              <a:spcAft>
                <a:spcPts val="0"/>
              </a:spcAft>
              <a:buSzPts val="4500"/>
              <a:buNone/>
              <a:defRPr b="1" sz="4500"/>
            </a:lvl4pPr>
            <a:lvl5pPr lvl="4" rtl="0" algn="ctr">
              <a:spcBef>
                <a:spcPts val="0"/>
              </a:spcBef>
              <a:spcAft>
                <a:spcPts val="0"/>
              </a:spcAft>
              <a:buSzPts val="4500"/>
              <a:buNone/>
              <a:defRPr b="1" sz="4500"/>
            </a:lvl5pPr>
            <a:lvl6pPr lvl="5" rtl="0" algn="ctr">
              <a:spcBef>
                <a:spcPts val="0"/>
              </a:spcBef>
              <a:spcAft>
                <a:spcPts val="0"/>
              </a:spcAft>
              <a:buSzPts val="4500"/>
              <a:buNone/>
              <a:defRPr b="1" sz="4500"/>
            </a:lvl6pPr>
            <a:lvl7pPr lvl="6" rtl="0" algn="ctr">
              <a:spcBef>
                <a:spcPts val="0"/>
              </a:spcBef>
              <a:spcAft>
                <a:spcPts val="0"/>
              </a:spcAft>
              <a:buSzPts val="4500"/>
              <a:buNone/>
              <a:defRPr b="1" sz="4500"/>
            </a:lvl7pPr>
            <a:lvl8pPr lvl="7" rtl="0" algn="ctr">
              <a:spcBef>
                <a:spcPts val="0"/>
              </a:spcBef>
              <a:spcAft>
                <a:spcPts val="0"/>
              </a:spcAft>
              <a:buSzPts val="4500"/>
              <a:buNone/>
              <a:defRPr b="1" sz="4500"/>
            </a:lvl8pPr>
            <a:lvl9pPr lvl="8" rtl="0" algn="ctr">
              <a:spcBef>
                <a:spcPts val="0"/>
              </a:spcBef>
              <a:spcAft>
                <a:spcPts val="0"/>
              </a:spcAft>
              <a:buSzPts val="4500"/>
              <a:buNone/>
              <a:defRPr b="1" sz="4500"/>
            </a:lvl9pPr>
          </a:lstStyle>
          <a:p>
            <a:r>
              <a:t>xx%</a:t>
            </a:r>
          </a:p>
        </p:txBody>
      </p:sp>
      <p:sp>
        <p:nvSpPr>
          <p:cNvPr id="234" name="Google Shape;234;p14"/>
          <p:cNvSpPr txBox="1"/>
          <p:nvPr>
            <p:ph idx="3" type="subTitle"/>
          </p:nvPr>
        </p:nvSpPr>
        <p:spPr>
          <a:xfrm>
            <a:off x="4809300" y="1303901"/>
            <a:ext cx="3492600" cy="365700"/>
          </a:xfrm>
          <a:prstGeom prst="rect">
            <a:avLst/>
          </a:prstGeom>
          <a:solidFill>
            <a:schemeClr val="accent2"/>
          </a:solidFill>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600"/>
              <a:buNone/>
              <a:defRPr sz="1600">
                <a:solidFill>
                  <a:schemeClr val="dk1"/>
                </a:solidFill>
              </a:defRPr>
            </a:lvl1pPr>
            <a:lvl2pPr lvl="1" rtl="0" algn="ctr">
              <a:lnSpc>
                <a:spcPct val="100000"/>
              </a:lnSpc>
              <a:spcBef>
                <a:spcPts val="0"/>
              </a:spcBef>
              <a:spcAft>
                <a:spcPts val="0"/>
              </a:spcAft>
              <a:buClr>
                <a:schemeClr val="dk1"/>
              </a:buClr>
              <a:buSzPts val="1600"/>
              <a:buNone/>
              <a:defRPr sz="1600">
                <a:solidFill>
                  <a:schemeClr val="dk1"/>
                </a:solidFill>
              </a:defRPr>
            </a:lvl2pPr>
            <a:lvl3pPr lvl="2" rtl="0" algn="ctr">
              <a:lnSpc>
                <a:spcPct val="100000"/>
              </a:lnSpc>
              <a:spcBef>
                <a:spcPts val="0"/>
              </a:spcBef>
              <a:spcAft>
                <a:spcPts val="0"/>
              </a:spcAft>
              <a:buClr>
                <a:schemeClr val="dk1"/>
              </a:buClr>
              <a:buSzPts val="1600"/>
              <a:buNone/>
              <a:defRPr sz="1600">
                <a:solidFill>
                  <a:schemeClr val="dk1"/>
                </a:solidFill>
              </a:defRPr>
            </a:lvl3pPr>
            <a:lvl4pPr lvl="3" rtl="0" algn="ctr">
              <a:lnSpc>
                <a:spcPct val="100000"/>
              </a:lnSpc>
              <a:spcBef>
                <a:spcPts val="0"/>
              </a:spcBef>
              <a:spcAft>
                <a:spcPts val="0"/>
              </a:spcAft>
              <a:buClr>
                <a:schemeClr val="dk1"/>
              </a:buClr>
              <a:buSzPts val="1600"/>
              <a:buNone/>
              <a:defRPr sz="1600">
                <a:solidFill>
                  <a:schemeClr val="dk1"/>
                </a:solidFill>
              </a:defRPr>
            </a:lvl4pPr>
            <a:lvl5pPr lvl="4" rtl="0" algn="ctr">
              <a:lnSpc>
                <a:spcPct val="100000"/>
              </a:lnSpc>
              <a:spcBef>
                <a:spcPts val="0"/>
              </a:spcBef>
              <a:spcAft>
                <a:spcPts val="0"/>
              </a:spcAft>
              <a:buClr>
                <a:schemeClr val="dk1"/>
              </a:buClr>
              <a:buSzPts val="1600"/>
              <a:buNone/>
              <a:defRPr sz="1600">
                <a:solidFill>
                  <a:schemeClr val="dk1"/>
                </a:solidFill>
              </a:defRPr>
            </a:lvl5pPr>
            <a:lvl6pPr lvl="5" rtl="0" algn="ctr">
              <a:lnSpc>
                <a:spcPct val="100000"/>
              </a:lnSpc>
              <a:spcBef>
                <a:spcPts val="0"/>
              </a:spcBef>
              <a:spcAft>
                <a:spcPts val="0"/>
              </a:spcAft>
              <a:buClr>
                <a:schemeClr val="dk1"/>
              </a:buClr>
              <a:buSzPts val="1600"/>
              <a:buNone/>
              <a:defRPr sz="1600">
                <a:solidFill>
                  <a:schemeClr val="dk1"/>
                </a:solidFill>
              </a:defRPr>
            </a:lvl6pPr>
            <a:lvl7pPr lvl="6" rtl="0" algn="ctr">
              <a:lnSpc>
                <a:spcPct val="100000"/>
              </a:lnSpc>
              <a:spcBef>
                <a:spcPts val="0"/>
              </a:spcBef>
              <a:spcAft>
                <a:spcPts val="0"/>
              </a:spcAft>
              <a:buClr>
                <a:schemeClr val="dk1"/>
              </a:buClr>
              <a:buSzPts val="1600"/>
              <a:buNone/>
              <a:defRPr sz="1600">
                <a:solidFill>
                  <a:schemeClr val="dk1"/>
                </a:solidFill>
              </a:defRPr>
            </a:lvl7pPr>
            <a:lvl8pPr lvl="7" rtl="0" algn="ctr">
              <a:lnSpc>
                <a:spcPct val="100000"/>
              </a:lnSpc>
              <a:spcBef>
                <a:spcPts val="0"/>
              </a:spcBef>
              <a:spcAft>
                <a:spcPts val="0"/>
              </a:spcAft>
              <a:buClr>
                <a:schemeClr val="dk1"/>
              </a:buClr>
              <a:buSzPts val="1600"/>
              <a:buNone/>
              <a:defRPr sz="1600">
                <a:solidFill>
                  <a:schemeClr val="dk1"/>
                </a:solidFill>
              </a:defRPr>
            </a:lvl8pPr>
            <a:lvl9pPr lvl="8" rtl="0" algn="ctr">
              <a:lnSpc>
                <a:spcPct val="100000"/>
              </a:lnSpc>
              <a:spcBef>
                <a:spcPts val="0"/>
              </a:spcBef>
              <a:spcAft>
                <a:spcPts val="0"/>
              </a:spcAft>
              <a:buClr>
                <a:schemeClr val="dk1"/>
              </a:buClr>
              <a:buSzPts val="1600"/>
              <a:buNone/>
              <a:defRPr sz="1600">
                <a:solidFill>
                  <a:schemeClr val="dk1"/>
                </a:solidFill>
              </a:defRPr>
            </a:lvl9pPr>
          </a:lstStyle>
          <a:p/>
        </p:txBody>
      </p:sp>
      <p:sp>
        <p:nvSpPr>
          <p:cNvPr id="235" name="Google Shape;235;p14"/>
          <p:cNvSpPr txBox="1"/>
          <p:nvPr>
            <p:ph hasCustomPrompt="1" idx="4" type="title"/>
          </p:nvPr>
        </p:nvSpPr>
        <p:spPr>
          <a:xfrm>
            <a:off x="4809288" y="2004450"/>
            <a:ext cx="34926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SzPts val="4500"/>
              <a:buNone/>
              <a:defRPr sz="4500"/>
            </a:lvl1pPr>
            <a:lvl2pPr lvl="1" rtl="0" algn="ctr">
              <a:spcBef>
                <a:spcPts val="0"/>
              </a:spcBef>
              <a:spcAft>
                <a:spcPts val="0"/>
              </a:spcAft>
              <a:buSzPts val="4500"/>
              <a:buNone/>
              <a:defRPr b="1" sz="4500"/>
            </a:lvl2pPr>
            <a:lvl3pPr lvl="2" rtl="0" algn="ctr">
              <a:spcBef>
                <a:spcPts val="0"/>
              </a:spcBef>
              <a:spcAft>
                <a:spcPts val="0"/>
              </a:spcAft>
              <a:buSzPts val="4500"/>
              <a:buNone/>
              <a:defRPr b="1" sz="4500"/>
            </a:lvl3pPr>
            <a:lvl4pPr lvl="3" rtl="0" algn="ctr">
              <a:spcBef>
                <a:spcPts val="0"/>
              </a:spcBef>
              <a:spcAft>
                <a:spcPts val="0"/>
              </a:spcAft>
              <a:buSzPts val="4500"/>
              <a:buNone/>
              <a:defRPr b="1" sz="4500"/>
            </a:lvl4pPr>
            <a:lvl5pPr lvl="4" rtl="0" algn="ctr">
              <a:spcBef>
                <a:spcPts val="0"/>
              </a:spcBef>
              <a:spcAft>
                <a:spcPts val="0"/>
              </a:spcAft>
              <a:buSzPts val="4500"/>
              <a:buNone/>
              <a:defRPr b="1" sz="4500"/>
            </a:lvl5pPr>
            <a:lvl6pPr lvl="5" rtl="0" algn="ctr">
              <a:spcBef>
                <a:spcPts val="0"/>
              </a:spcBef>
              <a:spcAft>
                <a:spcPts val="0"/>
              </a:spcAft>
              <a:buSzPts val="4500"/>
              <a:buNone/>
              <a:defRPr b="1" sz="4500"/>
            </a:lvl6pPr>
            <a:lvl7pPr lvl="6" rtl="0" algn="ctr">
              <a:spcBef>
                <a:spcPts val="0"/>
              </a:spcBef>
              <a:spcAft>
                <a:spcPts val="0"/>
              </a:spcAft>
              <a:buSzPts val="4500"/>
              <a:buNone/>
              <a:defRPr b="1" sz="4500"/>
            </a:lvl7pPr>
            <a:lvl8pPr lvl="7" rtl="0" algn="ctr">
              <a:spcBef>
                <a:spcPts val="0"/>
              </a:spcBef>
              <a:spcAft>
                <a:spcPts val="0"/>
              </a:spcAft>
              <a:buSzPts val="4500"/>
              <a:buNone/>
              <a:defRPr b="1" sz="4500"/>
            </a:lvl8pPr>
            <a:lvl9pPr lvl="8" rtl="0" algn="ctr">
              <a:spcBef>
                <a:spcPts val="0"/>
              </a:spcBef>
              <a:spcAft>
                <a:spcPts val="0"/>
              </a:spcAft>
              <a:buSzPts val="4500"/>
              <a:buNone/>
              <a:defRPr b="1" sz="4500"/>
            </a:lvl9pPr>
          </a:lstStyle>
          <a:p>
            <a:r>
              <a:t>xx%</a:t>
            </a:r>
          </a:p>
        </p:txBody>
      </p:sp>
      <p:sp>
        <p:nvSpPr>
          <p:cNvPr id="236" name="Google Shape;236;p14"/>
          <p:cNvSpPr txBox="1"/>
          <p:nvPr>
            <p:ph idx="5" type="subTitle"/>
          </p:nvPr>
        </p:nvSpPr>
        <p:spPr>
          <a:xfrm>
            <a:off x="4809288" y="2773349"/>
            <a:ext cx="3492600" cy="365700"/>
          </a:xfrm>
          <a:prstGeom prst="rect">
            <a:avLst/>
          </a:prstGeom>
          <a:solidFill>
            <a:schemeClr val="accent2"/>
          </a:solidFill>
        </p:spPr>
        <p:txBody>
          <a:bodyPr anchorCtr="0" anchor="ctr" bIns="91425" lIns="91425" spcFirstLastPara="1" rIns="91425" wrap="square" tIns="91425">
            <a:noAutofit/>
          </a:bodyPr>
          <a:lstStyle>
            <a:lvl1pPr lvl="0" rtl="0" algn="r">
              <a:lnSpc>
                <a:spcPct val="100000"/>
              </a:lnSpc>
              <a:spcBef>
                <a:spcPts val="0"/>
              </a:spcBef>
              <a:spcAft>
                <a:spcPts val="0"/>
              </a:spcAft>
              <a:buClr>
                <a:schemeClr val="dk1"/>
              </a:buClr>
              <a:buSzPts val="1600"/>
              <a:buNone/>
              <a:defRPr sz="1600">
                <a:solidFill>
                  <a:schemeClr val="dk1"/>
                </a:solidFill>
              </a:defRPr>
            </a:lvl1pPr>
            <a:lvl2pPr lvl="1" rtl="0" algn="ctr">
              <a:lnSpc>
                <a:spcPct val="100000"/>
              </a:lnSpc>
              <a:spcBef>
                <a:spcPts val="0"/>
              </a:spcBef>
              <a:spcAft>
                <a:spcPts val="0"/>
              </a:spcAft>
              <a:buClr>
                <a:schemeClr val="dk1"/>
              </a:buClr>
              <a:buSzPts val="1600"/>
              <a:buNone/>
              <a:defRPr sz="1600">
                <a:solidFill>
                  <a:schemeClr val="dk1"/>
                </a:solidFill>
              </a:defRPr>
            </a:lvl2pPr>
            <a:lvl3pPr lvl="2" rtl="0" algn="ctr">
              <a:lnSpc>
                <a:spcPct val="100000"/>
              </a:lnSpc>
              <a:spcBef>
                <a:spcPts val="0"/>
              </a:spcBef>
              <a:spcAft>
                <a:spcPts val="0"/>
              </a:spcAft>
              <a:buClr>
                <a:schemeClr val="dk1"/>
              </a:buClr>
              <a:buSzPts val="1600"/>
              <a:buNone/>
              <a:defRPr sz="1600">
                <a:solidFill>
                  <a:schemeClr val="dk1"/>
                </a:solidFill>
              </a:defRPr>
            </a:lvl3pPr>
            <a:lvl4pPr lvl="3" rtl="0" algn="ctr">
              <a:lnSpc>
                <a:spcPct val="100000"/>
              </a:lnSpc>
              <a:spcBef>
                <a:spcPts val="0"/>
              </a:spcBef>
              <a:spcAft>
                <a:spcPts val="0"/>
              </a:spcAft>
              <a:buClr>
                <a:schemeClr val="dk1"/>
              </a:buClr>
              <a:buSzPts val="1600"/>
              <a:buNone/>
              <a:defRPr sz="1600">
                <a:solidFill>
                  <a:schemeClr val="dk1"/>
                </a:solidFill>
              </a:defRPr>
            </a:lvl4pPr>
            <a:lvl5pPr lvl="4" rtl="0" algn="ctr">
              <a:lnSpc>
                <a:spcPct val="100000"/>
              </a:lnSpc>
              <a:spcBef>
                <a:spcPts val="0"/>
              </a:spcBef>
              <a:spcAft>
                <a:spcPts val="0"/>
              </a:spcAft>
              <a:buClr>
                <a:schemeClr val="dk1"/>
              </a:buClr>
              <a:buSzPts val="1600"/>
              <a:buNone/>
              <a:defRPr sz="1600">
                <a:solidFill>
                  <a:schemeClr val="dk1"/>
                </a:solidFill>
              </a:defRPr>
            </a:lvl5pPr>
            <a:lvl6pPr lvl="5" rtl="0" algn="ctr">
              <a:lnSpc>
                <a:spcPct val="100000"/>
              </a:lnSpc>
              <a:spcBef>
                <a:spcPts val="0"/>
              </a:spcBef>
              <a:spcAft>
                <a:spcPts val="0"/>
              </a:spcAft>
              <a:buClr>
                <a:schemeClr val="dk1"/>
              </a:buClr>
              <a:buSzPts val="1600"/>
              <a:buNone/>
              <a:defRPr sz="1600">
                <a:solidFill>
                  <a:schemeClr val="dk1"/>
                </a:solidFill>
              </a:defRPr>
            </a:lvl6pPr>
            <a:lvl7pPr lvl="6" rtl="0" algn="ctr">
              <a:lnSpc>
                <a:spcPct val="100000"/>
              </a:lnSpc>
              <a:spcBef>
                <a:spcPts val="0"/>
              </a:spcBef>
              <a:spcAft>
                <a:spcPts val="0"/>
              </a:spcAft>
              <a:buClr>
                <a:schemeClr val="dk1"/>
              </a:buClr>
              <a:buSzPts val="1600"/>
              <a:buNone/>
              <a:defRPr sz="1600">
                <a:solidFill>
                  <a:schemeClr val="dk1"/>
                </a:solidFill>
              </a:defRPr>
            </a:lvl7pPr>
            <a:lvl8pPr lvl="7" rtl="0" algn="ctr">
              <a:lnSpc>
                <a:spcPct val="100000"/>
              </a:lnSpc>
              <a:spcBef>
                <a:spcPts val="0"/>
              </a:spcBef>
              <a:spcAft>
                <a:spcPts val="0"/>
              </a:spcAft>
              <a:buClr>
                <a:schemeClr val="dk1"/>
              </a:buClr>
              <a:buSzPts val="1600"/>
              <a:buNone/>
              <a:defRPr sz="1600">
                <a:solidFill>
                  <a:schemeClr val="dk1"/>
                </a:solidFill>
              </a:defRPr>
            </a:lvl8pPr>
            <a:lvl9pPr lvl="8" rtl="0" algn="ctr">
              <a:lnSpc>
                <a:spcPct val="100000"/>
              </a:lnSpc>
              <a:spcBef>
                <a:spcPts val="0"/>
              </a:spcBef>
              <a:spcAft>
                <a:spcPts val="0"/>
              </a:spcAft>
              <a:buClr>
                <a:schemeClr val="dk1"/>
              </a:buClr>
              <a:buSzPts val="1600"/>
              <a:buNone/>
              <a:defRPr sz="16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237" name="Shape 237"/>
        <p:cNvGrpSpPr/>
        <p:nvPr/>
      </p:nvGrpSpPr>
      <p:grpSpPr>
        <a:xfrm>
          <a:off x="0" y="0"/>
          <a:ext cx="0" cy="0"/>
          <a:chOff x="0" y="0"/>
          <a:chExt cx="0" cy="0"/>
        </a:xfrm>
      </p:grpSpPr>
      <p:sp>
        <p:nvSpPr>
          <p:cNvPr id="238" name="Google Shape;238;p15"/>
          <p:cNvSpPr/>
          <p:nvPr>
            <p:ph idx="2" type="pic"/>
          </p:nvPr>
        </p:nvSpPr>
        <p:spPr>
          <a:xfrm>
            <a:off x="715100" y="540075"/>
            <a:ext cx="5461500" cy="1707300"/>
          </a:xfrm>
          <a:prstGeom prst="rect">
            <a:avLst/>
          </a:prstGeom>
          <a:noFill/>
          <a:ln>
            <a:noFill/>
          </a:ln>
          <a:effectLst>
            <a:outerShdw blurRad="57150" rotWithShape="0" algn="bl" dir="5400000" dist="19050">
              <a:schemeClr val="dk1">
                <a:alpha val="30000"/>
              </a:schemeClr>
            </a:outerShdw>
          </a:effectLst>
        </p:spPr>
      </p:sp>
      <p:sp>
        <p:nvSpPr>
          <p:cNvPr id="239" name="Google Shape;239;p15"/>
          <p:cNvSpPr/>
          <p:nvPr>
            <p:ph idx="3" type="pic"/>
          </p:nvPr>
        </p:nvSpPr>
        <p:spPr>
          <a:xfrm>
            <a:off x="4001200" y="2379281"/>
            <a:ext cx="2175300" cy="2244300"/>
          </a:xfrm>
          <a:prstGeom prst="rect">
            <a:avLst/>
          </a:prstGeom>
          <a:noFill/>
          <a:ln>
            <a:noFill/>
          </a:ln>
          <a:effectLst>
            <a:outerShdw blurRad="57150" rotWithShape="0" algn="bl" dir="5400000" dist="19050">
              <a:schemeClr val="dk1">
                <a:alpha val="30000"/>
              </a:schemeClr>
            </a:outerShdw>
          </a:effectLst>
        </p:spPr>
      </p:sp>
      <p:sp>
        <p:nvSpPr>
          <p:cNvPr id="240" name="Google Shape;240;p15"/>
          <p:cNvSpPr/>
          <p:nvPr>
            <p:ph idx="4" type="pic"/>
          </p:nvPr>
        </p:nvSpPr>
        <p:spPr>
          <a:xfrm>
            <a:off x="6307900" y="534913"/>
            <a:ext cx="2121000" cy="4073700"/>
          </a:xfrm>
          <a:prstGeom prst="rect">
            <a:avLst/>
          </a:prstGeom>
          <a:noFill/>
          <a:ln>
            <a:noFill/>
          </a:ln>
          <a:effectLst>
            <a:outerShdw blurRad="57150" rotWithShape="0" algn="bl" dir="5400000" dist="19050">
              <a:schemeClr val="dk1">
                <a:alpha val="30000"/>
              </a:schemeClr>
            </a:outerShdw>
          </a:effectLst>
        </p:spPr>
      </p:sp>
      <p:sp>
        <p:nvSpPr>
          <p:cNvPr id="241" name="Google Shape;241;p15"/>
          <p:cNvSpPr txBox="1"/>
          <p:nvPr>
            <p:ph type="title"/>
          </p:nvPr>
        </p:nvSpPr>
        <p:spPr>
          <a:xfrm>
            <a:off x="720000" y="2691875"/>
            <a:ext cx="3123900" cy="1045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2" name="Google Shape;242;p15"/>
          <p:cNvSpPr txBox="1"/>
          <p:nvPr>
            <p:ph idx="1" type="subTitle"/>
          </p:nvPr>
        </p:nvSpPr>
        <p:spPr>
          <a:xfrm>
            <a:off x="720000" y="3713000"/>
            <a:ext cx="3123900" cy="89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243" name="Google Shape;243;p15"/>
          <p:cNvGrpSpPr/>
          <p:nvPr/>
        </p:nvGrpSpPr>
        <p:grpSpPr>
          <a:xfrm>
            <a:off x="0" y="262263"/>
            <a:ext cx="9146700" cy="4618975"/>
            <a:chOff x="0" y="261000"/>
            <a:chExt cx="9146700" cy="4618975"/>
          </a:xfrm>
        </p:grpSpPr>
        <p:cxnSp>
          <p:nvCxnSpPr>
            <p:cNvPr id="244" name="Google Shape;244;p15"/>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245" name="Google Shape;245;p15"/>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246" name="Google Shape;246;p15"/>
          <p:cNvGrpSpPr/>
          <p:nvPr/>
        </p:nvGrpSpPr>
        <p:grpSpPr>
          <a:xfrm>
            <a:off x="134525" y="768050"/>
            <a:ext cx="9263858" cy="3281687"/>
            <a:chOff x="134525" y="768050"/>
            <a:chExt cx="9263858" cy="3281687"/>
          </a:xfrm>
        </p:grpSpPr>
        <p:grpSp>
          <p:nvGrpSpPr>
            <p:cNvPr id="247" name="Google Shape;247;p15"/>
            <p:cNvGrpSpPr/>
            <p:nvPr/>
          </p:nvGrpSpPr>
          <p:grpSpPr>
            <a:xfrm>
              <a:off x="8707097" y="768050"/>
              <a:ext cx="691286" cy="691286"/>
              <a:chOff x="6816400" y="1061650"/>
              <a:chExt cx="567000" cy="567000"/>
            </a:xfrm>
          </p:grpSpPr>
          <p:sp>
            <p:nvSpPr>
              <p:cNvPr id="248" name="Google Shape;248;p1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49" name="Google Shape;249;p1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50" name="Google Shape;250;p15"/>
            <p:cNvGrpSpPr/>
            <p:nvPr/>
          </p:nvGrpSpPr>
          <p:grpSpPr>
            <a:xfrm>
              <a:off x="205561" y="3744861"/>
              <a:ext cx="304876" cy="304876"/>
              <a:chOff x="6816400" y="1061650"/>
              <a:chExt cx="567000" cy="567000"/>
            </a:xfrm>
          </p:grpSpPr>
          <p:sp>
            <p:nvSpPr>
              <p:cNvPr id="251" name="Google Shape;251;p1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52" name="Google Shape;252;p1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53" name="Google Shape;253;p15"/>
            <p:cNvGrpSpPr/>
            <p:nvPr/>
          </p:nvGrpSpPr>
          <p:grpSpPr>
            <a:xfrm>
              <a:off x="134525" y="2120663"/>
              <a:ext cx="201568" cy="201569"/>
              <a:chOff x="6816400" y="1061650"/>
              <a:chExt cx="567000" cy="567000"/>
            </a:xfrm>
          </p:grpSpPr>
          <p:sp>
            <p:nvSpPr>
              <p:cNvPr id="254" name="Google Shape;254;p1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55" name="Google Shape;255;p1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56" name="Google Shape;256;p15"/>
            <p:cNvGrpSpPr/>
            <p:nvPr/>
          </p:nvGrpSpPr>
          <p:grpSpPr>
            <a:xfrm>
              <a:off x="8718225" y="3230063"/>
              <a:ext cx="201568" cy="201569"/>
              <a:chOff x="6816400" y="1061650"/>
              <a:chExt cx="567000" cy="567000"/>
            </a:xfrm>
          </p:grpSpPr>
          <p:sp>
            <p:nvSpPr>
              <p:cNvPr id="257" name="Google Shape;257;p15"/>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58" name="Google Shape;258;p15"/>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_1">
    <p:spTree>
      <p:nvGrpSpPr>
        <p:cNvPr id="259" name="Shape 259"/>
        <p:cNvGrpSpPr/>
        <p:nvPr/>
      </p:nvGrpSpPr>
      <p:grpSpPr>
        <a:xfrm>
          <a:off x="0" y="0"/>
          <a:ext cx="0" cy="0"/>
          <a:chOff x="0" y="0"/>
          <a:chExt cx="0" cy="0"/>
        </a:xfrm>
      </p:grpSpPr>
      <p:grpSp>
        <p:nvGrpSpPr>
          <p:cNvPr id="260" name="Google Shape;260;p16"/>
          <p:cNvGrpSpPr/>
          <p:nvPr/>
        </p:nvGrpSpPr>
        <p:grpSpPr>
          <a:xfrm>
            <a:off x="0" y="262263"/>
            <a:ext cx="9146700" cy="4618975"/>
            <a:chOff x="0" y="261000"/>
            <a:chExt cx="9146700" cy="4618975"/>
          </a:xfrm>
        </p:grpSpPr>
        <p:cxnSp>
          <p:nvCxnSpPr>
            <p:cNvPr id="261" name="Google Shape;261;p16"/>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262" name="Google Shape;262;p16"/>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263" name="Google Shape;263;p16"/>
          <p:cNvGrpSpPr/>
          <p:nvPr/>
        </p:nvGrpSpPr>
        <p:grpSpPr>
          <a:xfrm>
            <a:off x="-485728" y="1391615"/>
            <a:ext cx="9842462" cy="3294996"/>
            <a:chOff x="-485728" y="1391615"/>
            <a:chExt cx="9842462" cy="3294996"/>
          </a:xfrm>
        </p:grpSpPr>
        <p:grpSp>
          <p:nvGrpSpPr>
            <p:cNvPr id="264" name="Google Shape;264;p16"/>
            <p:cNvGrpSpPr/>
            <p:nvPr/>
          </p:nvGrpSpPr>
          <p:grpSpPr>
            <a:xfrm>
              <a:off x="-485728" y="3995325"/>
              <a:ext cx="691286" cy="691286"/>
              <a:chOff x="6816400" y="1061650"/>
              <a:chExt cx="567000" cy="567000"/>
            </a:xfrm>
          </p:grpSpPr>
          <p:sp>
            <p:nvSpPr>
              <p:cNvPr id="265" name="Google Shape;265;p1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66" name="Google Shape;266;p1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67" name="Google Shape;267;p16"/>
            <p:cNvGrpSpPr/>
            <p:nvPr/>
          </p:nvGrpSpPr>
          <p:grpSpPr>
            <a:xfrm>
              <a:off x="8582483" y="1391615"/>
              <a:ext cx="473048" cy="473048"/>
              <a:chOff x="6816400" y="1061650"/>
              <a:chExt cx="567000" cy="567000"/>
            </a:xfrm>
          </p:grpSpPr>
          <p:sp>
            <p:nvSpPr>
              <p:cNvPr id="268" name="Google Shape;268;p1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69" name="Google Shape;269;p1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70" name="Google Shape;270;p16"/>
            <p:cNvGrpSpPr/>
            <p:nvPr/>
          </p:nvGrpSpPr>
          <p:grpSpPr>
            <a:xfrm>
              <a:off x="134525" y="2120663"/>
              <a:ext cx="201568" cy="201569"/>
              <a:chOff x="6816400" y="1061650"/>
              <a:chExt cx="567000" cy="567000"/>
            </a:xfrm>
          </p:grpSpPr>
          <p:sp>
            <p:nvSpPr>
              <p:cNvPr id="271" name="Google Shape;271;p1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72" name="Google Shape;272;p1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73" name="Google Shape;273;p16"/>
            <p:cNvGrpSpPr/>
            <p:nvPr/>
          </p:nvGrpSpPr>
          <p:grpSpPr>
            <a:xfrm>
              <a:off x="8662200" y="2658563"/>
              <a:ext cx="201568" cy="201569"/>
              <a:chOff x="6816400" y="1061650"/>
              <a:chExt cx="567000" cy="567000"/>
            </a:xfrm>
          </p:grpSpPr>
          <p:sp>
            <p:nvSpPr>
              <p:cNvPr id="274" name="Google Shape;274;p1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75" name="Google Shape;275;p1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76" name="Google Shape;276;p16"/>
            <p:cNvGrpSpPr/>
            <p:nvPr/>
          </p:nvGrpSpPr>
          <p:grpSpPr>
            <a:xfrm>
              <a:off x="8964596" y="3902295"/>
              <a:ext cx="392137" cy="392137"/>
              <a:chOff x="6816400" y="1061650"/>
              <a:chExt cx="567000" cy="567000"/>
            </a:xfrm>
          </p:grpSpPr>
          <p:sp>
            <p:nvSpPr>
              <p:cNvPr id="277" name="Google Shape;277;p16"/>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78" name="Google Shape;278;p16"/>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279" name="Google Shape;279;p16"/>
          <p:cNvSpPr txBox="1"/>
          <p:nvPr>
            <p:ph type="title"/>
          </p:nvPr>
        </p:nvSpPr>
        <p:spPr>
          <a:xfrm>
            <a:off x="720000" y="1098525"/>
            <a:ext cx="3480000" cy="1636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0" name="Google Shape;280;p16"/>
          <p:cNvSpPr txBox="1"/>
          <p:nvPr>
            <p:ph idx="1" type="subTitle"/>
          </p:nvPr>
        </p:nvSpPr>
        <p:spPr>
          <a:xfrm>
            <a:off x="720000" y="2790975"/>
            <a:ext cx="3480000" cy="91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81" name="Google Shape;281;p16"/>
          <p:cNvSpPr/>
          <p:nvPr>
            <p:ph idx="2" type="pic"/>
          </p:nvPr>
        </p:nvSpPr>
        <p:spPr>
          <a:xfrm>
            <a:off x="4596099" y="535000"/>
            <a:ext cx="3832800" cy="4073700"/>
          </a:xfrm>
          <a:prstGeom prst="rect">
            <a:avLst/>
          </a:prstGeom>
          <a:noFill/>
          <a:ln>
            <a:noFill/>
          </a:ln>
          <a:effectLst>
            <a:outerShdw blurRad="57150" rotWithShape="0" algn="bl" dir="5400000" dist="19050">
              <a:schemeClr val="dk1">
                <a:alpha val="30000"/>
              </a:schemeClr>
            </a:outerShdw>
          </a:effectLst>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8">
    <p:spTree>
      <p:nvGrpSpPr>
        <p:cNvPr id="282" name="Shape 282"/>
        <p:cNvGrpSpPr/>
        <p:nvPr/>
      </p:nvGrpSpPr>
      <p:grpSpPr>
        <a:xfrm>
          <a:off x="0" y="0"/>
          <a:ext cx="0" cy="0"/>
          <a:chOff x="0" y="0"/>
          <a:chExt cx="0" cy="0"/>
        </a:xfrm>
      </p:grpSpPr>
      <p:grpSp>
        <p:nvGrpSpPr>
          <p:cNvPr id="283" name="Google Shape;283;p17"/>
          <p:cNvGrpSpPr/>
          <p:nvPr/>
        </p:nvGrpSpPr>
        <p:grpSpPr>
          <a:xfrm>
            <a:off x="0" y="262263"/>
            <a:ext cx="9146700" cy="4618975"/>
            <a:chOff x="0" y="261000"/>
            <a:chExt cx="9146700" cy="4618975"/>
          </a:xfrm>
        </p:grpSpPr>
        <p:cxnSp>
          <p:nvCxnSpPr>
            <p:cNvPr id="284" name="Google Shape;284;p17"/>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285" name="Google Shape;285;p17"/>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286" name="Google Shape;286;p17"/>
          <p:cNvGrpSpPr/>
          <p:nvPr/>
        </p:nvGrpSpPr>
        <p:grpSpPr>
          <a:xfrm>
            <a:off x="134525" y="768050"/>
            <a:ext cx="9263858" cy="3281687"/>
            <a:chOff x="134525" y="768050"/>
            <a:chExt cx="9263858" cy="3281687"/>
          </a:xfrm>
        </p:grpSpPr>
        <p:grpSp>
          <p:nvGrpSpPr>
            <p:cNvPr id="287" name="Google Shape;287;p17"/>
            <p:cNvGrpSpPr/>
            <p:nvPr/>
          </p:nvGrpSpPr>
          <p:grpSpPr>
            <a:xfrm>
              <a:off x="8707097" y="768050"/>
              <a:ext cx="691286" cy="691286"/>
              <a:chOff x="6816400" y="1061650"/>
              <a:chExt cx="567000" cy="567000"/>
            </a:xfrm>
          </p:grpSpPr>
          <p:sp>
            <p:nvSpPr>
              <p:cNvPr id="288" name="Google Shape;288;p1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89" name="Google Shape;289;p1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90" name="Google Shape;290;p17"/>
            <p:cNvGrpSpPr/>
            <p:nvPr/>
          </p:nvGrpSpPr>
          <p:grpSpPr>
            <a:xfrm>
              <a:off x="205561" y="3744861"/>
              <a:ext cx="304876" cy="304876"/>
              <a:chOff x="6816400" y="1061650"/>
              <a:chExt cx="567000" cy="567000"/>
            </a:xfrm>
          </p:grpSpPr>
          <p:sp>
            <p:nvSpPr>
              <p:cNvPr id="291" name="Google Shape;291;p1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92" name="Google Shape;292;p1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93" name="Google Shape;293;p17"/>
            <p:cNvGrpSpPr/>
            <p:nvPr/>
          </p:nvGrpSpPr>
          <p:grpSpPr>
            <a:xfrm>
              <a:off x="134525" y="2120663"/>
              <a:ext cx="201568" cy="201569"/>
              <a:chOff x="6816400" y="1061650"/>
              <a:chExt cx="567000" cy="567000"/>
            </a:xfrm>
          </p:grpSpPr>
          <p:sp>
            <p:nvSpPr>
              <p:cNvPr id="294" name="Google Shape;294;p1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95" name="Google Shape;295;p1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296" name="Google Shape;296;p17"/>
            <p:cNvGrpSpPr/>
            <p:nvPr/>
          </p:nvGrpSpPr>
          <p:grpSpPr>
            <a:xfrm>
              <a:off x="8718225" y="3230063"/>
              <a:ext cx="201568" cy="201569"/>
              <a:chOff x="6816400" y="1061650"/>
              <a:chExt cx="567000" cy="567000"/>
            </a:xfrm>
          </p:grpSpPr>
          <p:sp>
            <p:nvSpPr>
              <p:cNvPr id="297" name="Google Shape;297;p17"/>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98" name="Google Shape;298;p17"/>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299" name="Google Shape;299;p17"/>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0" name="Google Shape;300;p17"/>
          <p:cNvSpPr txBox="1"/>
          <p:nvPr>
            <p:ph idx="1" type="subTitle"/>
          </p:nvPr>
        </p:nvSpPr>
        <p:spPr>
          <a:xfrm>
            <a:off x="715100" y="2135958"/>
            <a:ext cx="2487900" cy="248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301" name="Google Shape;301;p17"/>
          <p:cNvSpPr txBox="1"/>
          <p:nvPr>
            <p:ph idx="2" type="subTitle"/>
          </p:nvPr>
        </p:nvSpPr>
        <p:spPr>
          <a:xfrm>
            <a:off x="3328011" y="2135958"/>
            <a:ext cx="2487900" cy="247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302" name="Google Shape;302;p17"/>
          <p:cNvSpPr txBox="1"/>
          <p:nvPr>
            <p:ph idx="3" type="subTitle"/>
          </p:nvPr>
        </p:nvSpPr>
        <p:spPr>
          <a:xfrm>
            <a:off x="5940921" y="2135958"/>
            <a:ext cx="2487900" cy="248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303" name="Google Shape;303;p17"/>
          <p:cNvSpPr txBox="1"/>
          <p:nvPr>
            <p:ph idx="4" type="subTitle"/>
          </p:nvPr>
        </p:nvSpPr>
        <p:spPr>
          <a:xfrm>
            <a:off x="715100" y="1735283"/>
            <a:ext cx="24879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04" name="Google Shape;304;p17"/>
          <p:cNvSpPr txBox="1"/>
          <p:nvPr>
            <p:ph idx="5" type="subTitle"/>
          </p:nvPr>
        </p:nvSpPr>
        <p:spPr>
          <a:xfrm>
            <a:off x="3328006" y="1735283"/>
            <a:ext cx="24879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05" name="Google Shape;305;p17"/>
          <p:cNvSpPr txBox="1"/>
          <p:nvPr>
            <p:ph idx="6" type="subTitle"/>
          </p:nvPr>
        </p:nvSpPr>
        <p:spPr>
          <a:xfrm>
            <a:off x="5940913" y="1735283"/>
            <a:ext cx="24879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
    <p:spTree>
      <p:nvGrpSpPr>
        <p:cNvPr id="306" name="Shape 306"/>
        <p:cNvGrpSpPr/>
        <p:nvPr/>
      </p:nvGrpSpPr>
      <p:grpSpPr>
        <a:xfrm>
          <a:off x="0" y="0"/>
          <a:ext cx="0" cy="0"/>
          <a:chOff x="0" y="0"/>
          <a:chExt cx="0" cy="0"/>
        </a:xfrm>
      </p:grpSpPr>
      <p:sp>
        <p:nvSpPr>
          <p:cNvPr id="307" name="Google Shape;307;p18"/>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8" name="Google Shape;308;p18"/>
          <p:cNvSpPr txBox="1"/>
          <p:nvPr>
            <p:ph idx="1" type="subTitle"/>
          </p:nvPr>
        </p:nvSpPr>
        <p:spPr>
          <a:xfrm>
            <a:off x="1479300" y="1654274"/>
            <a:ext cx="69447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9" name="Google Shape;309;p18"/>
          <p:cNvSpPr txBox="1"/>
          <p:nvPr>
            <p:ph idx="2" type="subTitle"/>
          </p:nvPr>
        </p:nvSpPr>
        <p:spPr>
          <a:xfrm>
            <a:off x="1479300" y="2780837"/>
            <a:ext cx="69423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10" name="Google Shape;310;p18"/>
          <p:cNvSpPr txBox="1"/>
          <p:nvPr>
            <p:ph idx="3" type="subTitle"/>
          </p:nvPr>
        </p:nvSpPr>
        <p:spPr>
          <a:xfrm>
            <a:off x="1479300" y="3907400"/>
            <a:ext cx="69447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11" name="Google Shape;311;p18"/>
          <p:cNvSpPr txBox="1"/>
          <p:nvPr>
            <p:ph idx="4" type="subTitle"/>
          </p:nvPr>
        </p:nvSpPr>
        <p:spPr>
          <a:xfrm>
            <a:off x="1479300" y="1259200"/>
            <a:ext cx="69423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12" name="Google Shape;312;p18"/>
          <p:cNvSpPr txBox="1"/>
          <p:nvPr>
            <p:ph idx="5" type="subTitle"/>
          </p:nvPr>
        </p:nvSpPr>
        <p:spPr>
          <a:xfrm>
            <a:off x="1479300" y="2384851"/>
            <a:ext cx="69423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13" name="Google Shape;313;p18"/>
          <p:cNvSpPr txBox="1"/>
          <p:nvPr>
            <p:ph idx="6" type="subTitle"/>
          </p:nvPr>
        </p:nvSpPr>
        <p:spPr>
          <a:xfrm>
            <a:off x="1479300" y="3510501"/>
            <a:ext cx="6944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grpSp>
        <p:nvGrpSpPr>
          <p:cNvPr id="314" name="Google Shape;314;p18"/>
          <p:cNvGrpSpPr/>
          <p:nvPr/>
        </p:nvGrpSpPr>
        <p:grpSpPr>
          <a:xfrm>
            <a:off x="0" y="262263"/>
            <a:ext cx="9146700" cy="4618975"/>
            <a:chOff x="0" y="261000"/>
            <a:chExt cx="9146700" cy="4618975"/>
          </a:xfrm>
        </p:grpSpPr>
        <p:cxnSp>
          <p:nvCxnSpPr>
            <p:cNvPr id="315" name="Google Shape;315;p18"/>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316" name="Google Shape;316;p18"/>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317" name="Google Shape;317;p18"/>
          <p:cNvGrpSpPr/>
          <p:nvPr/>
        </p:nvGrpSpPr>
        <p:grpSpPr>
          <a:xfrm flipH="1">
            <a:off x="-280100" y="768050"/>
            <a:ext cx="9263858" cy="3281687"/>
            <a:chOff x="134525" y="768050"/>
            <a:chExt cx="9263858" cy="3281687"/>
          </a:xfrm>
        </p:grpSpPr>
        <p:grpSp>
          <p:nvGrpSpPr>
            <p:cNvPr id="318" name="Google Shape;318;p18"/>
            <p:cNvGrpSpPr/>
            <p:nvPr/>
          </p:nvGrpSpPr>
          <p:grpSpPr>
            <a:xfrm>
              <a:off x="8707097" y="768050"/>
              <a:ext cx="691286" cy="691286"/>
              <a:chOff x="6816400" y="1061650"/>
              <a:chExt cx="567000" cy="567000"/>
            </a:xfrm>
          </p:grpSpPr>
          <p:sp>
            <p:nvSpPr>
              <p:cNvPr id="319" name="Google Shape;319;p1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20" name="Google Shape;320;p1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21" name="Google Shape;321;p18"/>
            <p:cNvGrpSpPr/>
            <p:nvPr/>
          </p:nvGrpSpPr>
          <p:grpSpPr>
            <a:xfrm>
              <a:off x="205561" y="3744861"/>
              <a:ext cx="304876" cy="304876"/>
              <a:chOff x="6816400" y="1061650"/>
              <a:chExt cx="567000" cy="567000"/>
            </a:xfrm>
          </p:grpSpPr>
          <p:sp>
            <p:nvSpPr>
              <p:cNvPr id="322" name="Google Shape;322;p1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23" name="Google Shape;323;p1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24" name="Google Shape;324;p18"/>
            <p:cNvGrpSpPr/>
            <p:nvPr/>
          </p:nvGrpSpPr>
          <p:grpSpPr>
            <a:xfrm>
              <a:off x="134525" y="2120663"/>
              <a:ext cx="201568" cy="201569"/>
              <a:chOff x="6816400" y="1061650"/>
              <a:chExt cx="567000" cy="567000"/>
            </a:xfrm>
          </p:grpSpPr>
          <p:sp>
            <p:nvSpPr>
              <p:cNvPr id="325" name="Google Shape;325;p1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26" name="Google Shape;326;p1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27" name="Google Shape;327;p18"/>
            <p:cNvGrpSpPr/>
            <p:nvPr/>
          </p:nvGrpSpPr>
          <p:grpSpPr>
            <a:xfrm>
              <a:off x="8718225" y="3230063"/>
              <a:ext cx="201568" cy="201569"/>
              <a:chOff x="6816400" y="1061650"/>
              <a:chExt cx="567000" cy="567000"/>
            </a:xfrm>
          </p:grpSpPr>
          <p:sp>
            <p:nvSpPr>
              <p:cNvPr id="328" name="Google Shape;328;p18"/>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29" name="Google Shape;329;p18"/>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30" name="Shape 330"/>
        <p:cNvGrpSpPr/>
        <p:nvPr/>
      </p:nvGrpSpPr>
      <p:grpSpPr>
        <a:xfrm>
          <a:off x="0" y="0"/>
          <a:ext cx="0" cy="0"/>
          <a:chOff x="0" y="0"/>
          <a:chExt cx="0" cy="0"/>
        </a:xfrm>
      </p:grpSpPr>
      <p:grpSp>
        <p:nvGrpSpPr>
          <p:cNvPr id="331" name="Google Shape;331;p19"/>
          <p:cNvGrpSpPr/>
          <p:nvPr/>
        </p:nvGrpSpPr>
        <p:grpSpPr>
          <a:xfrm>
            <a:off x="0" y="262263"/>
            <a:ext cx="9146700" cy="4618975"/>
            <a:chOff x="0" y="261000"/>
            <a:chExt cx="9146700" cy="4618975"/>
          </a:xfrm>
        </p:grpSpPr>
        <p:cxnSp>
          <p:nvCxnSpPr>
            <p:cNvPr id="332" name="Google Shape;332;p19"/>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333" name="Google Shape;333;p19"/>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334" name="Google Shape;334;p19"/>
          <p:cNvGrpSpPr/>
          <p:nvPr/>
        </p:nvGrpSpPr>
        <p:grpSpPr>
          <a:xfrm>
            <a:off x="-251611" y="1056113"/>
            <a:ext cx="9558674" cy="3139269"/>
            <a:chOff x="-251611" y="1056113"/>
            <a:chExt cx="9558674" cy="3139269"/>
          </a:xfrm>
        </p:grpSpPr>
        <p:grpSp>
          <p:nvGrpSpPr>
            <p:cNvPr id="335" name="Google Shape;335;p19"/>
            <p:cNvGrpSpPr/>
            <p:nvPr/>
          </p:nvGrpSpPr>
          <p:grpSpPr>
            <a:xfrm>
              <a:off x="-251611" y="3030351"/>
              <a:ext cx="457172" cy="457172"/>
              <a:chOff x="6816400" y="1061650"/>
              <a:chExt cx="567000" cy="567000"/>
            </a:xfrm>
          </p:grpSpPr>
          <p:sp>
            <p:nvSpPr>
              <p:cNvPr id="336" name="Google Shape;336;p1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37" name="Google Shape;337;p1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38" name="Google Shape;338;p19"/>
            <p:cNvGrpSpPr/>
            <p:nvPr/>
          </p:nvGrpSpPr>
          <p:grpSpPr>
            <a:xfrm>
              <a:off x="9002186" y="1985561"/>
              <a:ext cx="304876" cy="304876"/>
              <a:chOff x="6816400" y="1061650"/>
              <a:chExt cx="567000" cy="567000"/>
            </a:xfrm>
          </p:grpSpPr>
          <p:sp>
            <p:nvSpPr>
              <p:cNvPr id="339" name="Google Shape;339;p1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40" name="Google Shape;340;p1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41" name="Google Shape;341;p19"/>
            <p:cNvGrpSpPr/>
            <p:nvPr/>
          </p:nvGrpSpPr>
          <p:grpSpPr>
            <a:xfrm>
              <a:off x="8583750" y="1056113"/>
              <a:ext cx="201568" cy="201568"/>
              <a:chOff x="6816400" y="1061650"/>
              <a:chExt cx="567000" cy="567000"/>
            </a:xfrm>
          </p:grpSpPr>
          <p:sp>
            <p:nvSpPr>
              <p:cNvPr id="342" name="Google Shape;342;p1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43" name="Google Shape;343;p1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44" name="Google Shape;344;p19"/>
            <p:cNvGrpSpPr/>
            <p:nvPr/>
          </p:nvGrpSpPr>
          <p:grpSpPr>
            <a:xfrm>
              <a:off x="347450" y="3993813"/>
              <a:ext cx="201568" cy="201568"/>
              <a:chOff x="6816400" y="1061650"/>
              <a:chExt cx="567000" cy="567000"/>
            </a:xfrm>
          </p:grpSpPr>
          <p:sp>
            <p:nvSpPr>
              <p:cNvPr id="345" name="Google Shape;345;p1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46" name="Google Shape;346;p1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47" name="Google Shape;347;p19"/>
            <p:cNvGrpSpPr/>
            <p:nvPr/>
          </p:nvGrpSpPr>
          <p:grpSpPr>
            <a:xfrm>
              <a:off x="235350" y="2501688"/>
              <a:ext cx="201568" cy="201569"/>
              <a:chOff x="6816400" y="1061650"/>
              <a:chExt cx="567000" cy="567000"/>
            </a:xfrm>
          </p:grpSpPr>
          <p:sp>
            <p:nvSpPr>
              <p:cNvPr id="348" name="Google Shape;348;p1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49" name="Google Shape;349;p1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350" name="Google Shape;350;p19"/>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1" name="Google Shape;351;p19"/>
          <p:cNvSpPr txBox="1"/>
          <p:nvPr>
            <p:ph idx="1" type="subTitle"/>
          </p:nvPr>
        </p:nvSpPr>
        <p:spPr>
          <a:xfrm>
            <a:off x="1332212" y="1434020"/>
            <a:ext cx="29670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2pPr>
            <a:lvl3pPr lvl="2"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3pPr>
            <a:lvl4pPr lvl="3"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4pPr>
            <a:lvl5pPr lvl="4"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5pPr>
            <a:lvl6pPr lvl="5"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6pPr>
            <a:lvl7pPr lvl="6"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7pPr>
            <a:lvl8pPr lvl="7"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8pPr>
            <a:lvl9pPr lvl="8"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9pPr>
          </a:lstStyle>
          <a:p/>
        </p:txBody>
      </p:sp>
      <p:sp>
        <p:nvSpPr>
          <p:cNvPr id="352" name="Google Shape;352;p19"/>
          <p:cNvSpPr txBox="1"/>
          <p:nvPr>
            <p:ph idx="2" type="subTitle"/>
          </p:nvPr>
        </p:nvSpPr>
        <p:spPr>
          <a:xfrm>
            <a:off x="1332214" y="1830301"/>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53" name="Google Shape;353;p19"/>
          <p:cNvSpPr txBox="1"/>
          <p:nvPr>
            <p:ph idx="3" type="subTitle"/>
          </p:nvPr>
        </p:nvSpPr>
        <p:spPr>
          <a:xfrm>
            <a:off x="5380540" y="1830301"/>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54" name="Google Shape;354;p19"/>
          <p:cNvSpPr txBox="1"/>
          <p:nvPr>
            <p:ph idx="4" type="subTitle"/>
          </p:nvPr>
        </p:nvSpPr>
        <p:spPr>
          <a:xfrm>
            <a:off x="1332214" y="3580711"/>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55" name="Google Shape;355;p19"/>
          <p:cNvSpPr txBox="1"/>
          <p:nvPr>
            <p:ph idx="5" type="subTitle"/>
          </p:nvPr>
        </p:nvSpPr>
        <p:spPr>
          <a:xfrm>
            <a:off x="5380540" y="3580711"/>
            <a:ext cx="2967000" cy="102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56" name="Google Shape;356;p19"/>
          <p:cNvSpPr txBox="1"/>
          <p:nvPr>
            <p:ph idx="6" type="subTitle"/>
          </p:nvPr>
        </p:nvSpPr>
        <p:spPr>
          <a:xfrm>
            <a:off x="1332212" y="3184430"/>
            <a:ext cx="29670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2pPr>
            <a:lvl3pPr lvl="2"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3pPr>
            <a:lvl4pPr lvl="3"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4pPr>
            <a:lvl5pPr lvl="4"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5pPr>
            <a:lvl6pPr lvl="5"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6pPr>
            <a:lvl7pPr lvl="6"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7pPr>
            <a:lvl8pPr lvl="7"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8pPr>
            <a:lvl9pPr lvl="8"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9pPr>
          </a:lstStyle>
          <a:p/>
        </p:txBody>
      </p:sp>
      <p:sp>
        <p:nvSpPr>
          <p:cNvPr id="357" name="Google Shape;357;p19"/>
          <p:cNvSpPr txBox="1"/>
          <p:nvPr>
            <p:ph idx="7" type="subTitle"/>
          </p:nvPr>
        </p:nvSpPr>
        <p:spPr>
          <a:xfrm>
            <a:off x="5380538" y="1434020"/>
            <a:ext cx="29670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2pPr>
            <a:lvl3pPr lvl="2"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3pPr>
            <a:lvl4pPr lvl="3"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4pPr>
            <a:lvl5pPr lvl="4"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5pPr>
            <a:lvl6pPr lvl="5"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6pPr>
            <a:lvl7pPr lvl="6"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7pPr>
            <a:lvl8pPr lvl="7"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8pPr>
            <a:lvl9pPr lvl="8"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9pPr>
          </a:lstStyle>
          <a:p/>
        </p:txBody>
      </p:sp>
      <p:sp>
        <p:nvSpPr>
          <p:cNvPr id="358" name="Google Shape;358;p19"/>
          <p:cNvSpPr txBox="1"/>
          <p:nvPr>
            <p:ph idx="8" type="subTitle"/>
          </p:nvPr>
        </p:nvSpPr>
        <p:spPr>
          <a:xfrm>
            <a:off x="5380538" y="3184430"/>
            <a:ext cx="29670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2pPr>
            <a:lvl3pPr lvl="2"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3pPr>
            <a:lvl4pPr lvl="3"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4pPr>
            <a:lvl5pPr lvl="4"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5pPr>
            <a:lvl6pPr lvl="5"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6pPr>
            <a:lvl7pPr lvl="6"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7pPr>
            <a:lvl8pPr lvl="7"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8pPr>
            <a:lvl9pPr lvl="8" rtl="0" algn="ctr">
              <a:lnSpc>
                <a:spcPct val="100000"/>
              </a:lnSpc>
              <a:spcBef>
                <a:spcPts val="0"/>
              </a:spcBef>
              <a:spcAft>
                <a:spcPts val="0"/>
              </a:spcAft>
              <a:buClr>
                <a:schemeClr val="dk1"/>
              </a:buClr>
              <a:buSzPts val="1800"/>
              <a:buFont typeface="Sora"/>
              <a:buNone/>
              <a:defRPr sz="1800">
                <a:solidFill>
                  <a:schemeClr val="dk1"/>
                </a:solidFill>
                <a:latin typeface="Sora"/>
                <a:ea typeface="Sora"/>
                <a:cs typeface="Sora"/>
                <a:sym typeface="Sora"/>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59" name="Shape 359"/>
        <p:cNvGrpSpPr/>
        <p:nvPr/>
      </p:nvGrpSpPr>
      <p:grpSpPr>
        <a:xfrm>
          <a:off x="0" y="0"/>
          <a:ext cx="0" cy="0"/>
          <a:chOff x="0" y="0"/>
          <a:chExt cx="0" cy="0"/>
        </a:xfrm>
      </p:grpSpPr>
      <p:sp>
        <p:nvSpPr>
          <p:cNvPr id="360" name="Google Shape;360;p20"/>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1" name="Google Shape;361;p20"/>
          <p:cNvSpPr txBox="1"/>
          <p:nvPr>
            <p:ph idx="1" type="subTitle"/>
          </p:nvPr>
        </p:nvSpPr>
        <p:spPr>
          <a:xfrm>
            <a:off x="3612082" y="1396600"/>
            <a:ext cx="47079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2" name="Google Shape;362;p20"/>
          <p:cNvSpPr txBox="1"/>
          <p:nvPr>
            <p:ph idx="2" type="subTitle"/>
          </p:nvPr>
        </p:nvSpPr>
        <p:spPr>
          <a:xfrm>
            <a:off x="3612082" y="1947540"/>
            <a:ext cx="47079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3" name="Google Shape;363;p20"/>
          <p:cNvSpPr txBox="1"/>
          <p:nvPr>
            <p:ph idx="3" type="subTitle"/>
          </p:nvPr>
        </p:nvSpPr>
        <p:spPr>
          <a:xfrm>
            <a:off x="3612089" y="3049409"/>
            <a:ext cx="47079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4" name="Google Shape;364;p20"/>
          <p:cNvSpPr txBox="1"/>
          <p:nvPr>
            <p:ph idx="4" type="subTitle"/>
          </p:nvPr>
        </p:nvSpPr>
        <p:spPr>
          <a:xfrm>
            <a:off x="3612082" y="3600356"/>
            <a:ext cx="47079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5" name="Google Shape;365;p20"/>
          <p:cNvSpPr txBox="1"/>
          <p:nvPr>
            <p:ph idx="5" type="subTitle"/>
          </p:nvPr>
        </p:nvSpPr>
        <p:spPr>
          <a:xfrm>
            <a:off x="3612097" y="2498480"/>
            <a:ext cx="47079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6" name="Google Shape;366;p20"/>
          <p:cNvSpPr txBox="1"/>
          <p:nvPr>
            <p:ph idx="6" type="subTitle"/>
          </p:nvPr>
        </p:nvSpPr>
        <p:spPr>
          <a:xfrm>
            <a:off x="3612075" y="4151300"/>
            <a:ext cx="47079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67" name="Google Shape;367;p20"/>
          <p:cNvSpPr txBox="1"/>
          <p:nvPr>
            <p:ph idx="7" type="subTitle"/>
          </p:nvPr>
        </p:nvSpPr>
        <p:spPr>
          <a:xfrm>
            <a:off x="1492600" y="1396600"/>
            <a:ext cx="21195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68" name="Google Shape;368;p20"/>
          <p:cNvSpPr txBox="1"/>
          <p:nvPr>
            <p:ph idx="8" type="subTitle"/>
          </p:nvPr>
        </p:nvSpPr>
        <p:spPr>
          <a:xfrm>
            <a:off x="1492600" y="1947541"/>
            <a:ext cx="21195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69" name="Google Shape;369;p20"/>
          <p:cNvSpPr txBox="1"/>
          <p:nvPr>
            <p:ph idx="9" type="subTitle"/>
          </p:nvPr>
        </p:nvSpPr>
        <p:spPr>
          <a:xfrm>
            <a:off x="1492600" y="2498237"/>
            <a:ext cx="21195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70" name="Google Shape;370;p20"/>
          <p:cNvSpPr txBox="1"/>
          <p:nvPr>
            <p:ph idx="13" type="subTitle"/>
          </p:nvPr>
        </p:nvSpPr>
        <p:spPr>
          <a:xfrm>
            <a:off x="1492600" y="3049422"/>
            <a:ext cx="21195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71" name="Google Shape;371;p20"/>
          <p:cNvSpPr txBox="1"/>
          <p:nvPr>
            <p:ph idx="14" type="subTitle"/>
          </p:nvPr>
        </p:nvSpPr>
        <p:spPr>
          <a:xfrm>
            <a:off x="1492600" y="3600362"/>
            <a:ext cx="21195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sp>
        <p:nvSpPr>
          <p:cNvPr id="372" name="Google Shape;372;p20"/>
          <p:cNvSpPr txBox="1"/>
          <p:nvPr>
            <p:ph idx="15" type="subTitle"/>
          </p:nvPr>
        </p:nvSpPr>
        <p:spPr>
          <a:xfrm>
            <a:off x="1492600" y="4152019"/>
            <a:ext cx="21195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1800"/>
              <a:buFont typeface="Sora"/>
              <a:buNone/>
              <a:defRPr sz="1800">
                <a:latin typeface="Sora"/>
                <a:ea typeface="Sora"/>
                <a:cs typeface="Sora"/>
                <a:sym typeface="Sora"/>
              </a:defRPr>
            </a:lvl2pPr>
            <a:lvl3pPr lvl="2" rtl="0" algn="ctr">
              <a:lnSpc>
                <a:spcPct val="100000"/>
              </a:lnSpc>
              <a:spcBef>
                <a:spcPts val="0"/>
              </a:spcBef>
              <a:spcAft>
                <a:spcPts val="0"/>
              </a:spcAft>
              <a:buSzPts val="1800"/>
              <a:buFont typeface="Sora"/>
              <a:buNone/>
              <a:defRPr sz="1800">
                <a:latin typeface="Sora"/>
                <a:ea typeface="Sora"/>
                <a:cs typeface="Sora"/>
                <a:sym typeface="Sora"/>
              </a:defRPr>
            </a:lvl3pPr>
            <a:lvl4pPr lvl="3" rtl="0" algn="ctr">
              <a:lnSpc>
                <a:spcPct val="100000"/>
              </a:lnSpc>
              <a:spcBef>
                <a:spcPts val="0"/>
              </a:spcBef>
              <a:spcAft>
                <a:spcPts val="0"/>
              </a:spcAft>
              <a:buSzPts val="1800"/>
              <a:buFont typeface="Sora"/>
              <a:buNone/>
              <a:defRPr sz="1800">
                <a:latin typeface="Sora"/>
                <a:ea typeface="Sora"/>
                <a:cs typeface="Sora"/>
                <a:sym typeface="Sora"/>
              </a:defRPr>
            </a:lvl4pPr>
            <a:lvl5pPr lvl="4" rtl="0" algn="ctr">
              <a:lnSpc>
                <a:spcPct val="100000"/>
              </a:lnSpc>
              <a:spcBef>
                <a:spcPts val="0"/>
              </a:spcBef>
              <a:spcAft>
                <a:spcPts val="0"/>
              </a:spcAft>
              <a:buSzPts val="1800"/>
              <a:buFont typeface="Sora"/>
              <a:buNone/>
              <a:defRPr sz="1800">
                <a:latin typeface="Sora"/>
                <a:ea typeface="Sora"/>
                <a:cs typeface="Sora"/>
                <a:sym typeface="Sora"/>
              </a:defRPr>
            </a:lvl5pPr>
            <a:lvl6pPr lvl="5" rtl="0" algn="ctr">
              <a:lnSpc>
                <a:spcPct val="100000"/>
              </a:lnSpc>
              <a:spcBef>
                <a:spcPts val="0"/>
              </a:spcBef>
              <a:spcAft>
                <a:spcPts val="0"/>
              </a:spcAft>
              <a:buSzPts val="1800"/>
              <a:buFont typeface="Sora"/>
              <a:buNone/>
              <a:defRPr sz="1800">
                <a:latin typeface="Sora"/>
                <a:ea typeface="Sora"/>
                <a:cs typeface="Sora"/>
                <a:sym typeface="Sora"/>
              </a:defRPr>
            </a:lvl6pPr>
            <a:lvl7pPr lvl="6" rtl="0" algn="ctr">
              <a:lnSpc>
                <a:spcPct val="100000"/>
              </a:lnSpc>
              <a:spcBef>
                <a:spcPts val="0"/>
              </a:spcBef>
              <a:spcAft>
                <a:spcPts val="0"/>
              </a:spcAft>
              <a:buSzPts val="1800"/>
              <a:buFont typeface="Sora"/>
              <a:buNone/>
              <a:defRPr sz="1800">
                <a:latin typeface="Sora"/>
                <a:ea typeface="Sora"/>
                <a:cs typeface="Sora"/>
                <a:sym typeface="Sora"/>
              </a:defRPr>
            </a:lvl7pPr>
            <a:lvl8pPr lvl="7" rtl="0" algn="ctr">
              <a:lnSpc>
                <a:spcPct val="100000"/>
              </a:lnSpc>
              <a:spcBef>
                <a:spcPts val="0"/>
              </a:spcBef>
              <a:spcAft>
                <a:spcPts val="0"/>
              </a:spcAft>
              <a:buSzPts val="1800"/>
              <a:buFont typeface="Sora"/>
              <a:buNone/>
              <a:defRPr sz="1800">
                <a:latin typeface="Sora"/>
                <a:ea typeface="Sora"/>
                <a:cs typeface="Sora"/>
                <a:sym typeface="Sora"/>
              </a:defRPr>
            </a:lvl8pPr>
            <a:lvl9pPr lvl="8" rtl="0" algn="ctr">
              <a:lnSpc>
                <a:spcPct val="100000"/>
              </a:lnSpc>
              <a:spcBef>
                <a:spcPts val="0"/>
              </a:spcBef>
              <a:spcAft>
                <a:spcPts val="0"/>
              </a:spcAft>
              <a:buSzPts val="1800"/>
              <a:buFont typeface="Sora"/>
              <a:buNone/>
              <a:defRPr sz="1800">
                <a:latin typeface="Sora"/>
                <a:ea typeface="Sora"/>
                <a:cs typeface="Sora"/>
                <a:sym typeface="Sora"/>
              </a:defRPr>
            </a:lvl9pPr>
          </a:lstStyle>
          <a:p/>
        </p:txBody>
      </p:sp>
      <p:grpSp>
        <p:nvGrpSpPr>
          <p:cNvPr id="373" name="Google Shape;373;p20"/>
          <p:cNvGrpSpPr/>
          <p:nvPr/>
        </p:nvGrpSpPr>
        <p:grpSpPr>
          <a:xfrm>
            <a:off x="0" y="262263"/>
            <a:ext cx="9146700" cy="4618975"/>
            <a:chOff x="0" y="261000"/>
            <a:chExt cx="9146700" cy="4618975"/>
          </a:xfrm>
        </p:grpSpPr>
        <p:cxnSp>
          <p:nvCxnSpPr>
            <p:cNvPr id="374" name="Google Shape;374;p20"/>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375" name="Google Shape;375;p20"/>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376" name="Google Shape;376;p20"/>
          <p:cNvGrpSpPr/>
          <p:nvPr/>
        </p:nvGrpSpPr>
        <p:grpSpPr>
          <a:xfrm flipH="1" rot="10800000">
            <a:off x="134525" y="768050"/>
            <a:ext cx="9263858" cy="3281687"/>
            <a:chOff x="134525" y="768050"/>
            <a:chExt cx="9263858" cy="3281687"/>
          </a:xfrm>
        </p:grpSpPr>
        <p:grpSp>
          <p:nvGrpSpPr>
            <p:cNvPr id="377" name="Google Shape;377;p20"/>
            <p:cNvGrpSpPr/>
            <p:nvPr/>
          </p:nvGrpSpPr>
          <p:grpSpPr>
            <a:xfrm>
              <a:off x="8707097" y="768050"/>
              <a:ext cx="691286" cy="691286"/>
              <a:chOff x="6816400" y="1061650"/>
              <a:chExt cx="567000" cy="567000"/>
            </a:xfrm>
          </p:grpSpPr>
          <p:sp>
            <p:nvSpPr>
              <p:cNvPr id="378" name="Google Shape;378;p20"/>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79" name="Google Shape;379;p20"/>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80" name="Google Shape;380;p20"/>
            <p:cNvGrpSpPr/>
            <p:nvPr/>
          </p:nvGrpSpPr>
          <p:grpSpPr>
            <a:xfrm>
              <a:off x="205561" y="3744861"/>
              <a:ext cx="304876" cy="304876"/>
              <a:chOff x="6816400" y="1061650"/>
              <a:chExt cx="567000" cy="567000"/>
            </a:xfrm>
          </p:grpSpPr>
          <p:sp>
            <p:nvSpPr>
              <p:cNvPr id="381" name="Google Shape;381;p20"/>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82" name="Google Shape;382;p20"/>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83" name="Google Shape;383;p20"/>
            <p:cNvGrpSpPr/>
            <p:nvPr/>
          </p:nvGrpSpPr>
          <p:grpSpPr>
            <a:xfrm>
              <a:off x="134525" y="2120663"/>
              <a:ext cx="201568" cy="201569"/>
              <a:chOff x="6816400" y="1061650"/>
              <a:chExt cx="567000" cy="567000"/>
            </a:xfrm>
          </p:grpSpPr>
          <p:sp>
            <p:nvSpPr>
              <p:cNvPr id="384" name="Google Shape;384;p20"/>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85" name="Google Shape;385;p20"/>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86" name="Google Shape;386;p20"/>
            <p:cNvGrpSpPr/>
            <p:nvPr/>
          </p:nvGrpSpPr>
          <p:grpSpPr>
            <a:xfrm>
              <a:off x="8718225" y="3230063"/>
              <a:ext cx="201568" cy="201569"/>
              <a:chOff x="6816400" y="1061650"/>
              <a:chExt cx="567000" cy="567000"/>
            </a:xfrm>
          </p:grpSpPr>
          <p:sp>
            <p:nvSpPr>
              <p:cNvPr id="387" name="Google Shape;387;p20"/>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88" name="Google Shape;388;p20"/>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89" name="Shape 389"/>
        <p:cNvGrpSpPr/>
        <p:nvPr/>
      </p:nvGrpSpPr>
      <p:grpSpPr>
        <a:xfrm>
          <a:off x="0" y="0"/>
          <a:ext cx="0" cy="0"/>
          <a:chOff x="0" y="0"/>
          <a:chExt cx="0" cy="0"/>
        </a:xfrm>
      </p:grpSpPr>
      <p:grpSp>
        <p:nvGrpSpPr>
          <p:cNvPr id="390" name="Google Shape;390;p21"/>
          <p:cNvGrpSpPr/>
          <p:nvPr/>
        </p:nvGrpSpPr>
        <p:grpSpPr>
          <a:xfrm>
            <a:off x="0" y="262263"/>
            <a:ext cx="9146700" cy="4618975"/>
            <a:chOff x="0" y="261000"/>
            <a:chExt cx="9146700" cy="4618975"/>
          </a:xfrm>
        </p:grpSpPr>
        <p:cxnSp>
          <p:nvCxnSpPr>
            <p:cNvPr id="391" name="Google Shape;391;p21"/>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392" name="Google Shape;392;p21"/>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393" name="Google Shape;393;p21"/>
          <p:cNvGrpSpPr/>
          <p:nvPr/>
        </p:nvGrpSpPr>
        <p:grpSpPr>
          <a:xfrm>
            <a:off x="-257670" y="1806913"/>
            <a:ext cx="9256039" cy="2207496"/>
            <a:chOff x="-257670" y="1806913"/>
            <a:chExt cx="9256039" cy="2207496"/>
          </a:xfrm>
        </p:grpSpPr>
        <p:grpSp>
          <p:nvGrpSpPr>
            <p:cNvPr id="394" name="Google Shape;394;p21"/>
            <p:cNvGrpSpPr/>
            <p:nvPr/>
          </p:nvGrpSpPr>
          <p:grpSpPr>
            <a:xfrm>
              <a:off x="-257670" y="2871371"/>
              <a:ext cx="515346" cy="515346"/>
              <a:chOff x="6816400" y="1061650"/>
              <a:chExt cx="567000" cy="567000"/>
            </a:xfrm>
          </p:grpSpPr>
          <p:sp>
            <p:nvSpPr>
              <p:cNvPr id="395" name="Google Shape;395;p2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96" name="Google Shape;396;p2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397" name="Google Shape;397;p21"/>
            <p:cNvGrpSpPr/>
            <p:nvPr/>
          </p:nvGrpSpPr>
          <p:grpSpPr>
            <a:xfrm>
              <a:off x="8628586" y="3565586"/>
              <a:ext cx="304876" cy="304876"/>
              <a:chOff x="6816400" y="1061650"/>
              <a:chExt cx="567000" cy="567000"/>
            </a:xfrm>
          </p:grpSpPr>
          <p:sp>
            <p:nvSpPr>
              <p:cNvPr id="398" name="Google Shape;398;p2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399" name="Google Shape;399;p2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00" name="Google Shape;400;p21"/>
            <p:cNvGrpSpPr/>
            <p:nvPr/>
          </p:nvGrpSpPr>
          <p:grpSpPr>
            <a:xfrm>
              <a:off x="134525" y="2120663"/>
              <a:ext cx="201568" cy="201569"/>
              <a:chOff x="6816400" y="1061650"/>
              <a:chExt cx="567000" cy="567000"/>
            </a:xfrm>
          </p:grpSpPr>
          <p:sp>
            <p:nvSpPr>
              <p:cNvPr id="401" name="Google Shape;401;p2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02" name="Google Shape;402;p2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03" name="Google Shape;403;p21"/>
            <p:cNvGrpSpPr/>
            <p:nvPr/>
          </p:nvGrpSpPr>
          <p:grpSpPr>
            <a:xfrm>
              <a:off x="8516650" y="2602538"/>
              <a:ext cx="201568" cy="201569"/>
              <a:chOff x="6816400" y="1061650"/>
              <a:chExt cx="567000" cy="567000"/>
            </a:xfrm>
          </p:grpSpPr>
          <p:sp>
            <p:nvSpPr>
              <p:cNvPr id="404" name="Google Shape;404;p2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05" name="Google Shape;405;p2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06" name="Google Shape;406;p21"/>
            <p:cNvGrpSpPr/>
            <p:nvPr/>
          </p:nvGrpSpPr>
          <p:grpSpPr>
            <a:xfrm>
              <a:off x="257663" y="3644668"/>
              <a:ext cx="369741" cy="369741"/>
              <a:chOff x="6816400" y="1061650"/>
              <a:chExt cx="567000" cy="567000"/>
            </a:xfrm>
          </p:grpSpPr>
          <p:sp>
            <p:nvSpPr>
              <p:cNvPr id="407" name="Google Shape;407;p2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08" name="Google Shape;408;p2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09" name="Google Shape;409;p21"/>
            <p:cNvGrpSpPr/>
            <p:nvPr/>
          </p:nvGrpSpPr>
          <p:grpSpPr>
            <a:xfrm>
              <a:off x="8796800" y="1806913"/>
              <a:ext cx="201568" cy="201569"/>
              <a:chOff x="6816400" y="1061650"/>
              <a:chExt cx="567000" cy="567000"/>
            </a:xfrm>
          </p:grpSpPr>
          <p:sp>
            <p:nvSpPr>
              <p:cNvPr id="410" name="Google Shape;410;p2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11" name="Google Shape;411;p2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
        <p:nvSpPr>
          <p:cNvPr id="412" name="Google Shape;412;p21"/>
          <p:cNvSpPr txBox="1"/>
          <p:nvPr>
            <p:ph type="title"/>
          </p:nvPr>
        </p:nvSpPr>
        <p:spPr>
          <a:xfrm>
            <a:off x="715100" y="535000"/>
            <a:ext cx="7713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13" name="Shape 413"/>
        <p:cNvGrpSpPr/>
        <p:nvPr/>
      </p:nvGrpSpPr>
      <p:grpSpPr>
        <a:xfrm>
          <a:off x="0" y="0"/>
          <a:ext cx="0" cy="0"/>
          <a:chOff x="0" y="0"/>
          <a:chExt cx="0" cy="0"/>
        </a:xfrm>
      </p:grpSpPr>
      <p:sp>
        <p:nvSpPr>
          <p:cNvPr id="414" name="Google Shape;414;p22"/>
          <p:cNvSpPr txBox="1"/>
          <p:nvPr>
            <p:ph type="ctrTitle"/>
          </p:nvPr>
        </p:nvSpPr>
        <p:spPr>
          <a:xfrm>
            <a:off x="4144900" y="535000"/>
            <a:ext cx="4284000" cy="997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sp>
        <p:nvSpPr>
          <p:cNvPr id="415" name="Google Shape;415;p22"/>
          <p:cNvSpPr txBox="1"/>
          <p:nvPr>
            <p:ph idx="1" type="subTitle"/>
          </p:nvPr>
        </p:nvSpPr>
        <p:spPr>
          <a:xfrm>
            <a:off x="4144900" y="1532800"/>
            <a:ext cx="4284000" cy="911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16" name="Google Shape;416;p22"/>
          <p:cNvSpPr txBox="1"/>
          <p:nvPr/>
        </p:nvSpPr>
        <p:spPr>
          <a:xfrm>
            <a:off x="4413100" y="3496925"/>
            <a:ext cx="4015800" cy="615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b="1" lang="en" sz="1100">
                <a:solidFill>
                  <a:schemeClr val="dk1"/>
                </a:solidFill>
                <a:latin typeface="Hanken Grotesk"/>
                <a:ea typeface="Hanken Grotesk"/>
                <a:cs typeface="Hanken Grotesk"/>
                <a:sym typeface="Hanken Grotesk"/>
              </a:rPr>
              <a:t>CREDITS:</a:t>
            </a:r>
            <a:r>
              <a:rPr lang="en" sz="1100">
                <a:solidFill>
                  <a:schemeClr val="dk1"/>
                </a:solidFill>
                <a:latin typeface="Hanken Grotesk"/>
                <a:ea typeface="Hanken Grotesk"/>
                <a:cs typeface="Hanken Grotesk"/>
                <a:sym typeface="Hanken Grotesk"/>
              </a:rPr>
              <a:t> This presentation template was created by </a:t>
            </a:r>
            <a:r>
              <a:rPr b="1" lang="en" sz="1100" u="sng">
                <a:solidFill>
                  <a:schemeClr val="dk1"/>
                </a:solidFill>
                <a:latin typeface="Hanken Grotesk"/>
                <a:ea typeface="Hanken Grotesk"/>
                <a:cs typeface="Hanken Grotesk"/>
                <a:sym typeface="Hanken Grotesk"/>
                <a:hlinkClick r:id="rId2">
                  <a:extLst>
                    <a:ext uri="{A12FA001-AC4F-418D-AE19-62706E023703}">
                      <ahyp:hlinkClr val="tx"/>
                    </a:ext>
                  </a:extLst>
                </a:hlinkClick>
              </a:rPr>
              <a:t>Slidesgo</a:t>
            </a:r>
            <a:r>
              <a:rPr b="1" lang="en" sz="1100" u="sng">
                <a:solidFill>
                  <a:schemeClr val="dk1"/>
                </a:solidFill>
                <a:latin typeface="Hanken Grotesk"/>
                <a:ea typeface="Hanken Grotesk"/>
                <a:cs typeface="Hanken Grotesk"/>
                <a:sym typeface="Hanken Grotesk"/>
              </a:rPr>
              <a:t>,</a:t>
            </a:r>
            <a:r>
              <a:rPr b="1" lang="en" sz="1100">
                <a:solidFill>
                  <a:schemeClr val="dk1"/>
                </a:solidFill>
                <a:latin typeface="Hanken Grotesk"/>
                <a:ea typeface="Hanken Grotesk"/>
                <a:cs typeface="Hanken Grotesk"/>
                <a:sym typeface="Hanken Grotesk"/>
              </a:rPr>
              <a:t> </a:t>
            </a:r>
            <a:r>
              <a:rPr lang="en" sz="1100">
                <a:solidFill>
                  <a:schemeClr val="dk1"/>
                </a:solidFill>
                <a:latin typeface="Hanken Grotesk"/>
                <a:ea typeface="Hanken Grotesk"/>
                <a:cs typeface="Hanken Grotesk"/>
                <a:sym typeface="Hanken Grotesk"/>
              </a:rPr>
              <a:t>and includes </a:t>
            </a:r>
            <a:r>
              <a:rPr lang="en" sz="1100">
                <a:solidFill>
                  <a:schemeClr val="dk1"/>
                </a:solidFill>
                <a:latin typeface="Hanken Grotesk"/>
                <a:ea typeface="Hanken Grotesk"/>
                <a:cs typeface="Hanken Grotesk"/>
                <a:sym typeface="Hanken Grotesk"/>
              </a:rPr>
              <a:t>icons by </a:t>
            </a:r>
            <a:r>
              <a:rPr b="1" lang="en" sz="1100" u="sng">
                <a:solidFill>
                  <a:schemeClr val="dk1"/>
                </a:solidFill>
                <a:latin typeface="Hanken Grotesk"/>
                <a:ea typeface="Hanken Grotesk"/>
                <a:cs typeface="Hanken Grotesk"/>
                <a:sym typeface="Hanken Grotesk"/>
                <a:hlinkClick r:id="rId3">
                  <a:extLst>
                    <a:ext uri="{A12FA001-AC4F-418D-AE19-62706E023703}">
                      <ahyp:hlinkClr val="tx"/>
                    </a:ext>
                  </a:extLst>
                </a:hlinkClick>
              </a:rPr>
              <a:t>Flaticon</a:t>
            </a:r>
            <a:r>
              <a:rPr b="1" lang="en" sz="1100">
                <a:solidFill>
                  <a:schemeClr val="dk1"/>
                </a:solidFill>
                <a:latin typeface="Hanken Grotesk"/>
                <a:ea typeface="Hanken Grotesk"/>
                <a:cs typeface="Hanken Grotesk"/>
                <a:sym typeface="Hanken Grotesk"/>
              </a:rPr>
              <a:t> </a:t>
            </a:r>
            <a:r>
              <a:rPr lang="en" sz="1100">
                <a:solidFill>
                  <a:schemeClr val="dk1"/>
                </a:solidFill>
                <a:latin typeface="Hanken Grotesk"/>
                <a:ea typeface="Hanken Grotesk"/>
                <a:cs typeface="Hanken Grotesk"/>
                <a:sym typeface="Hanken Grotesk"/>
              </a:rPr>
              <a:t>and infographics &amp; images by </a:t>
            </a:r>
            <a:r>
              <a:rPr b="1" lang="en" sz="1100" u="sng">
                <a:solidFill>
                  <a:schemeClr val="dk1"/>
                </a:solidFill>
                <a:latin typeface="Hanken Grotesk"/>
                <a:ea typeface="Hanken Grotesk"/>
                <a:cs typeface="Hanken Grotesk"/>
                <a:sym typeface="Hanken Grotesk"/>
                <a:hlinkClick r:id="rId4">
                  <a:extLst>
                    <a:ext uri="{A12FA001-AC4F-418D-AE19-62706E023703}">
                      <ahyp:hlinkClr val="tx"/>
                    </a:ext>
                  </a:extLst>
                </a:hlinkClick>
              </a:rPr>
              <a:t>Freepik</a:t>
            </a:r>
            <a:endParaRPr b="1" sz="1100" u="sng">
              <a:solidFill>
                <a:schemeClr val="dk1"/>
              </a:solidFill>
              <a:highlight>
                <a:srgbClr val="DFDEFC"/>
              </a:highlight>
              <a:latin typeface="Hanken Grotesk"/>
              <a:ea typeface="Hanken Grotesk"/>
              <a:cs typeface="Hanken Grotesk"/>
              <a:sym typeface="Hanken Grotesk"/>
            </a:endParaRPr>
          </a:p>
        </p:txBody>
      </p:sp>
      <p:grpSp>
        <p:nvGrpSpPr>
          <p:cNvPr id="417" name="Google Shape;417;p22"/>
          <p:cNvGrpSpPr/>
          <p:nvPr/>
        </p:nvGrpSpPr>
        <p:grpSpPr>
          <a:xfrm>
            <a:off x="0" y="262263"/>
            <a:ext cx="9146700" cy="4618975"/>
            <a:chOff x="0" y="261000"/>
            <a:chExt cx="9146700" cy="4618975"/>
          </a:xfrm>
        </p:grpSpPr>
        <p:cxnSp>
          <p:nvCxnSpPr>
            <p:cNvPr id="418" name="Google Shape;418;p22"/>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419" name="Google Shape;419;p22"/>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420" name="Google Shape;420;p22"/>
          <p:cNvGrpSpPr/>
          <p:nvPr/>
        </p:nvGrpSpPr>
        <p:grpSpPr>
          <a:xfrm>
            <a:off x="-266250" y="891325"/>
            <a:ext cx="9533695" cy="3751913"/>
            <a:chOff x="-266250" y="891325"/>
            <a:chExt cx="9533695" cy="3751913"/>
          </a:xfrm>
        </p:grpSpPr>
        <p:grpSp>
          <p:nvGrpSpPr>
            <p:cNvPr id="421" name="Google Shape;421;p22"/>
            <p:cNvGrpSpPr/>
            <p:nvPr/>
          </p:nvGrpSpPr>
          <p:grpSpPr>
            <a:xfrm>
              <a:off x="-266250" y="891325"/>
              <a:ext cx="567000" cy="567000"/>
              <a:chOff x="6816400" y="1061650"/>
              <a:chExt cx="567000" cy="567000"/>
            </a:xfrm>
          </p:grpSpPr>
          <p:sp>
            <p:nvSpPr>
              <p:cNvPr id="422" name="Google Shape;422;p22"/>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23" name="Google Shape;423;p22"/>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24" name="Google Shape;424;p22"/>
            <p:cNvGrpSpPr/>
            <p:nvPr/>
          </p:nvGrpSpPr>
          <p:grpSpPr>
            <a:xfrm>
              <a:off x="8901730" y="3518553"/>
              <a:ext cx="365715" cy="365715"/>
              <a:chOff x="6816400" y="1061650"/>
              <a:chExt cx="567000" cy="567000"/>
            </a:xfrm>
          </p:grpSpPr>
          <p:sp>
            <p:nvSpPr>
              <p:cNvPr id="425" name="Google Shape;425;p22"/>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26" name="Google Shape;426;p22"/>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27" name="Google Shape;427;p22"/>
            <p:cNvGrpSpPr/>
            <p:nvPr/>
          </p:nvGrpSpPr>
          <p:grpSpPr>
            <a:xfrm>
              <a:off x="8659451" y="2064359"/>
              <a:ext cx="242279" cy="242279"/>
              <a:chOff x="6816400" y="1061650"/>
              <a:chExt cx="567000" cy="567000"/>
            </a:xfrm>
          </p:grpSpPr>
          <p:sp>
            <p:nvSpPr>
              <p:cNvPr id="428" name="Google Shape;428;p22"/>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29" name="Google Shape;429;p22"/>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30" name="Google Shape;430;p22"/>
            <p:cNvGrpSpPr/>
            <p:nvPr/>
          </p:nvGrpSpPr>
          <p:grpSpPr>
            <a:xfrm>
              <a:off x="161351" y="4400959"/>
              <a:ext cx="242279" cy="242279"/>
              <a:chOff x="6816400" y="1061650"/>
              <a:chExt cx="567000" cy="567000"/>
            </a:xfrm>
          </p:grpSpPr>
          <p:sp>
            <p:nvSpPr>
              <p:cNvPr id="431" name="Google Shape;431;p22"/>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32" name="Google Shape;432;p22"/>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33" name="Shape 433"/>
        <p:cNvGrpSpPr/>
        <p:nvPr/>
      </p:nvGrpSpPr>
      <p:grpSpPr>
        <a:xfrm>
          <a:off x="0" y="0"/>
          <a:ext cx="0" cy="0"/>
          <a:chOff x="0" y="0"/>
          <a:chExt cx="0" cy="0"/>
        </a:xfrm>
      </p:grpSpPr>
      <p:grpSp>
        <p:nvGrpSpPr>
          <p:cNvPr id="434" name="Google Shape;434;p23"/>
          <p:cNvGrpSpPr/>
          <p:nvPr/>
        </p:nvGrpSpPr>
        <p:grpSpPr>
          <a:xfrm>
            <a:off x="0" y="262263"/>
            <a:ext cx="9146700" cy="4618975"/>
            <a:chOff x="0" y="261000"/>
            <a:chExt cx="9146700" cy="4618975"/>
          </a:xfrm>
        </p:grpSpPr>
        <p:cxnSp>
          <p:nvCxnSpPr>
            <p:cNvPr id="435" name="Google Shape;435;p23"/>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p23"/>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437" name="Google Shape;437;p23"/>
          <p:cNvGrpSpPr/>
          <p:nvPr/>
        </p:nvGrpSpPr>
        <p:grpSpPr>
          <a:xfrm>
            <a:off x="-112000" y="768038"/>
            <a:ext cx="9611233" cy="3795324"/>
            <a:chOff x="-112000" y="768038"/>
            <a:chExt cx="9611233" cy="3795324"/>
          </a:xfrm>
        </p:grpSpPr>
        <p:grpSp>
          <p:nvGrpSpPr>
            <p:cNvPr id="438" name="Google Shape;438;p23"/>
            <p:cNvGrpSpPr/>
            <p:nvPr/>
          </p:nvGrpSpPr>
          <p:grpSpPr>
            <a:xfrm>
              <a:off x="8807947" y="3872075"/>
              <a:ext cx="691286" cy="691286"/>
              <a:chOff x="6816400" y="1061650"/>
              <a:chExt cx="567000" cy="567000"/>
            </a:xfrm>
          </p:grpSpPr>
          <p:sp>
            <p:nvSpPr>
              <p:cNvPr id="439" name="Google Shape;439;p2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40" name="Google Shape;440;p2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41" name="Google Shape;441;p23"/>
            <p:cNvGrpSpPr/>
            <p:nvPr/>
          </p:nvGrpSpPr>
          <p:grpSpPr>
            <a:xfrm>
              <a:off x="8708761" y="1701536"/>
              <a:ext cx="304876" cy="304876"/>
              <a:chOff x="6916781" y="-1634928"/>
              <a:chExt cx="567000" cy="567000"/>
            </a:xfrm>
          </p:grpSpPr>
          <p:sp>
            <p:nvSpPr>
              <p:cNvPr id="442" name="Google Shape;442;p23"/>
              <p:cNvSpPr/>
              <p:nvPr/>
            </p:nvSpPr>
            <p:spPr>
              <a:xfrm>
                <a:off x="6916781" y="-1634928"/>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43" name="Google Shape;443;p23"/>
              <p:cNvSpPr/>
              <p:nvPr/>
            </p:nvSpPr>
            <p:spPr>
              <a:xfrm>
                <a:off x="7000062" y="-1551647"/>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44" name="Google Shape;444;p23"/>
            <p:cNvGrpSpPr/>
            <p:nvPr/>
          </p:nvGrpSpPr>
          <p:grpSpPr>
            <a:xfrm>
              <a:off x="308850" y="768038"/>
              <a:ext cx="201568" cy="201568"/>
              <a:chOff x="6816400" y="1061650"/>
              <a:chExt cx="567000" cy="567000"/>
            </a:xfrm>
          </p:grpSpPr>
          <p:sp>
            <p:nvSpPr>
              <p:cNvPr id="445" name="Google Shape;445;p2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46" name="Google Shape;446;p2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447" name="Google Shape;447;p23"/>
            <p:cNvGrpSpPr/>
            <p:nvPr/>
          </p:nvGrpSpPr>
          <p:grpSpPr>
            <a:xfrm>
              <a:off x="-112000" y="2949913"/>
              <a:ext cx="201568" cy="201569"/>
              <a:chOff x="6816400" y="1061650"/>
              <a:chExt cx="567000" cy="567000"/>
            </a:xfrm>
          </p:grpSpPr>
          <p:sp>
            <p:nvSpPr>
              <p:cNvPr id="448" name="Google Shape;448;p23"/>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49" name="Google Shape;449;p23"/>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grpSp>
        <p:nvGrpSpPr>
          <p:cNvPr id="450" name="Google Shape;450;p23"/>
          <p:cNvGrpSpPr/>
          <p:nvPr/>
        </p:nvGrpSpPr>
        <p:grpSpPr>
          <a:xfrm>
            <a:off x="5982934" y="1814625"/>
            <a:ext cx="2730292" cy="2619300"/>
            <a:chOff x="5982934" y="1814625"/>
            <a:chExt cx="2730292" cy="2619300"/>
          </a:xfrm>
        </p:grpSpPr>
        <p:sp>
          <p:nvSpPr>
            <p:cNvPr id="451" name="Google Shape;451;p23"/>
            <p:cNvSpPr/>
            <p:nvPr/>
          </p:nvSpPr>
          <p:spPr>
            <a:xfrm>
              <a:off x="6021543" y="1814625"/>
              <a:ext cx="2619300" cy="2619300"/>
            </a:xfrm>
            <a:prstGeom prst="ellipse">
              <a:avLst/>
            </a:prstGeom>
            <a:solidFill>
              <a:srgbClr val="FFFFFF">
                <a:alpha val="622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nvGrpSpPr>
            <p:cNvPr id="452" name="Google Shape;452;p23"/>
            <p:cNvGrpSpPr/>
            <p:nvPr/>
          </p:nvGrpSpPr>
          <p:grpSpPr>
            <a:xfrm>
              <a:off x="7520506" y="3704613"/>
              <a:ext cx="585089" cy="405771"/>
              <a:chOff x="-4566130" y="2793615"/>
              <a:chExt cx="3288863" cy="2481781"/>
            </a:xfrm>
          </p:grpSpPr>
          <p:grpSp>
            <p:nvGrpSpPr>
              <p:cNvPr id="453" name="Google Shape;453;p23"/>
              <p:cNvGrpSpPr/>
              <p:nvPr/>
            </p:nvGrpSpPr>
            <p:grpSpPr>
              <a:xfrm>
                <a:off x="-2773218" y="2793615"/>
                <a:ext cx="1495952" cy="900319"/>
                <a:chOff x="-3224393" y="4375077"/>
                <a:chExt cx="1495952" cy="900319"/>
              </a:xfrm>
            </p:grpSpPr>
            <p:sp>
              <p:nvSpPr>
                <p:cNvPr id="454" name="Google Shape;454;p23"/>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chemeClr val="accent3"/>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5" name="Google Shape;455;p23"/>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6" name="Google Shape;456;p23"/>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7" name="Google Shape;457;p23"/>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8" name="Google Shape;458;p23"/>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59" name="Google Shape;459;p23"/>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0" name="Google Shape;460;p23"/>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1" name="Google Shape;461;p23"/>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2" name="Google Shape;462;p23"/>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3" name="Google Shape;463;p23"/>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4" name="Google Shape;464;p23"/>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5" name="Google Shape;465;p23"/>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6" name="Google Shape;466;p23"/>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7" name="Google Shape;467;p23"/>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8" name="Google Shape;468;p23"/>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69" name="Google Shape;469;p23"/>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0" name="Google Shape;470;p23"/>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1" name="Google Shape;471;p23"/>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2" name="Google Shape;472;p23"/>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3" name="Google Shape;473;p23"/>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4" name="Google Shape;474;p23"/>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5" name="Google Shape;475;p23"/>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6" name="Google Shape;476;p23"/>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7" name="Google Shape;477;p23"/>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78" name="Google Shape;478;p23"/>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479" name="Google Shape;479;p23"/>
              <p:cNvGrpSpPr/>
              <p:nvPr/>
            </p:nvGrpSpPr>
            <p:grpSpPr>
              <a:xfrm>
                <a:off x="-3224393" y="4375077"/>
                <a:ext cx="1495952" cy="900319"/>
                <a:chOff x="-3224393" y="4375077"/>
                <a:chExt cx="1495952" cy="900319"/>
              </a:xfrm>
            </p:grpSpPr>
            <p:sp>
              <p:nvSpPr>
                <p:cNvPr id="480" name="Google Shape;480;p23"/>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chemeClr val="accent3"/>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1" name="Google Shape;481;p23"/>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2" name="Google Shape;482;p23"/>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3" name="Google Shape;483;p23"/>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4" name="Google Shape;484;p23"/>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5" name="Google Shape;485;p23"/>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6" name="Google Shape;486;p23"/>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7" name="Google Shape;487;p23"/>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8" name="Google Shape;488;p23"/>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89" name="Google Shape;489;p23"/>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0" name="Google Shape;490;p23"/>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1" name="Google Shape;491;p23"/>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2" name="Google Shape;492;p23"/>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3" name="Google Shape;493;p23"/>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4" name="Google Shape;494;p23"/>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5" name="Google Shape;495;p23"/>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6" name="Google Shape;496;p23"/>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7" name="Google Shape;497;p23"/>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8" name="Google Shape;498;p23"/>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499" name="Google Shape;499;p23"/>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0" name="Google Shape;500;p23"/>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1" name="Google Shape;501;p23"/>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2" name="Google Shape;502;p23"/>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3" name="Google Shape;503;p23"/>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4" name="Google Shape;504;p23"/>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505" name="Google Shape;505;p23"/>
              <p:cNvSpPr/>
              <p:nvPr/>
            </p:nvSpPr>
            <p:spPr>
              <a:xfrm>
                <a:off x="-3853783" y="4446159"/>
                <a:ext cx="57341" cy="0"/>
              </a:xfrm>
              <a:custGeom>
                <a:rect b="b" l="l" r="r" t="t"/>
                <a:pathLst>
                  <a:path extrusionOk="0" h="120000" w="338">
                    <a:moveTo>
                      <a:pt x="215" y="0"/>
                    </a:moveTo>
                    <a:lnTo>
                      <a:pt x="215" y="0"/>
                    </a:lnTo>
                    <a:lnTo>
                      <a:pt x="210" y="0"/>
                    </a:lnTo>
                    <a:lnTo>
                      <a:pt x="215" y="0"/>
                    </a:lnTo>
                    <a:moveTo>
                      <a:pt x="204" y="0"/>
                    </a:moveTo>
                    <a:lnTo>
                      <a:pt x="204" y="0"/>
                    </a:lnTo>
                    <a:lnTo>
                      <a:pt x="210" y="0"/>
                    </a:lnTo>
                    <a:lnTo>
                      <a:pt x="204" y="0"/>
                    </a:lnTo>
                    <a:moveTo>
                      <a:pt x="222" y="0"/>
                    </a:moveTo>
                    <a:lnTo>
                      <a:pt x="222" y="0"/>
                    </a:lnTo>
                    <a:moveTo>
                      <a:pt x="198" y="0"/>
                    </a:moveTo>
                    <a:lnTo>
                      <a:pt x="198" y="0"/>
                    </a:lnTo>
                    <a:moveTo>
                      <a:pt x="233" y="0"/>
                    </a:moveTo>
                    <a:lnTo>
                      <a:pt x="233" y="0"/>
                    </a:lnTo>
                    <a:cubicBezTo>
                      <a:pt x="227" y="0"/>
                      <a:pt x="227" y="0"/>
                      <a:pt x="227" y="0"/>
                    </a:cubicBezTo>
                    <a:lnTo>
                      <a:pt x="233" y="0"/>
                    </a:lnTo>
                    <a:moveTo>
                      <a:pt x="186" y="0"/>
                    </a:moveTo>
                    <a:lnTo>
                      <a:pt x="186" y="0"/>
                    </a:lnTo>
                    <a:cubicBezTo>
                      <a:pt x="192" y="0"/>
                      <a:pt x="192" y="0"/>
                      <a:pt x="192" y="0"/>
                    </a:cubicBezTo>
                    <a:lnTo>
                      <a:pt x="186" y="0"/>
                    </a:lnTo>
                    <a:moveTo>
                      <a:pt x="239" y="0"/>
                    </a:moveTo>
                    <a:lnTo>
                      <a:pt x="239" y="0"/>
                    </a:lnTo>
                    <a:cubicBezTo>
                      <a:pt x="233" y="0"/>
                      <a:pt x="233" y="0"/>
                      <a:pt x="233" y="0"/>
                    </a:cubicBezTo>
                    <a:lnTo>
                      <a:pt x="239" y="0"/>
                    </a:lnTo>
                    <a:moveTo>
                      <a:pt x="181" y="0"/>
                    </a:moveTo>
                    <a:lnTo>
                      <a:pt x="181" y="0"/>
                    </a:lnTo>
                    <a:cubicBezTo>
                      <a:pt x="186" y="0"/>
                      <a:pt x="186" y="0"/>
                      <a:pt x="186" y="0"/>
                    </a:cubicBezTo>
                    <a:lnTo>
                      <a:pt x="181" y="0"/>
                    </a:lnTo>
                    <a:moveTo>
                      <a:pt x="244" y="0"/>
                    </a:moveTo>
                    <a:lnTo>
                      <a:pt x="244" y="0"/>
                    </a:lnTo>
                    <a:lnTo>
                      <a:pt x="239" y="0"/>
                    </a:lnTo>
                    <a:lnTo>
                      <a:pt x="244" y="0"/>
                    </a:lnTo>
                    <a:moveTo>
                      <a:pt x="175" y="0"/>
                    </a:moveTo>
                    <a:lnTo>
                      <a:pt x="175" y="0"/>
                    </a:lnTo>
                    <a:lnTo>
                      <a:pt x="181" y="0"/>
                    </a:lnTo>
                    <a:lnTo>
                      <a:pt x="175" y="0"/>
                    </a:lnTo>
                    <a:moveTo>
                      <a:pt x="251" y="0"/>
                    </a:moveTo>
                    <a:lnTo>
                      <a:pt x="251" y="0"/>
                    </a:lnTo>
                    <a:lnTo>
                      <a:pt x="244" y="0"/>
                    </a:lnTo>
                    <a:cubicBezTo>
                      <a:pt x="251" y="0"/>
                      <a:pt x="251" y="0"/>
                      <a:pt x="251" y="0"/>
                    </a:cubicBezTo>
                    <a:moveTo>
                      <a:pt x="169" y="0"/>
                    </a:moveTo>
                    <a:lnTo>
                      <a:pt x="169" y="0"/>
                    </a:lnTo>
                    <a:lnTo>
                      <a:pt x="175" y="0"/>
                    </a:lnTo>
                    <a:cubicBezTo>
                      <a:pt x="169" y="0"/>
                      <a:pt x="169" y="0"/>
                      <a:pt x="169" y="0"/>
                    </a:cubicBezTo>
                    <a:moveTo>
                      <a:pt x="256" y="0"/>
                    </a:moveTo>
                    <a:lnTo>
                      <a:pt x="256" y="0"/>
                    </a:lnTo>
                    <a:moveTo>
                      <a:pt x="163" y="0"/>
                    </a:moveTo>
                    <a:lnTo>
                      <a:pt x="163" y="0"/>
                    </a:lnTo>
                    <a:moveTo>
                      <a:pt x="262" y="0"/>
                    </a:moveTo>
                    <a:lnTo>
                      <a:pt x="262" y="0"/>
                    </a:lnTo>
                    <a:moveTo>
                      <a:pt x="157" y="0"/>
                    </a:moveTo>
                    <a:lnTo>
                      <a:pt x="157" y="0"/>
                    </a:lnTo>
                    <a:moveTo>
                      <a:pt x="268" y="0"/>
                    </a:moveTo>
                    <a:lnTo>
                      <a:pt x="268" y="0"/>
                    </a:lnTo>
                    <a:moveTo>
                      <a:pt x="152" y="0"/>
                    </a:moveTo>
                    <a:lnTo>
                      <a:pt x="152" y="0"/>
                    </a:lnTo>
                    <a:moveTo>
                      <a:pt x="280" y="0"/>
                    </a:moveTo>
                    <a:lnTo>
                      <a:pt x="280" y="0"/>
                    </a:lnTo>
                    <a:cubicBezTo>
                      <a:pt x="274" y="0"/>
                      <a:pt x="274" y="0"/>
                      <a:pt x="274" y="0"/>
                    </a:cubicBezTo>
                    <a:lnTo>
                      <a:pt x="280" y="0"/>
                    </a:lnTo>
                    <a:moveTo>
                      <a:pt x="140" y="0"/>
                    </a:moveTo>
                    <a:lnTo>
                      <a:pt x="140" y="0"/>
                    </a:lnTo>
                    <a:lnTo>
                      <a:pt x="146" y="0"/>
                    </a:lnTo>
                    <a:lnTo>
                      <a:pt x="140" y="0"/>
                    </a:lnTo>
                    <a:moveTo>
                      <a:pt x="134" y="0"/>
                    </a:moveTo>
                    <a:lnTo>
                      <a:pt x="134" y="0"/>
                    </a:lnTo>
                    <a:lnTo>
                      <a:pt x="140" y="0"/>
                    </a:lnTo>
                    <a:cubicBezTo>
                      <a:pt x="134" y="0"/>
                      <a:pt x="134" y="0"/>
                      <a:pt x="134" y="0"/>
                    </a:cubicBezTo>
                    <a:moveTo>
                      <a:pt x="303" y="0"/>
                    </a:moveTo>
                    <a:lnTo>
                      <a:pt x="303" y="0"/>
                    </a:lnTo>
                    <a:lnTo>
                      <a:pt x="297" y="0"/>
                    </a:lnTo>
                    <a:lnTo>
                      <a:pt x="303" y="0"/>
                    </a:lnTo>
                    <a:moveTo>
                      <a:pt x="116" y="0"/>
                    </a:moveTo>
                    <a:lnTo>
                      <a:pt x="116" y="0"/>
                    </a:lnTo>
                    <a:lnTo>
                      <a:pt x="123" y="0"/>
                    </a:lnTo>
                    <a:lnTo>
                      <a:pt x="116" y="0"/>
                    </a:lnTo>
                    <a:moveTo>
                      <a:pt x="309" y="0"/>
                    </a:moveTo>
                    <a:lnTo>
                      <a:pt x="309" y="0"/>
                    </a:lnTo>
                    <a:lnTo>
                      <a:pt x="303" y="0"/>
                    </a:lnTo>
                    <a:cubicBezTo>
                      <a:pt x="309" y="0"/>
                      <a:pt x="309" y="0"/>
                      <a:pt x="309" y="0"/>
                    </a:cubicBezTo>
                    <a:moveTo>
                      <a:pt x="111" y="0"/>
                    </a:moveTo>
                    <a:lnTo>
                      <a:pt x="111" y="0"/>
                    </a:lnTo>
                    <a:lnTo>
                      <a:pt x="116" y="0"/>
                    </a:lnTo>
                    <a:lnTo>
                      <a:pt x="111" y="0"/>
                    </a:lnTo>
                    <a:moveTo>
                      <a:pt x="314" y="0"/>
                    </a:moveTo>
                    <a:lnTo>
                      <a:pt x="314" y="0"/>
                    </a:lnTo>
                    <a:moveTo>
                      <a:pt x="105" y="0"/>
                    </a:moveTo>
                    <a:lnTo>
                      <a:pt x="105" y="0"/>
                    </a:lnTo>
                    <a:lnTo>
                      <a:pt x="111" y="0"/>
                    </a:lnTo>
                    <a:cubicBezTo>
                      <a:pt x="105" y="0"/>
                      <a:pt x="105" y="0"/>
                      <a:pt x="105" y="0"/>
                    </a:cubicBezTo>
                    <a:moveTo>
                      <a:pt x="321" y="0"/>
                    </a:moveTo>
                    <a:lnTo>
                      <a:pt x="321" y="0"/>
                    </a:lnTo>
                    <a:moveTo>
                      <a:pt x="99" y="0"/>
                    </a:moveTo>
                    <a:lnTo>
                      <a:pt x="99" y="0"/>
                    </a:lnTo>
                    <a:moveTo>
                      <a:pt x="326" y="0"/>
                    </a:moveTo>
                    <a:lnTo>
                      <a:pt x="326" y="0"/>
                    </a:lnTo>
                    <a:moveTo>
                      <a:pt x="93" y="0"/>
                    </a:moveTo>
                    <a:lnTo>
                      <a:pt x="93" y="0"/>
                    </a:lnTo>
                    <a:moveTo>
                      <a:pt x="332" y="0"/>
                    </a:moveTo>
                    <a:lnTo>
                      <a:pt x="332" y="0"/>
                    </a:lnTo>
                    <a:moveTo>
                      <a:pt x="87" y="0"/>
                    </a:moveTo>
                    <a:lnTo>
                      <a:pt x="87" y="0"/>
                    </a:lnTo>
                    <a:moveTo>
                      <a:pt x="338" y="0"/>
                    </a:moveTo>
                    <a:lnTo>
                      <a:pt x="338" y="0"/>
                    </a:lnTo>
                    <a:moveTo>
                      <a:pt x="76" y="0"/>
                    </a:moveTo>
                    <a:lnTo>
                      <a:pt x="76" y="0"/>
                    </a:lnTo>
                    <a:lnTo>
                      <a:pt x="82" y="0"/>
                    </a:lnTo>
                    <a:lnTo>
                      <a:pt x="76" y="0"/>
                    </a:lnTo>
                    <a:moveTo>
                      <a:pt x="70" y="0"/>
                    </a:moveTo>
                    <a:lnTo>
                      <a:pt x="70" y="0"/>
                    </a:lnTo>
                    <a:lnTo>
                      <a:pt x="76" y="0"/>
                    </a:lnTo>
                    <a:lnTo>
                      <a:pt x="70" y="0"/>
                    </a:lnTo>
                    <a:moveTo>
                      <a:pt x="64" y="0"/>
                    </a:moveTo>
                    <a:lnTo>
                      <a:pt x="64" y="0"/>
                    </a:lnTo>
                    <a:moveTo>
                      <a:pt x="47" y="0"/>
                    </a:moveTo>
                    <a:lnTo>
                      <a:pt x="47" y="0"/>
                    </a:lnTo>
                    <a:moveTo>
                      <a:pt x="41" y="0"/>
                    </a:moveTo>
                    <a:lnTo>
                      <a:pt x="41" y="0"/>
                    </a:lnTo>
                    <a:moveTo>
                      <a:pt x="35" y="0"/>
                    </a:moveTo>
                    <a:lnTo>
                      <a:pt x="35" y="0"/>
                    </a:lnTo>
                    <a:moveTo>
                      <a:pt x="29" y="0"/>
                    </a:moveTo>
                    <a:lnTo>
                      <a:pt x="29" y="0"/>
                    </a:lnTo>
                    <a:moveTo>
                      <a:pt x="24" y="0"/>
                    </a:moveTo>
                    <a:lnTo>
                      <a:pt x="24" y="0"/>
                    </a:lnTo>
                    <a:moveTo>
                      <a:pt x="17" y="0"/>
                    </a:moveTo>
                    <a:lnTo>
                      <a:pt x="17" y="0"/>
                    </a:lnTo>
                    <a:moveTo>
                      <a:pt x="6" y="0"/>
                    </a:moveTo>
                    <a:lnTo>
                      <a:pt x="6" y="0"/>
                    </a:lnTo>
                    <a:lnTo>
                      <a:pt x="12" y="0"/>
                    </a:lnTo>
                    <a:cubicBezTo>
                      <a:pt x="6" y="0"/>
                      <a:pt x="6" y="0"/>
                      <a:pt x="6" y="0"/>
                    </a:cubicBezTo>
                    <a:moveTo>
                      <a:pt x="0" y="0"/>
                    </a:moveTo>
                    <a:lnTo>
                      <a:pt x="0" y="0"/>
                    </a:lnTo>
                    <a:close/>
                  </a:path>
                </a:pathLst>
              </a:custGeom>
              <a:solidFill>
                <a:schemeClr val="accent3"/>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6" name="Google Shape;506;p23"/>
              <p:cNvSpPr/>
              <p:nvPr/>
            </p:nvSpPr>
            <p:spPr>
              <a:xfrm>
                <a:off x="-4369679" y="4325710"/>
                <a:ext cx="1007028" cy="120450"/>
              </a:xfrm>
              <a:custGeom>
                <a:rect b="b" l="l" r="r" t="t"/>
                <a:pathLst>
                  <a:path extrusionOk="0" h="710" w="5936">
                    <a:moveTo>
                      <a:pt x="0" y="0"/>
                    </a:moveTo>
                    <a:lnTo>
                      <a:pt x="0" y="0"/>
                    </a:lnTo>
                    <a:cubicBezTo>
                      <a:pt x="0" y="139"/>
                      <a:pt x="0" y="139"/>
                      <a:pt x="0" y="139"/>
                    </a:cubicBezTo>
                    <a:cubicBezTo>
                      <a:pt x="764" y="472"/>
                      <a:pt x="1841" y="687"/>
                      <a:pt x="3041" y="710"/>
                    </a:cubicBezTo>
                    <a:lnTo>
                      <a:pt x="3041" y="710"/>
                    </a:lnTo>
                    <a:cubicBezTo>
                      <a:pt x="3047" y="710"/>
                      <a:pt x="3047" y="710"/>
                      <a:pt x="3047" y="710"/>
                    </a:cubicBezTo>
                    <a:lnTo>
                      <a:pt x="3053" y="710"/>
                    </a:lnTo>
                    <a:lnTo>
                      <a:pt x="3058" y="710"/>
                    </a:lnTo>
                    <a:lnTo>
                      <a:pt x="3058" y="710"/>
                    </a:lnTo>
                    <a:lnTo>
                      <a:pt x="3065" y="710"/>
                    </a:lnTo>
                    <a:lnTo>
                      <a:pt x="3065" y="710"/>
                    </a:lnTo>
                    <a:lnTo>
                      <a:pt x="3070" y="710"/>
                    </a:lnTo>
                    <a:lnTo>
                      <a:pt x="3070" y="710"/>
                    </a:lnTo>
                    <a:lnTo>
                      <a:pt x="3076" y="710"/>
                    </a:lnTo>
                    <a:lnTo>
                      <a:pt x="3076" y="710"/>
                    </a:lnTo>
                    <a:lnTo>
                      <a:pt x="3082" y="710"/>
                    </a:lnTo>
                    <a:lnTo>
                      <a:pt x="3082" y="710"/>
                    </a:lnTo>
                    <a:cubicBezTo>
                      <a:pt x="3088" y="710"/>
                      <a:pt x="3088" y="710"/>
                      <a:pt x="3088" y="710"/>
                    </a:cubicBezTo>
                    <a:lnTo>
                      <a:pt x="3088" y="710"/>
                    </a:lnTo>
                    <a:cubicBezTo>
                      <a:pt x="3094" y="710"/>
                      <a:pt x="3099" y="710"/>
                      <a:pt x="3105" y="710"/>
                    </a:cubicBezTo>
                    <a:lnTo>
                      <a:pt x="3105" y="710"/>
                    </a:lnTo>
                    <a:cubicBezTo>
                      <a:pt x="3111" y="710"/>
                      <a:pt x="3111" y="710"/>
                      <a:pt x="3111" y="710"/>
                    </a:cubicBezTo>
                    <a:lnTo>
                      <a:pt x="3117" y="710"/>
                    </a:lnTo>
                    <a:lnTo>
                      <a:pt x="3117" y="710"/>
                    </a:lnTo>
                    <a:lnTo>
                      <a:pt x="3123" y="710"/>
                    </a:lnTo>
                    <a:lnTo>
                      <a:pt x="3128" y="710"/>
                    </a:lnTo>
                    <a:lnTo>
                      <a:pt x="3128" y="710"/>
                    </a:lnTo>
                    <a:lnTo>
                      <a:pt x="3134" y="710"/>
                    </a:lnTo>
                    <a:lnTo>
                      <a:pt x="3134" y="710"/>
                    </a:lnTo>
                    <a:lnTo>
                      <a:pt x="3140" y="710"/>
                    </a:lnTo>
                    <a:lnTo>
                      <a:pt x="3140" y="710"/>
                    </a:lnTo>
                    <a:lnTo>
                      <a:pt x="3146" y="710"/>
                    </a:lnTo>
                    <a:lnTo>
                      <a:pt x="3152" y="710"/>
                    </a:lnTo>
                    <a:lnTo>
                      <a:pt x="3152" y="710"/>
                    </a:lnTo>
                    <a:lnTo>
                      <a:pt x="3157" y="710"/>
                    </a:lnTo>
                    <a:lnTo>
                      <a:pt x="3157" y="710"/>
                    </a:lnTo>
                    <a:lnTo>
                      <a:pt x="3164" y="710"/>
                    </a:lnTo>
                    <a:cubicBezTo>
                      <a:pt x="3164" y="710"/>
                      <a:pt x="3169" y="710"/>
                      <a:pt x="3175" y="710"/>
                    </a:cubicBezTo>
                    <a:lnTo>
                      <a:pt x="3181" y="710"/>
                    </a:lnTo>
                    <a:lnTo>
                      <a:pt x="3181" y="710"/>
                    </a:lnTo>
                    <a:lnTo>
                      <a:pt x="3187" y="710"/>
                    </a:lnTo>
                    <a:lnTo>
                      <a:pt x="3193" y="710"/>
                    </a:lnTo>
                    <a:lnTo>
                      <a:pt x="3193" y="710"/>
                    </a:lnTo>
                    <a:lnTo>
                      <a:pt x="3198" y="710"/>
                    </a:lnTo>
                    <a:lnTo>
                      <a:pt x="3198" y="710"/>
                    </a:lnTo>
                    <a:lnTo>
                      <a:pt x="3204" y="710"/>
                    </a:lnTo>
                    <a:lnTo>
                      <a:pt x="3204" y="710"/>
                    </a:lnTo>
                    <a:cubicBezTo>
                      <a:pt x="3210" y="710"/>
                      <a:pt x="3210" y="710"/>
                      <a:pt x="3210" y="710"/>
                    </a:cubicBezTo>
                    <a:lnTo>
                      <a:pt x="3216" y="710"/>
                    </a:lnTo>
                    <a:lnTo>
                      <a:pt x="3216" y="710"/>
                    </a:lnTo>
                    <a:lnTo>
                      <a:pt x="3222" y="710"/>
                    </a:lnTo>
                    <a:lnTo>
                      <a:pt x="3222" y="710"/>
                    </a:lnTo>
                    <a:cubicBezTo>
                      <a:pt x="3227" y="710"/>
                      <a:pt x="3227" y="710"/>
                      <a:pt x="3227" y="710"/>
                    </a:cubicBezTo>
                    <a:lnTo>
                      <a:pt x="3227" y="710"/>
                    </a:lnTo>
                    <a:cubicBezTo>
                      <a:pt x="3233" y="710"/>
                      <a:pt x="3233" y="710"/>
                      <a:pt x="3233" y="710"/>
                    </a:cubicBezTo>
                    <a:lnTo>
                      <a:pt x="3239" y="710"/>
                    </a:lnTo>
                    <a:lnTo>
                      <a:pt x="3239" y="710"/>
                    </a:lnTo>
                    <a:cubicBezTo>
                      <a:pt x="3245" y="710"/>
                      <a:pt x="3245" y="710"/>
                      <a:pt x="3245" y="710"/>
                    </a:cubicBezTo>
                    <a:lnTo>
                      <a:pt x="3251" y="710"/>
                    </a:lnTo>
                    <a:lnTo>
                      <a:pt x="3251" y="710"/>
                    </a:lnTo>
                    <a:lnTo>
                      <a:pt x="3251" y="710"/>
                    </a:lnTo>
                    <a:lnTo>
                      <a:pt x="3256" y="710"/>
                    </a:lnTo>
                    <a:lnTo>
                      <a:pt x="3263" y="710"/>
                    </a:lnTo>
                    <a:lnTo>
                      <a:pt x="3263" y="710"/>
                    </a:lnTo>
                    <a:cubicBezTo>
                      <a:pt x="3268" y="710"/>
                      <a:pt x="3268" y="710"/>
                      <a:pt x="3268" y="710"/>
                    </a:cubicBezTo>
                    <a:lnTo>
                      <a:pt x="3274" y="710"/>
                    </a:lnTo>
                    <a:lnTo>
                      <a:pt x="3274" y="710"/>
                    </a:lnTo>
                    <a:lnTo>
                      <a:pt x="3280" y="710"/>
                    </a:lnTo>
                    <a:lnTo>
                      <a:pt x="3280" y="710"/>
                    </a:lnTo>
                    <a:lnTo>
                      <a:pt x="3285" y="710"/>
                    </a:lnTo>
                    <a:lnTo>
                      <a:pt x="3285" y="710"/>
                    </a:lnTo>
                    <a:cubicBezTo>
                      <a:pt x="3292" y="710"/>
                      <a:pt x="3292" y="710"/>
                      <a:pt x="3292" y="710"/>
                    </a:cubicBezTo>
                    <a:lnTo>
                      <a:pt x="3297" y="710"/>
                    </a:lnTo>
                    <a:lnTo>
                      <a:pt x="3297" y="710"/>
                    </a:lnTo>
                    <a:lnTo>
                      <a:pt x="3303" y="710"/>
                    </a:lnTo>
                    <a:lnTo>
                      <a:pt x="3303" y="710"/>
                    </a:lnTo>
                    <a:cubicBezTo>
                      <a:pt x="3309" y="710"/>
                      <a:pt x="3309" y="710"/>
                      <a:pt x="3309" y="710"/>
                    </a:cubicBezTo>
                    <a:lnTo>
                      <a:pt x="3309" y="710"/>
                    </a:lnTo>
                    <a:cubicBezTo>
                      <a:pt x="3315" y="710"/>
                      <a:pt x="3315" y="710"/>
                      <a:pt x="3315" y="710"/>
                    </a:cubicBezTo>
                    <a:lnTo>
                      <a:pt x="3321" y="710"/>
                    </a:lnTo>
                    <a:cubicBezTo>
                      <a:pt x="3326" y="710"/>
                      <a:pt x="3332" y="710"/>
                      <a:pt x="3338" y="710"/>
                    </a:cubicBezTo>
                    <a:lnTo>
                      <a:pt x="3344" y="710"/>
                    </a:lnTo>
                    <a:lnTo>
                      <a:pt x="3344" y="710"/>
                    </a:lnTo>
                    <a:cubicBezTo>
                      <a:pt x="3350" y="710"/>
                      <a:pt x="3350" y="710"/>
                      <a:pt x="3350" y="710"/>
                    </a:cubicBezTo>
                    <a:lnTo>
                      <a:pt x="3355" y="710"/>
                    </a:lnTo>
                    <a:lnTo>
                      <a:pt x="3355" y="710"/>
                    </a:lnTo>
                    <a:lnTo>
                      <a:pt x="3362" y="710"/>
                    </a:lnTo>
                    <a:lnTo>
                      <a:pt x="3362" y="710"/>
                    </a:lnTo>
                    <a:lnTo>
                      <a:pt x="3367" y="710"/>
                    </a:lnTo>
                    <a:lnTo>
                      <a:pt x="3367" y="710"/>
                    </a:lnTo>
                    <a:lnTo>
                      <a:pt x="3373" y="710"/>
                    </a:lnTo>
                    <a:lnTo>
                      <a:pt x="3373" y="710"/>
                    </a:lnTo>
                    <a:cubicBezTo>
                      <a:pt x="3379" y="710"/>
                      <a:pt x="3379" y="710"/>
                      <a:pt x="3379" y="710"/>
                    </a:cubicBezTo>
                    <a:lnTo>
                      <a:pt x="3379" y="710"/>
                    </a:lnTo>
                    <a:cubicBezTo>
                      <a:pt x="4340" y="699"/>
                      <a:pt x="5225" y="565"/>
                      <a:pt x="5936" y="349"/>
                    </a:cubicBezTo>
                    <a:cubicBezTo>
                      <a:pt x="5861" y="373"/>
                      <a:pt x="5779" y="396"/>
                      <a:pt x="5692" y="419"/>
                    </a:cubicBezTo>
                    <a:cubicBezTo>
                      <a:pt x="5692" y="262"/>
                      <a:pt x="5692" y="262"/>
                      <a:pt x="5692" y="262"/>
                    </a:cubicBezTo>
                    <a:cubicBezTo>
                      <a:pt x="4993" y="436"/>
                      <a:pt x="4154" y="542"/>
                      <a:pt x="3251" y="542"/>
                    </a:cubicBezTo>
                    <a:cubicBezTo>
                      <a:pt x="1969" y="542"/>
                      <a:pt x="816" y="332"/>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507" name="Google Shape;507;p23"/>
              <p:cNvGrpSpPr/>
              <p:nvPr/>
            </p:nvGrpSpPr>
            <p:grpSpPr>
              <a:xfrm>
                <a:off x="-4566130" y="3552119"/>
                <a:ext cx="1496970" cy="894042"/>
                <a:chOff x="-4566130" y="3552119"/>
                <a:chExt cx="1496970" cy="894042"/>
              </a:xfrm>
            </p:grpSpPr>
            <p:sp>
              <p:nvSpPr>
                <p:cNvPr id="508" name="Google Shape;508;p23"/>
                <p:cNvSpPr/>
                <p:nvPr/>
              </p:nvSpPr>
              <p:spPr>
                <a:xfrm>
                  <a:off x="-4565282" y="3852564"/>
                  <a:ext cx="1494086" cy="593597"/>
                </a:xfrm>
                <a:custGeom>
                  <a:rect b="b" l="l" r="r" t="t"/>
                  <a:pathLst>
                    <a:path extrusionOk="0" h="3499" w="8807">
                      <a:moveTo>
                        <a:pt x="8807" y="1752"/>
                      </a:moveTo>
                      <a:lnTo>
                        <a:pt x="8807" y="1752"/>
                      </a:lnTo>
                      <a:cubicBezTo>
                        <a:pt x="8807" y="2719"/>
                        <a:pt x="6839" y="3499"/>
                        <a:pt x="4404" y="3499"/>
                      </a:cubicBezTo>
                      <a:cubicBezTo>
                        <a:pt x="1969" y="3499"/>
                        <a:pt x="0" y="2719"/>
                        <a:pt x="0" y="1752"/>
                      </a:cubicBezTo>
                      <a:cubicBezTo>
                        <a:pt x="0" y="786"/>
                        <a:pt x="1969" y="0"/>
                        <a:pt x="4404" y="0"/>
                      </a:cubicBezTo>
                      <a:cubicBezTo>
                        <a:pt x="6839" y="0"/>
                        <a:pt x="8807" y="786"/>
                        <a:pt x="8807" y="1752"/>
                      </a:cubicBezTo>
                      <a:close/>
                    </a:path>
                  </a:pathLst>
                </a:custGeom>
                <a:solidFill>
                  <a:schemeClr val="accent3"/>
                </a:solidFill>
                <a:ln>
                  <a:noFill/>
                </a:ln>
                <a:effectLst>
                  <a:outerShdw blurRad="57150" rotWithShape="0" algn="bl" dir="5400000" dist="19050">
                    <a:srgbClr val="000000">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09" name="Google Shape;509;p23"/>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0" name="Google Shape;510;p23"/>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1" name="Google Shape;511;p23"/>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2" name="Google Shape;512;p23"/>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3" name="Google Shape;513;p23"/>
                <p:cNvSpPr/>
                <p:nvPr/>
              </p:nvSpPr>
              <p:spPr>
                <a:xfrm>
                  <a:off x="-3404049" y="4141982"/>
                  <a:ext cx="332848" cy="242935"/>
                </a:xfrm>
                <a:custGeom>
                  <a:rect b="b" l="l" r="r" t="t"/>
                  <a:pathLst>
                    <a:path extrusionOk="0" h="1432" w="1962">
                      <a:moveTo>
                        <a:pt x="1962" y="0"/>
                      </a:moveTo>
                      <a:lnTo>
                        <a:pt x="1962" y="0"/>
                      </a:lnTo>
                      <a:cubicBezTo>
                        <a:pt x="0" y="0"/>
                        <a:pt x="0" y="0"/>
                        <a:pt x="0" y="0"/>
                      </a:cubicBezTo>
                      <a:cubicBezTo>
                        <a:pt x="0" y="1345"/>
                        <a:pt x="0" y="1345"/>
                        <a:pt x="0" y="1345"/>
                      </a:cubicBezTo>
                      <a:cubicBezTo>
                        <a:pt x="949" y="1100"/>
                        <a:pt x="1648" y="728"/>
                        <a:pt x="1922" y="285"/>
                      </a:cubicBezTo>
                      <a:lnTo>
                        <a:pt x="1922" y="285"/>
                      </a:lnTo>
                      <a:lnTo>
                        <a:pt x="1922" y="285"/>
                      </a:lnTo>
                      <a:cubicBezTo>
                        <a:pt x="1758" y="751"/>
                        <a:pt x="1135" y="1159"/>
                        <a:pt x="244" y="1432"/>
                      </a:cubicBezTo>
                      <a:cubicBezTo>
                        <a:pt x="1293" y="1112"/>
                        <a:pt x="1962" y="611"/>
                        <a:pt x="1962" y="46"/>
                      </a:cubicBezTo>
                      <a:cubicBezTo>
                        <a:pt x="1962" y="29"/>
                        <a:pt x="1962" y="11"/>
                        <a:pt x="196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4" name="Google Shape;514;p23"/>
                <p:cNvSpPr/>
                <p:nvPr/>
              </p:nvSpPr>
              <p:spPr>
                <a:xfrm>
                  <a:off x="-3404049" y="3849510"/>
                  <a:ext cx="334884" cy="292472"/>
                </a:xfrm>
                <a:custGeom>
                  <a:rect b="b" l="l" r="r" t="t"/>
                  <a:pathLst>
                    <a:path extrusionOk="0" h="1724" w="1974">
                      <a:moveTo>
                        <a:pt x="1974" y="0"/>
                      </a:moveTo>
                      <a:lnTo>
                        <a:pt x="1974" y="0"/>
                      </a:lnTo>
                      <a:cubicBezTo>
                        <a:pt x="1962" y="0"/>
                        <a:pt x="1962" y="0"/>
                        <a:pt x="1962" y="0"/>
                      </a:cubicBezTo>
                      <a:cubicBezTo>
                        <a:pt x="1951" y="600"/>
                        <a:pt x="1170" y="1130"/>
                        <a:pt x="0" y="1438"/>
                      </a:cubicBezTo>
                      <a:cubicBezTo>
                        <a:pt x="0" y="1724"/>
                        <a:pt x="0" y="1724"/>
                        <a:pt x="0" y="1724"/>
                      </a:cubicBezTo>
                      <a:cubicBezTo>
                        <a:pt x="1962" y="1724"/>
                        <a:pt x="1962" y="1724"/>
                        <a:pt x="1962" y="1724"/>
                      </a:cubicBezTo>
                      <a:lnTo>
                        <a:pt x="1962" y="1724"/>
                      </a:lnTo>
                      <a:cubicBezTo>
                        <a:pt x="1974" y="1724"/>
                        <a:pt x="1974" y="1724"/>
                        <a:pt x="1974" y="1724"/>
                      </a:cubicBezTo>
                      <a:cubicBezTo>
                        <a:pt x="1974" y="0"/>
                        <a:pt x="1974" y="0"/>
                        <a:pt x="197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5" name="Google Shape;515;p23"/>
                <p:cNvSpPr/>
                <p:nvPr/>
              </p:nvSpPr>
              <p:spPr>
                <a:xfrm>
                  <a:off x="-4566130" y="3849510"/>
                  <a:ext cx="30537" cy="383234"/>
                </a:xfrm>
                <a:custGeom>
                  <a:rect b="b" l="l" r="r" t="t"/>
                  <a:pathLst>
                    <a:path extrusionOk="0" h="2259" w="180">
                      <a:moveTo>
                        <a:pt x="5" y="1758"/>
                      </a:moveTo>
                      <a:lnTo>
                        <a:pt x="5" y="1758"/>
                      </a:lnTo>
                      <a:cubicBezTo>
                        <a:pt x="5" y="1758"/>
                        <a:pt x="5" y="1764"/>
                        <a:pt x="5" y="1770"/>
                      </a:cubicBezTo>
                      <a:cubicBezTo>
                        <a:pt x="5" y="1939"/>
                        <a:pt x="63" y="2102"/>
                        <a:pt x="180" y="2259"/>
                      </a:cubicBezTo>
                      <a:cubicBezTo>
                        <a:pt x="63" y="2108"/>
                        <a:pt x="5" y="1939"/>
                        <a:pt x="5" y="1770"/>
                      </a:cubicBezTo>
                      <a:cubicBezTo>
                        <a:pt x="5" y="1764"/>
                        <a:pt x="5" y="1758"/>
                        <a:pt x="5" y="1758"/>
                      </a:cubicBezTo>
                      <a:moveTo>
                        <a:pt x="5" y="0"/>
                      </a:moveTo>
                      <a:lnTo>
                        <a:pt x="5" y="0"/>
                      </a:lnTo>
                      <a:cubicBezTo>
                        <a:pt x="0" y="0"/>
                        <a:pt x="0" y="0"/>
                        <a:pt x="0" y="0"/>
                      </a:cubicBezTo>
                      <a:cubicBezTo>
                        <a:pt x="0" y="1724"/>
                        <a:pt x="0" y="1724"/>
                        <a:pt x="0" y="1724"/>
                      </a:cubicBezTo>
                      <a:lnTo>
                        <a:pt x="0" y="1724"/>
                      </a:lnTo>
                      <a:cubicBezTo>
                        <a:pt x="0" y="0"/>
                        <a:pt x="0" y="0"/>
                        <a:pt x="0" y="0"/>
                      </a:cubicBezTo>
                      <a:cubicBezTo>
                        <a:pt x="5" y="0"/>
                        <a:pt x="5" y="0"/>
                        <a:pt x="5" y="0"/>
                      </a:cubicBez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6" name="Google Shape;516;p23"/>
                <p:cNvSpPr/>
                <p:nvPr/>
              </p:nvSpPr>
              <p:spPr>
                <a:xfrm>
                  <a:off x="-4565282" y="4141982"/>
                  <a:ext cx="195604" cy="207309"/>
                </a:xfrm>
                <a:custGeom>
                  <a:rect b="b" l="l" r="r" t="t"/>
                  <a:pathLst>
                    <a:path extrusionOk="0" h="1222" w="1153">
                      <a:moveTo>
                        <a:pt x="1153" y="0"/>
                      </a:moveTo>
                      <a:lnTo>
                        <a:pt x="1153" y="0"/>
                      </a:lnTo>
                      <a:cubicBezTo>
                        <a:pt x="0" y="0"/>
                        <a:pt x="0" y="0"/>
                        <a:pt x="0" y="0"/>
                      </a:cubicBezTo>
                      <a:cubicBezTo>
                        <a:pt x="0" y="11"/>
                        <a:pt x="0" y="22"/>
                        <a:pt x="0" y="34"/>
                      </a:cubicBezTo>
                      <a:cubicBezTo>
                        <a:pt x="0" y="34"/>
                        <a:pt x="0" y="40"/>
                        <a:pt x="0" y="46"/>
                      </a:cubicBezTo>
                      <a:cubicBezTo>
                        <a:pt x="0" y="215"/>
                        <a:pt x="58" y="384"/>
                        <a:pt x="175" y="535"/>
                      </a:cubicBezTo>
                      <a:cubicBezTo>
                        <a:pt x="367" y="797"/>
                        <a:pt x="705" y="1030"/>
                        <a:pt x="1153" y="1222"/>
                      </a:cubicBezTo>
                      <a:lnTo>
                        <a:pt x="1153" y="1222"/>
                      </a:lnTo>
                      <a:cubicBezTo>
                        <a:pt x="565" y="972"/>
                        <a:pt x="169" y="646"/>
                        <a:pt x="41" y="285"/>
                      </a:cubicBezTo>
                      <a:cubicBezTo>
                        <a:pt x="227" y="588"/>
                        <a:pt x="618" y="861"/>
                        <a:pt x="1153" y="1083"/>
                      </a:cubicBezTo>
                      <a:cubicBezTo>
                        <a:pt x="1153" y="0"/>
                        <a:pt x="1153" y="0"/>
                        <a:pt x="115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7" name="Google Shape;517;p23"/>
                <p:cNvSpPr/>
                <p:nvPr/>
              </p:nvSpPr>
              <p:spPr>
                <a:xfrm>
                  <a:off x="-4566130" y="3849510"/>
                  <a:ext cx="196452" cy="292472"/>
                </a:xfrm>
                <a:custGeom>
                  <a:rect b="b" l="l" r="r" t="t"/>
                  <a:pathLst>
                    <a:path extrusionOk="0" h="1724" w="1158">
                      <a:moveTo>
                        <a:pt x="5" y="0"/>
                      </a:moveTo>
                      <a:lnTo>
                        <a:pt x="5" y="0"/>
                      </a:lnTo>
                      <a:cubicBezTo>
                        <a:pt x="0" y="0"/>
                        <a:pt x="0" y="0"/>
                        <a:pt x="0" y="0"/>
                      </a:cubicBezTo>
                      <a:cubicBezTo>
                        <a:pt x="0" y="1724"/>
                        <a:pt x="0" y="1724"/>
                        <a:pt x="0" y="1724"/>
                      </a:cubicBezTo>
                      <a:cubicBezTo>
                        <a:pt x="5" y="1724"/>
                        <a:pt x="5" y="1724"/>
                        <a:pt x="5" y="1724"/>
                      </a:cubicBezTo>
                      <a:lnTo>
                        <a:pt x="5" y="1724"/>
                      </a:lnTo>
                      <a:cubicBezTo>
                        <a:pt x="1158" y="1724"/>
                        <a:pt x="1158" y="1724"/>
                        <a:pt x="1158" y="1724"/>
                      </a:cubicBezTo>
                      <a:cubicBezTo>
                        <a:pt x="1158" y="1165"/>
                        <a:pt x="1158" y="1165"/>
                        <a:pt x="1158" y="1165"/>
                      </a:cubicBezTo>
                      <a:cubicBezTo>
                        <a:pt x="448" y="857"/>
                        <a:pt x="17" y="448"/>
                        <a:pt x="5"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8" name="Google Shape;518;p23"/>
                <p:cNvSpPr/>
                <p:nvPr/>
              </p:nvSpPr>
              <p:spPr>
                <a:xfrm>
                  <a:off x="-3404049" y="4190332"/>
                  <a:ext cx="326062" cy="206461"/>
                </a:xfrm>
                <a:custGeom>
                  <a:rect b="b" l="l" r="r" t="t"/>
                  <a:pathLst>
                    <a:path extrusionOk="0" h="1217" w="1922">
                      <a:moveTo>
                        <a:pt x="1922" y="0"/>
                      </a:moveTo>
                      <a:lnTo>
                        <a:pt x="1922" y="0"/>
                      </a:lnTo>
                      <a:cubicBezTo>
                        <a:pt x="1648" y="443"/>
                        <a:pt x="949" y="815"/>
                        <a:pt x="0" y="1060"/>
                      </a:cubicBezTo>
                      <a:cubicBezTo>
                        <a:pt x="0" y="1217"/>
                        <a:pt x="0" y="1217"/>
                        <a:pt x="0" y="1217"/>
                      </a:cubicBezTo>
                      <a:cubicBezTo>
                        <a:pt x="87" y="1194"/>
                        <a:pt x="169" y="1171"/>
                        <a:pt x="244" y="1147"/>
                      </a:cubicBezTo>
                      <a:cubicBezTo>
                        <a:pt x="1135" y="874"/>
                        <a:pt x="1758" y="466"/>
                        <a:pt x="192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19" name="Google Shape;519;p23"/>
                <p:cNvSpPr/>
                <p:nvPr/>
              </p:nvSpPr>
              <p:spPr>
                <a:xfrm>
                  <a:off x="-4558326" y="4190332"/>
                  <a:ext cx="188648" cy="158960"/>
                </a:xfrm>
                <a:custGeom>
                  <a:rect b="b" l="l" r="r" t="t"/>
                  <a:pathLst>
                    <a:path extrusionOk="0" h="937" w="1112">
                      <a:moveTo>
                        <a:pt x="0" y="0"/>
                      </a:moveTo>
                      <a:lnTo>
                        <a:pt x="0" y="0"/>
                      </a:lnTo>
                      <a:cubicBezTo>
                        <a:pt x="128" y="361"/>
                        <a:pt x="524" y="687"/>
                        <a:pt x="1112" y="937"/>
                      </a:cubicBezTo>
                      <a:cubicBezTo>
                        <a:pt x="1112" y="798"/>
                        <a:pt x="1112" y="798"/>
                        <a:pt x="1112" y="798"/>
                      </a:cubicBezTo>
                      <a:cubicBezTo>
                        <a:pt x="577" y="576"/>
                        <a:pt x="186"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0" name="Google Shape;520;p23"/>
                <p:cNvSpPr/>
                <p:nvPr/>
              </p:nvSpPr>
              <p:spPr>
                <a:xfrm>
                  <a:off x="-4565282" y="3552119"/>
                  <a:ext cx="1494086" cy="590713"/>
                </a:xfrm>
                <a:custGeom>
                  <a:rect b="b" l="l" r="r" t="t"/>
                  <a:pathLst>
                    <a:path extrusionOk="0" h="3482" w="8807">
                      <a:moveTo>
                        <a:pt x="5126" y="5"/>
                      </a:moveTo>
                      <a:lnTo>
                        <a:pt x="5126" y="5"/>
                      </a:lnTo>
                      <a:cubicBezTo>
                        <a:pt x="5126" y="407"/>
                        <a:pt x="5126" y="407"/>
                        <a:pt x="5126" y="407"/>
                      </a:cubicBezTo>
                      <a:cubicBezTo>
                        <a:pt x="4888" y="390"/>
                        <a:pt x="4648" y="384"/>
                        <a:pt x="4404" y="384"/>
                      </a:cubicBezTo>
                      <a:cubicBezTo>
                        <a:pt x="4218" y="384"/>
                        <a:pt x="4031" y="390"/>
                        <a:pt x="3850" y="396"/>
                      </a:cubicBezTo>
                      <a:cubicBezTo>
                        <a:pt x="3850" y="0"/>
                        <a:pt x="3850" y="0"/>
                        <a:pt x="3850" y="0"/>
                      </a:cubicBezTo>
                      <a:cubicBezTo>
                        <a:pt x="1678" y="104"/>
                        <a:pt x="0" y="844"/>
                        <a:pt x="0" y="1736"/>
                      </a:cubicBezTo>
                      <a:cubicBezTo>
                        <a:pt x="0" y="2702"/>
                        <a:pt x="1969" y="3482"/>
                        <a:pt x="4404" y="3482"/>
                      </a:cubicBezTo>
                      <a:cubicBezTo>
                        <a:pt x="6839" y="3482"/>
                        <a:pt x="8807" y="2702"/>
                        <a:pt x="8807" y="1736"/>
                      </a:cubicBezTo>
                      <a:cubicBezTo>
                        <a:pt x="8807" y="868"/>
                        <a:pt x="7217" y="145"/>
                        <a:pt x="5126" y="5"/>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1" name="Google Shape;521;p23"/>
                <p:cNvSpPr/>
                <p:nvPr/>
              </p:nvSpPr>
              <p:spPr>
                <a:xfrm>
                  <a:off x="-3882453" y="4141982"/>
                  <a:ext cx="128423" cy="848"/>
                </a:xfrm>
                <a:custGeom>
                  <a:rect b="b" l="l" r="r" t="t"/>
                  <a:pathLst>
                    <a:path extrusionOk="0" h="5" w="757">
                      <a:moveTo>
                        <a:pt x="373" y="5"/>
                      </a:moveTo>
                      <a:lnTo>
                        <a:pt x="373" y="5"/>
                      </a:lnTo>
                      <a:lnTo>
                        <a:pt x="379" y="5"/>
                      </a:lnTo>
                      <a:lnTo>
                        <a:pt x="373" y="5"/>
                      </a:lnTo>
                      <a:moveTo>
                        <a:pt x="384" y="5"/>
                      </a:moveTo>
                      <a:lnTo>
                        <a:pt x="384" y="5"/>
                      </a:lnTo>
                      <a:lnTo>
                        <a:pt x="379" y="5"/>
                      </a:lnTo>
                      <a:lnTo>
                        <a:pt x="384" y="5"/>
                      </a:lnTo>
                      <a:moveTo>
                        <a:pt x="367" y="5"/>
                      </a:moveTo>
                      <a:lnTo>
                        <a:pt x="367" y="5"/>
                      </a:lnTo>
                      <a:moveTo>
                        <a:pt x="391" y="5"/>
                      </a:moveTo>
                      <a:lnTo>
                        <a:pt x="391" y="5"/>
                      </a:lnTo>
                      <a:moveTo>
                        <a:pt x="355" y="5"/>
                      </a:moveTo>
                      <a:lnTo>
                        <a:pt x="355" y="5"/>
                      </a:lnTo>
                      <a:cubicBezTo>
                        <a:pt x="361" y="5"/>
                        <a:pt x="361" y="5"/>
                        <a:pt x="361" y="5"/>
                      </a:cubicBezTo>
                      <a:lnTo>
                        <a:pt x="355" y="5"/>
                      </a:lnTo>
                      <a:moveTo>
                        <a:pt x="402" y="5"/>
                      </a:moveTo>
                      <a:lnTo>
                        <a:pt x="402" y="5"/>
                      </a:lnTo>
                      <a:cubicBezTo>
                        <a:pt x="396" y="5"/>
                        <a:pt x="396" y="5"/>
                        <a:pt x="396" y="5"/>
                      </a:cubicBezTo>
                      <a:lnTo>
                        <a:pt x="402" y="5"/>
                      </a:lnTo>
                      <a:moveTo>
                        <a:pt x="408" y="5"/>
                      </a:moveTo>
                      <a:lnTo>
                        <a:pt x="408" y="5"/>
                      </a:lnTo>
                      <a:cubicBezTo>
                        <a:pt x="402" y="5"/>
                        <a:pt x="402" y="5"/>
                        <a:pt x="402" y="5"/>
                      </a:cubicBezTo>
                      <a:lnTo>
                        <a:pt x="408" y="5"/>
                      </a:lnTo>
                      <a:moveTo>
                        <a:pt x="350" y="5"/>
                      </a:moveTo>
                      <a:lnTo>
                        <a:pt x="350" y="5"/>
                      </a:lnTo>
                      <a:cubicBezTo>
                        <a:pt x="355" y="5"/>
                        <a:pt x="355" y="5"/>
                        <a:pt x="355" y="5"/>
                      </a:cubicBezTo>
                      <a:lnTo>
                        <a:pt x="350" y="5"/>
                      </a:lnTo>
                      <a:moveTo>
                        <a:pt x="413" y="5"/>
                      </a:moveTo>
                      <a:lnTo>
                        <a:pt x="413" y="5"/>
                      </a:lnTo>
                      <a:lnTo>
                        <a:pt x="408" y="5"/>
                      </a:lnTo>
                      <a:lnTo>
                        <a:pt x="413" y="5"/>
                      </a:lnTo>
                      <a:moveTo>
                        <a:pt x="344" y="5"/>
                      </a:moveTo>
                      <a:lnTo>
                        <a:pt x="344" y="5"/>
                      </a:lnTo>
                      <a:lnTo>
                        <a:pt x="350" y="5"/>
                      </a:lnTo>
                      <a:lnTo>
                        <a:pt x="344" y="5"/>
                      </a:lnTo>
                      <a:moveTo>
                        <a:pt x="420" y="5"/>
                      </a:moveTo>
                      <a:lnTo>
                        <a:pt x="420" y="5"/>
                      </a:lnTo>
                      <a:lnTo>
                        <a:pt x="413" y="5"/>
                      </a:lnTo>
                      <a:cubicBezTo>
                        <a:pt x="420" y="5"/>
                        <a:pt x="420" y="5"/>
                        <a:pt x="420" y="5"/>
                      </a:cubicBezTo>
                      <a:moveTo>
                        <a:pt x="338" y="5"/>
                      </a:moveTo>
                      <a:lnTo>
                        <a:pt x="338" y="5"/>
                      </a:lnTo>
                      <a:lnTo>
                        <a:pt x="344" y="5"/>
                      </a:lnTo>
                      <a:cubicBezTo>
                        <a:pt x="338" y="5"/>
                        <a:pt x="338" y="5"/>
                        <a:pt x="338" y="5"/>
                      </a:cubicBezTo>
                      <a:moveTo>
                        <a:pt x="425" y="5"/>
                      </a:moveTo>
                      <a:lnTo>
                        <a:pt x="425" y="5"/>
                      </a:lnTo>
                      <a:moveTo>
                        <a:pt x="332" y="5"/>
                      </a:moveTo>
                      <a:lnTo>
                        <a:pt x="332" y="5"/>
                      </a:lnTo>
                      <a:moveTo>
                        <a:pt x="326" y="5"/>
                      </a:moveTo>
                      <a:lnTo>
                        <a:pt x="326" y="5"/>
                      </a:lnTo>
                      <a:moveTo>
                        <a:pt x="431" y="5"/>
                      </a:moveTo>
                      <a:lnTo>
                        <a:pt x="431" y="5"/>
                      </a:lnTo>
                      <a:moveTo>
                        <a:pt x="443" y="5"/>
                      </a:moveTo>
                      <a:lnTo>
                        <a:pt x="443" y="5"/>
                      </a:lnTo>
                      <a:cubicBezTo>
                        <a:pt x="437" y="5"/>
                        <a:pt x="437" y="5"/>
                        <a:pt x="437" y="5"/>
                      </a:cubicBezTo>
                      <a:lnTo>
                        <a:pt x="443" y="5"/>
                      </a:lnTo>
                      <a:moveTo>
                        <a:pt x="315" y="5"/>
                      </a:moveTo>
                      <a:lnTo>
                        <a:pt x="315" y="5"/>
                      </a:lnTo>
                      <a:cubicBezTo>
                        <a:pt x="321" y="5"/>
                        <a:pt x="321" y="5"/>
                        <a:pt x="321" y="5"/>
                      </a:cubicBezTo>
                      <a:lnTo>
                        <a:pt x="315" y="5"/>
                      </a:lnTo>
                      <a:moveTo>
                        <a:pt x="449" y="5"/>
                      </a:moveTo>
                      <a:lnTo>
                        <a:pt x="449" y="5"/>
                      </a:lnTo>
                      <a:lnTo>
                        <a:pt x="443" y="5"/>
                      </a:lnTo>
                      <a:lnTo>
                        <a:pt x="449" y="5"/>
                      </a:lnTo>
                      <a:moveTo>
                        <a:pt x="309" y="5"/>
                      </a:moveTo>
                      <a:lnTo>
                        <a:pt x="309" y="5"/>
                      </a:lnTo>
                      <a:lnTo>
                        <a:pt x="315" y="5"/>
                      </a:lnTo>
                      <a:lnTo>
                        <a:pt x="309" y="5"/>
                      </a:lnTo>
                      <a:moveTo>
                        <a:pt x="297" y="5"/>
                      </a:moveTo>
                      <a:lnTo>
                        <a:pt x="297" y="5"/>
                      </a:lnTo>
                      <a:cubicBezTo>
                        <a:pt x="297" y="5"/>
                        <a:pt x="303" y="5"/>
                        <a:pt x="309" y="5"/>
                      </a:cubicBezTo>
                      <a:cubicBezTo>
                        <a:pt x="303" y="5"/>
                        <a:pt x="297" y="5"/>
                        <a:pt x="297" y="5"/>
                      </a:cubicBezTo>
                      <a:moveTo>
                        <a:pt x="460" y="5"/>
                      </a:moveTo>
                      <a:lnTo>
                        <a:pt x="460" y="5"/>
                      </a:lnTo>
                      <a:cubicBezTo>
                        <a:pt x="460" y="5"/>
                        <a:pt x="454" y="5"/>
                        <a:pt x="449" y="5"/>
                      </a:cubicBezTo>
                      <a:cubicBezTo>
                        <a:pt x="454" y="5"/>
                        <a:pt x="460" y="5"/>
                        <a:pt x="460" y="5"/>
                      </a:cubicBezTo>
                      <a:moveTo>
                        <a:pt x="472" y="5"/>
                      </a:moveTo>
                      <a:lnTo>
                        <a:pt x="472" y="5"/>
                      </a:lnTo>
                      <a:lnTo>
                        <a:pt x="466" y="5"/>
                      </a:lnTo>
                      <a:lnTo>
                        <a:pt x="472" y="5"/>
                      </a:lnTo>
                      <a:moveTo>
                        <a:pt x="285" y="5"/>
                      </a:moveTo>
                      <a:lnTo>
                        <a:pt x="285" y="5"/>
                      </a:lnTo>
                      <a:lnTo>
                        <a:pt x="292" y="5"/>
                      </a:lnTo>
                      <a:lnTo>
                        <a:pt x="285" y="5"/>
                      </a:lnTo>
                      <a:moveTo>
                        <a:pt x="478" y="5"/>
                      </a:moveTo>
                      <a:lnTo>
                        <a:pt x="478" y="5"/>
                      </a:lnTo>
                      <a:lnTo>
                        <a:pt x="472" y="5"/>
                      </a:lnTo>
                      <a:lnTo>
                        <a:pt x="478" y="5"/>
                      </a:lnTo>
                      <a:moveTo>
                        <a:pt x="280" y="5"/>
                      </a:moveTo>
                      <a:lnTo>
                        <a:pt x="280" y="5"/>
                      </a:lnTo>
                      <a:lnTo>
                        <a:pt x="285" y="5"/>
                      </a:lnTo>
                      <a:lnTo>
                        <a:pt x="280" y="5"/>
                      </a:lnTo>
                      <a:moveTo>
                        <a:pt x="483" y="5"/>
                      </a:moveTo>
                      <a:lnTo>
                        <a:pt x="483" y="5"/>
                      </a:lnTo>
                      <a:lnTo>
                        <a:pt x="478" y="5"/>
                      </a:lnTo>
                      <a:cubicBezTo>
                        <a:pt x="483" y="5"/>
                        <a:pt x="483" y="5"/>
                        <a:pt x="483" y="5"/>
                      </a:cubicBezTo>
                      <a:moveTo>
                        <a:pt x="274" y="5"/>
                      </a:moveTo>
                      <a:lnTo>
                        <a:pt x="274" y="5"/>
                      </a:lnTo>
                      <a:lnTo>
                        <a:pt x="280" y="5"/>
                      </a:lnTo>
                      <a:cubicBezTo>
                        <a:pt x="274" y="5"/>
                        <a:pt x="274" y="5"/>
                        <a:pt x="274" y="5"/>
                      </a:cubicBezTo>
                      <a:moveTo>
                        <a:pt x="268" y="5"/>
                      </a:moveTo>
                      <a:lnTo>
                        <a:pt x="268" y="5"/>
                      </a:lnTo>
                      <a:moveTo>
                        <a:pt x="490" y="5"/>
                      </a:moveTo>
                      <a:lnTo>
                        <a:pt x="490" y="5"/>
                      </a:lnTo>
                      <a:moveTo>
                        <a:pt x="501" y="5"/>
                      </a:moveTo>
                      <a:lnTo>
                        <a:pt x="501" y="5"/>
                      </a:lnTo>
                      <a:cubicBezTo>
                        <a:pt x="495" y="5"/>
                        <a:pt x="495" y="5"/>
                        <a:pt x="495" y="5"/>
                      </a:cubicBezTo>
                      <a:lnTo>
                        <a:pt x="501" y="5"/>
                      </a:lnTo>
                      <a:moveTo>
                        <a:pt x="256" y="5"/>
                      </a:moveTo>
                      <a:lnTo>
                        <a:pt x="256" y="5"/>
                      </a:lnTo>
                      <a:cubicBezTo>
                        <a:pt x="262" y="5"/>
                        <a:pt x="262" y="5"/>
                        <a:pt x="262" y="5"/>
                      </a:cubicBezTo>
                      <a:lnTo>
                        <a:pt x="256" y="5"/>
                      </a:lnTo>
                      <a:moveTo>
                        <a:pt x="507" y="5"/>
                      </a:moveTo>
                      <a:lnTo>
                        <a:pt x="507" y="5"/>
                      </a:lnTo>
                      <a:cubicBezTo>
                        <a:pt x="501" y="5"/>
                        <a:pt x="501" y="5"/>
                        <a:pt x="501" y="5"/>
                      </a:cubicBezTo>
                      <a:lnTo>
                        <a:pt x="507" y="5"/>
                      </a:lnTo>
                      <a:moveTo>
                        <a:pt x="251" y="5"/>
                      </a:moveTo>
                      <a:lnTo>
                        <a:pt x="251" y="5"/>
                      </a:lnTo>
                      <a:cubicBezTo>
                        <a:pt x="256" y="5"/>
                        <a:pt x="256" y="5"/>
                        <a:pt x="256" y="5"/>
                      </a:cubicBezTo>
                      <a:lnTo>
                        <a:pt x="251" y="5"/>
                      </a:lnTo>
                      <a:moveTo>
                        <a:pt x="513" y="5"/>
                      </a:moveTo>
                      <a:lnTo>
                        <a:pt x="513" y="5"/>
                      </a:lnTo>
                      <a:lnTo>
                        <a:pt x="507" y="5"/>
                      </a:lnTo>
                      <a:lnTo>
                        <a:pt x="513" y="5"/>
                      </a:lnTo>
                      <a:moveTo>
                        <a:pt x="245" y="5"/>
                      </a:moveTo>
                      <a:lnTo>
                        <a:pt x="245" y="5"/>
                      </a:lnTo>
                      <a:lnTo>
                        <a:pt x="251" y="5"/>
                      </a:lnTo>
                      <a:lnTo>
                        <a:pt x="245" y="5"/>
                      </a:lnTo>
                      <a:moveTo>
                        <a:pt x="519" y="5"/>
                      </a:moveTo>
                      <a:lnTo>
                        <a:pt x="519" y="5"/>
                      </a:lnTo>
                      <a:lnTo>
                        <a:pt x="513" y="5"/>
                      </a:lnTo>
                      <a:cubicBezTo>
                        <a:pt x="519" y="5"/>
                        <a:pt x="519" y="5"/>
                        <a:pt x="519" y="5"/>
                      </a:cubicBezTo>
                      <a:moveTo>
                        <a:pt x="239" y="5"/>
                      </a:moveTo>
                      <a:lnTo>
                        <a:pt x="239" y="5"/>
                      </a:lnTo>
                      <a:lnTo>
                        <a:pt x="245" y="5"/>
                      </a:lnTo>
                      <a:cubicBezTo>
                        <a:pt x="239" y="5"/>
                        <a:pt x="239" y="5"/>
                        <a:pt x="239" y="5"/>
                      </a:cubicBezTo>
                      <a:moveTo>
                        <a:pt x="524" y="5"/>
                      </a:moveTo>
                      <a:lnTo>
                        <a:pt x="524" y="5"/>
                      </a:lnTo>
                      <a:moveTo>
                        <a:pt x="233" y="5"/>
                      </a:moveTo>
                      <a:lnTo>
                        <a:pt x="233" y="5"/>
                      </a:lnTo>
                      <a:moveTo>
                        <a:pt x="536" y="5"/>
                      </a:moveTo>
                      <a:lnTo>
                        <a:pt x="536" y="5"/>
                      </a:lnTo>
                      <a:cubicBezTo>
                        <a:pt x="530" y="5"/>
                        <a:pt x="530" y="5"/>
                        <a:pt x="530" y="5"/>
                      </a:cubicBezTo>
                      <a:lnTo>
                        <a:pt x="536" y="5"/>
                      </a:lnTo>
                      <a:moveTo>
                        <a:pt x="222" y="5"/>
                      </a:moveTo>
                      <a:lnTo>
                        <a:pt x="222" y="5"/>
                      </a:lnTo>
                      <a:cubicBezTo>
                        <a:pt x="227" y="5"/>
                        <a:pt x="227" y="5"/>
                        <a:pt x="227" y="5"/>
                      </a:cubicBezTo>
                      <a:lnTo>
                        <a:pt x="222" y="5"/>
                      </a:lnTo>
                      <a:moveTo>
                        <a:pt x="548" y="5"/>
                      </a:moveTo>
                      <a:lnTo>
                        <a:pt x="548" y="5"/>
                      </a:lnTo>
                      <a:cubicBezTo>
                        <a:pt x="542" y="5"/>
                        <a:pt x="542" y="5"/>
                        <a:pt x="536" y="5"/>
                      </a:cubicBezTo>
                      <a:cubicBezTo>
                        <a:pt x="542" y="5"/>
                        <a:pt x="542" y="5"/>
                        <a:pt x="548" y="5"/>
                      </a:cubicBezTo>
                      <a:moveTo>
                        <a:pt x="210" y="5"/>
                      </a:moveTo>
                      <a:lnTo>
                        <a:pt x="210" y="5"/>
                      </a:lnTo>
                      <a:cubicBezTo>
                        <a:pt x="216" y="5"/>
                        <a:pt x="216" y="5"/>
                        <a:pt x="222" y="5"/>
                      </a:cubicBezTo>
                      <a:cubicBezTo>
                        <a:pt x="216" y="5"/>
                        <a:pt x="216" y="5"/>
                        <a:pt x="210" y="5"/>
                      </a:cubicBezTo>
                      <a:moveTo>
                        <a:pt x="553" y="5"/>
                      </a:moveTo>
                      <a:lnTo>
                        <a:pt x="553" y="5"/>
                      </a:lnTo>
                      <a:moveTo>
                        <a:pt x="204" y="5"/>
                      </a:moveTo>
                      <a:lnTo>
                        <a:pt x="204" y="5"/>
                      </a:lnTo>
                      <a:moveTo>
                        <a:pt x="565" y="5"/>
                      </a:moveTo>
                      <a:lnTo>
                        <a:pt x="565" y="5"/>
                      </a:lnTo>
                      <a:cubicBezTo>
                        <a:pt x="559" y="5"/>
                        <a:pt x="559" y="5"/>
                        <a:pt x="559" y="5"/>
                      </a:cubicBezTo>
                      <a:lnTo>
                        <a:pt x="565" y="5"/>
                      </a:lnTo>
                      <a:moveTo>
                        <a:pt x="193" y="5"/>
                      </a:moveTo>
                      <a:lnTo>
                        <a:pt x="193" y="5"/>
                      </a:lnTo>
                      <a:cubicBezTo>
                        <a:pt x="198" y="5"/>
                        <a:pt x="198" y="5"/>
                        <a:pt x="198" y="5"/>
                      </a:cubicBezTo>
                      <a:lnTo>
                        <a:pt x="193" y="5"/>
                      </a:lnTo>
                      <a:moveTo>
                        <a:pt x="186" y="5"/>
                      </a:moveTo>
                      <a:lnTo>
                        <a:pt x="186" y="5"/>
                      </a:lnTo>
                      <a:cubicBezTo>
                        <a:pt x="193" y="5"/>
                        <a:pt x="193" y="5"/>
                        <a:pt x="193" y="5"/>
                      </a:cubicBezTo>
                      <a:lnTo>
                        <a:pt x="186" y="5"/>
                      </a:lnTo>
                      <a:moveTo>
                        <a:pt x="571" y="5"/>
                      </a:moveTo>
                      <a:lnTo>
                        <a:pt x="571" y="5"/>
                      </a:lnTo>
                      <a:cubicBezTo>
                        <a:pt x="565" y="5"/>
                        <a:pt x="565" y="5"/>
                        <a:pt x="565" y="5"/>
                      </a:cubicBezTo>
                      <a:lnTo>
                        <a:pt x="571" y="5"/>
                      </a:lnTo>
                      <a:moveTo>
                        <a:pt x="577" y="5"/>
                      </a:moveTo>
                      <a:lnTo>
                        <a:pt x="577" y="5"/>
                      </a:lnTo>
                      <a:lnTo>
                        <a:pt x="571" y="5"/>
                      </a:lnTo>
                      <a:lnTo>
                        <a:pt x="577" y="5"/>
                      </a:lnTo>
                      <a:moveTo>
                        <a:pt x="181" y="5"/>
                      </a:moveTo>
                      <a:lnTo>
                        <a:pt x="181" y="5"/>
                      </a:lnTo>
                      <a:lnTo>
                        <a:pt x="186" y="5"/>
                      </a:lnTo>
                      <a:lnTo>
                        <a:pt x="181" y="5"/>
                      </a:lnTo>
                      <a:moveTo>
                        <a:pt x="583" y="5"/>
                      </a:moveTo>
                      <a:lnTo>
                        <a:pt x="583" y="5"/>
                      </a:lnTo>
                      <a:lnTo>
                        <a:pt x="577" y="5"/>
                      </a:lnTo>
                      <a:cubicBezTo>
                        <a:pt x="583" y="5"/>
                        <a:pt x="583" y="5"/>
                        <a:pt x="583" y="5"/>
                      </a:cubicBezTo>
                      <a:moveTo>
                        <a:pt x="175" y="5"/>
                      </a:moveTo>
                      <a:lnTo>
                        <a:pt x="175" y="5"/>
                      </a:lnTo>
                      <a:lnTo>
                        <a:pt x="181" y="5"/>
                      </a:lnTo>
                      <a:cubicBezTo>
                        <a:pt x="175" y="5"/>
                        <a:pt x="175" y="5"/>
                        <a:pt x="175" y="5"/>
                      </a:cubicBezTo>
                      <a:moveTo>
                        <a:pt x="589" y="5"/>
                      </a:moveTo>
                      <a:lnTo>
                        <a:pt x="589" y="5"/>
                      </a:lnTo>
                      <a:lnTo>
                        <a:pt x="583" y="5"/>
                      </a:lnTo>
                      <a:cubicBezTo>
                        <a:pt x="589" y="5"/>
                        <a:pt x="589" y="5"/>
                        <a:pt x="589" y="5"/>
                      </a:cubicBezTo>
                      <a:moveTo>
                        <a:pt x="169" y="5"/>
                      </a:moveTo>
                      <a:lnTo>
                        <a:pt x="169" y="5"/>
                      </a:lnTo>
                      <a:lnTo>
                        <a:pt x="175" y="5"/>
                      </a:lnTo>
                      <a:cubicBezTo>
                        <a:pt x="169" y="5"/>
                        <a:pt x="169" y="5"/>
                        <a:pt x="169" y="5"/>
                      </a:cubicBezTo>
                      <a:moveTo>
                        <a:pt x="594" y="5"/>
                      </a:moveTo>
                      <a:lnTo>
                        <a:pt x="594" y="5"/>
                      </a:lnTo>
                      <a:moveTo>
                        <a:pt x="164" y="5"/>
                      </a:moveTo>
                      <a:lnTo>
                        <a:pt x="164" y="5"/>
                      </a:lnTo>
                      <a:moveTo>
                        <a:pt x="157" y="5"/>
                      </a:moveTo>
                      <a:lnTo>
                        <a:pt x="157" y="5"/>
                      </a:lnTo>
                      <a:moveTo>
                        <a:pt x="600" y="5"/>
                      </a:moveTo>
                      <a:lnTo>
                        <a:pt x="600" y="5"/>
                      </a:lnTo>
                      <a:moveTo>
                        <a:pt x="152" y="5"/>
                      </a:moveTo>
                      <a:lnTo>
                        <a:pt x="152" y="5"/>
                      </a:lnTo>
                      <a:moveTo>
                        <a:pt x="606" y="5"/>
                      </a:moveTo>
                      <a:lnTo>
                        <a:pt x="606" y="5"/>
                      </a:lnTo>
                      <a:moveTo>
                        <a:pt x="140" y="5"/>
                      </a:moveTo>
                      <a:lnTo>
                        <a:pt x="140" y="5"/>
                      </a:lnTo>
                      <a:cubicBezTo>
                        <a:pt x="146" y="5"/>
                        <a:pt x="146" y="5"/>
                        <a:pt x="146" y="5"/>
                      </a:cubicBezTo>
                      <a:lnTo>
                        <a:pt x="140" y="5"/>
                      </a:lnTo>
                      <a:moveTo>
                        <a:pt x="618" y="5"/>
                      </a:moveTo>
                      <a:lnTo>
                        <a:pt x="618" y="5"/>
                      </a:lnTo>
                      <a:cubicBezTo>
                        <a:pt x="612" y="5"/>
                        <a:pt x="612" y="5"/>
                        <a:pt x="612" y="5"/>
                      </a:cubicBezTo>
                      <a:lnTo>
                        <a:pt x="618" y="5"/>
                      </a:lnTo>
                      <a:moveTo>
                        <a:pt x="641" y="5"/>
                      </a:moveTo>
                      <a:lnTo>
                        <a:pt x="641" y="5"/>
                      </a:lnTo>
                      <a:lnTo>
                        <a:pt x="635" y="5"/>
                      </a:lnTo>
                      <a:cubicBezTo>
                        <a:pt x="641" y="5"/>
                        <a:pt x="641" y="5"/>
                        <a:pt x="641" y="5"/>
                      </a:cubicBezTo>
                      <a:moveTo>
                        <a:pt x="117" y="5"/>
                      </a:moveTo>
                      <a:lnTo>
                        <a:pt x="117" y="5"/>
                      </a:lnTo>
                      <a:lnTo>
                        <a:pt x="123" y="5"/>
                      </a:lnTo>
                      <a:cubicBezTo>
                        <a:pt x="117" y="5"/>
                        <a:pt x="117" y="5"/>
                        <a:pt x="117" y="5"/>
                      </a:cubicBezTo>
                      <a:moveTo>
                        <a:pt x="111" y="5"/>
                      </a:moveTo>
                      <a:lnTo>
                        <a:pt x="111" y="5"/>
                      </a:lnTo>
                      <a:moveTo>
                        <a:pt x="647" y="5"/>
                      </a:moveTo>
                      <a:lnTo>
                        <a:pt x="647" y="5"/>
                      </a:lnTo>
                      <a:moveTo>
                        <a:pt x="105" y="5"/>
                      </a:moveTo>
                      <a:lnTo>
                        <a:pt x="105" y="5"/>
                      </a:lnTo>
                      <a:moveTo>
                        <a:pt x="653" y="5"/>
                      </a:moveTo>
                      <a:lnTo>
                        <a:pt x="653" y="5"/>
                      </a:lnTo>
                      <a:moveTo>
                        <a:pt x="99" y="5"/>
                      </a:moveTo>
                      <a:lnTo>
                        <a:pt x="99" y="5"/>
                      </a:lnTo>
                      <a:moveTo>
                        <a:pt x="658" y="5"/>
                      </a:moveTo>
                      <a:lnTo>
                        <a:pt x="658" y="5"/>
                      </a:lnTo>
                      <a:moveTo>
                        <a:pt x="94" y="5"/>
                      </a:moveTo>
                      <a:lnTo>
                        <a:pt x="94" y="5"/>
                      </a:lnTo>
                      <a:moveTo>
                        <a:pt x="664" y="5"/>
                      </a:moveTo>
                      <a:lnTo>
                        <a:pt x="664" y="5"/>
                      </a:lnTo>
                      <a:moveTo>
                        <a:pt x="87" y="5"/>
                      </a:moveTo>
                      <a:lnTo>
                        <a:pt x="87" y="5"/>
                      </a:lnTo>
                      <a:moveTo>
                        <a:pt x="670" y="5"/>
                      </a:moveTo>
                      <a:lnTo>
                        <a:pt x="670" y="5"/>
                      </a:lnTo>
                      <a:moveTo>
                        <a:pt x="76" y="5"/>
                      </a:moveTo>
                      <a:lnTo>
                        <a:pt x="76" y="5"/>
                      </a:lnTo>
                      <a:lnTo>
                        <a:pt x="82" y="5"/>
                      </a:lnTo>
                      <a:lnTo>
                        <a:pt x="76" y="5"/>
                      </a:lnTo>
                      <a:moveTo>
                        <a:pt x="682" y="5"/>
                      </a:moveTo>
                      <a:lnTo>
                        <a:pt x="682" y="5"/>
                      </a:lnTo>
                      <a:lnTo>
                        <a:pt x="676" y="5"/>
                      </a:lnTo>
                      <a:lnTo>
                        <a:pt x="682" y="5"/>
                      </a:lnTo>
                      <a:moveTo>
                        <a:pt x="70" y="5"/>
                      </a:moveTo>
                      <a:lnTo>
                        <a:pt x="70" y="5"/>
                      </a:lnTo>
                      <a:lnTo>
                        <a:pt x="76" y="5"/>
                      </a:lnTo>
                      <a:cubicBezTo>
                        <a:pt x="70" y="5"/>
                        <a:pt x="70" y="5"/>
                        <a:pt x="70" y="5"/>
                      </a:cubicBezTo>
                      <a:moveTo>
                        <a:pt x="687" y="5"/>
                      </a:moveTo>
                      <a:lnTo>
                        <a:pt x="687" y="5"/>
                      </a:lnTo>
                      <a:lnTo>
                        <a:pt x="682" y="5"/>
                      </a:lnTo>
                      <a:cubicBezTo>
                        <a:pt x="687" y="5"/>
                        <a:pt x="687" y="5"/>
                        <a:pt x="687" y="5"/>
                      </a:cubicBezTo>
                      <a:moveTo>
                        <a:pt x="693" y="5"/>
                      </a:moveTo>
                      <a:lnTo>
                        <a:pt x="693" y="5"/>
                      </a:lnTo>
                      <a:moveTo>
                        <a:pt x="64" y="5"/>
                      </a:moveTo>
                      <a:lnTo>
                        <a:pt x="64" y="5"/>
                      </a:lnTo>
                      <a:moveTo>
                        <a:pt x="29" y="5"/>
                      </a:moveTo>
                      <a:lnTo>
                        <a:pt x="29" y="5"/>
                      </a:lnTo>
                      <a:moveTo>
                        <a:pt x="728" y="5"/>
                      </a:moveTo>
                      <a:lnTo>
                        <a:pt x="728" y="5"/>
                      </a:lnTo>
                      <a:moveTo>
                        <a:pt x="24" y="5"/>
                      </a:moveTo>
                      <a:lnTo>
                        <a:pt x="24" y="5"/>
                      </a:lnTo>
                      <a:moveTo>
                        <a:pt x="734" y="5"/>
                      </a:moveTo>
                      <a:lnTo>
                        <a:pt x="734" y="5"/>
                      </a:lnTo>
                      <a:moveTo>
                        <a:pt x="12" y="0"/>
                      </a:moveTo>
                      <a:lnTo>
                        <a:pt x="12" y="0"/>
                      </a:lnTo>
                      <a:cubicBezTo>
                        <a:pt x="18" y="0"/>
                        <a:pt x="18" y="0"/>
                        <a:pt x="18" y="0"/>
                      </a:cubicBezTo>
                      <a:lnTo>
                        <a:pt x="12" y="0"/>
                      </a:lnTo>
                      <a:moveTo>
                        <a:pt x="746" y="0"/>
                      </a:moveTo>
                      <a:lnTo>
                        <a:pt x="746" y="0"/>
                      </a:lnTo>
                      <a:cubicBezTo>
                        <a:pt x="740" y="0"/>
                        <a:pt x="740" y="0"/>
                        <a:pt x="740" y="0"/>
                      </a:cubicBezTo>
                      <a:lnTo>
                        <a:pt x="746" y="0"/>
                      </a:lnTo>
                      <a:moveTo>
                        <a:pt x="6" y="0"/>
                      </a:moveTo>
                      <a:lnTo>
                        <a:pt x="6" y="0"/>
                      </a:lnTo>
                      <a:lnTo>
                        <a:pt x="12" y="0"/>
                      </a:lnTo>
                      <a:cubicBezTo>
                        <a:pt x="6" y="0"/>
                        <a:pt x="6" y="0"/>
                        <a:pt x="6" y="0"/>
                      </a:cubicBezTo>
                      <a:moveTo>
                        <a:pt x="752" y="0"/>
                      </a:moveTo>
                      <a:lnTo>
                        <a:pt x="752" y="0"/>
                      </a:lnTo>
                      <a:lnTo>
                        <a:pt x="746" y="0"/>
                      </a:lnTo>
                      <a:cubicBezTo>
                        <a:pt x="752" y="0"/>
                        <a:pt x="752" y="0"/>
                        <a:pt x="752" y="0"/>
                      </a:cubicBezTo>
                      <a:moveTo>
                        <a:pt x="0" y="0"/>
                      </a:moveTo>
                      <a:lnTo>
                        <a:pt x="0" y="0"/>
                      </a:lnTo>
                      <a:moveTo>
                        <a:pt x="757" y="0"/>
                      </a:moveTo>
                      <a:lnTo>
                        <a:pt x="757" y="0"/>
                      </a:lnTo>
                      <a:close/>
                    </a:path>
                  </a:pathLst>
                </a:custGeom>
                <a:solidFill>
                  <a:schemeClr val="accent3"/>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2" name="Google Shape;522;p23"/>
                <p:cNvSpPr/>
                <p:nvPr/>
              </p:nvSpPr>
              <p:spPr>
                <a:xfrm>
                  <a:off x="-4559344" y="3885136"/>
                  <a:ext cx="1482210" cy="257695"/>
                </a:xfrm>
                <a:custGeom>
                  <a:rect b="b" l="l" r="r" t="t"/>
                  <a:pathLst>
                    <a:path extrusionOk="0" h="1519" w="8737">
                      <a:moveTo>
                        <a:pt x="8737" y="0"/>
                      </a:moveTo>
                      <a:lnTo>
                        <a:pt x="8737" y="0"/>
                      </a:lnTo>
                      <a:cubicBezTo>
                        <a:pt x="8318" y="798"/>
                        <a:pt x="6524" y="1397"/>
                        <a:pt x="4369" y="1397"/>
                      </a:cubicBezTo>
                      <a:cubicBezTo>
                        <a:pt x="2214" y="1397"/>
                        <a:pt x="419" y="798"/>
                        <a:pt x="0" y="0"/>
                      </a:cubicBezTo>
                      <a:cubicBezTo>
                        <a:pt x="262" y="809"/>
                        <a:pt x="1922" y="1444"/>
                        <a:pt x="3990" y="1514"/>
                      </a:cubicBezTo>
                      <a:lnTo>
                        <a:pt x="3990" y="1514"/>
                      </a:lnTo>
                      <a:cubicBezTo>
                        <a:pt x="3996" y="1514"/>
                        <a:pt x="3996" y="1514"/>
                        <a:pt x="3996" y="1514"/>
                      </a:cubicBezTo>
                      <a:lnTo>
                        <a:pt x="4002" y="1514"/>
                      </a:lnTo>
                      <a:lnTo>
                        <a:pt x="4002" y="1514"/>
                      </a:lnTo>
                      <a:cubicBezTo>
                        <a:pt x="4008" y="1514"/>
                        <a:pt x="4008" y="1514"/>
                        <a:pt x="4008" y="1514"/>
                      </a:cubicBezTo>
                      <a:lnTo>
                        <a:pt x="4014" y="1519"/>
                      </a:lnTo>
                      <a:lnTo>
                        <a:pt x="4014" y="1519"/>
                      </a:lnTo>
                      <a:lnTo>
                        <a:pt x="4019" y="1519"/>
                      </a:lnTo>
                      <a:lnTo>
                        <a:pt x="4019" y="1519"/>
                      </a:lnTo>
                      <a:cubicBezTo>
                        <a:pt x="4031" y="1519"/>
                        <a:pt x="4043" y="1519"/>
                        <a:pt x="4054" y="1519"/>
                      </a:cubicBezTo>
                      <a:lnTo>
                        <a:pt x="4054" y="1519"/>
                      </a:lnTo>
                      <a:cubicBezTo>
                        <a:pt x="4060" y="1519"/>
                        <a:pt x="4060" y="1519"/>
                        <a:pt x="4060" y="1519"/>
                      </a:cubicBezTo>
                      <a:lnTo>
                        <a:pt x="4066" y="1519"/>
                      </a:lnTo>
                      <a:lnTo>
                        <a:pt x="4066" y="1519"/>
                      </a:lnTo>
                      <a:lnTo>
                        <a:pt x="4072" y="1519"/>
                      </a:lnTo>
                      <a:lnTo>
                        <a:pt x="4077" y="1519"/>
                      </a:lnTo>
                      <a:lnTo>
                        <a:pt x="4077" y="1519"/>
                      </a:lnTo>
                      <a:lnTo>
                        <a:pt x="4084" y="1519"/>
                      </a:lnTo>
                      <a:lnTo>
                        <a:pt x="4084" y="1519"/>
                      </a:lnTo>
                      <a:lnTo>
                        <a:pt x="4089" y="1519"/>
                      </a:lnTo>
                      <a:lnTo>
                        <a:pt x="4089" y="1519"/>
                      </a:lnTo>
                      <a:lnTo>
                        <a:pt x="4095" y="1519"/>
                      </a:lnTo>
                      <a:lnTo>
                        <a:pt x="4095" y="1519"/>
                      </a:lnTo>
                      <a:lnTo>
                        <a:pt x="4101" y="1519"/>
                      </a:lnTo>
                      <a:lnTo>
                        <a:pt x="4101" y="1519"/>
                      </a:lnTo>
                      <a:cubicBezTo>
                        <a:pt x="4107" y="1519"/>
                        <a:pt x="4107" y="1519"/>
                        <a:pt x="4107" y="1519"/>
                      </a:cubicBezTo>
                      <a:lnTo>
                        <a:pt x="4113" y="1519"/>
                      </a:lnTo>
                      <a:cubicBezTo>
                        <a:pt x="4118" y="1519"/>
                        <a:pt x="4124" y="1519"/>
                        <a:pt x="4130" y="1519"/>
                      </a:cubicBezTo>
                      <a:cubicBezTo>
                        <a:pt x="4136" y="1519"/>
                        <a:pt x="4136" y="1519"/>
                        <a:pt x="4136" y="1519"/>
                      </a:cubicBezTo>
                      <a:lnTo>
                        <a:pt x="4142" y="1519"/>
                      </a:lnTo>
                      <a:lnTo>
                        <a:pt x="4142" y="1519"/>
                      </a:lnTo>
                      <a:lnTo>
                        <a:pt x="4147" y="1519"/>
                      </a:lnTo>
                      <a:lnTo>
                        <a:pt x="4147" y="1519"/>
                      </a:lnTo>
                      <a:lnTo>
                        <a:pt x="4154" y="1519"/>
                      </a:lnTo>
                      <a:lnTo>
                        <a:pt x="4154" y="1519"/>
                      </a:lnTo>
                      <a:lnTo>
                        <a:pt x="4159" y="1519"/>
                      </a:lnTo>
                      <a:lnTo>
                        <a:pt x="4165" y="1519"/>
                      </a:lnTo>
                      <a:lnTo>
                        <a:pt x="4165" y="1519"/>
                      </a:lnTo>
                      <a:lnTo>
                        <a:pt x="4171" y="1519"/>
                      </a:lnTo>
                      <a:lnTo>
                        <a:pt x="4171" y="1519"/>
                      </a:lnTo>
                      <a:lnTo>
                        <a:pt x="4176" y="1519"/>
                      </a:lnTo>
                      <a:lnTo>
                        <a:pt x="4176" y="1519"/>
                      </a:lnTo>
                      <a:cubicBezTo>
                        <a:pt x="4183" y="1519"/>
                        <a:pt x="4183" y="1519"/>
                        <a:pt x="4183" y="1519"/>
                      </a:cubicBezTo>
                      <a:lnTo>
                        <a:pt x="4183" y="1519"/>
                      </a:lnTo>
                      <a:cubicBezTo>
                        <a:pt x="4188" y="1519"/>
                        <a:pt x="4188" y="1519"/>
                        <a:pt x="4188" y="1519"/>
                      </a:cubicBezTo>
                      <a:lnTo>
                        <a:pt x="4194" y="1519"/>
                      </a:lnTo>
                      <a:lnTo>
                        <a:pt x="4194" y="1519"/>
                      </a:lnTo>
                      <a:cubicBezTo>
                        <a:pt x="4200" y="1519"/>
                        <a:pt x="4200" y="1519"/>
                        <a:pt x="4200" y="1519"/>
                      </a:cubicBezTo>
                      <a:cubicBezTo>
                        <a:pt x="4206" y="1519"/>
                        <a:pt x="4206" y="1519"/>
                        <a:pt x="4212" y="1519"/>
                      </a:cubicBezTo>
                      <a:lnTo>
                        <a:pt x="4212" y="1519"/>
                      </a:lnTo>
                      <a:cubicBezTo>
                        <a:pt x="4217" y="1519"/>
                        <a:pt x="4217" y="1519"/>
                        <a:pt x="4217" y="1519"/>
                      </a:cubicBezTo>
                      <a:lnTo>
                        <a:pt x="4223" y="1519"/>
                      </a:lnTo>
                      <a:lnTo>
                        <a:pt x="4223" y="1519"/>
                      </a:lnTo>
                      <a:cubicBezTo>
                        <a:pt x="4229" y="1519"/>
                        <a:pt x="4229" y="1519"/>
                        <a:pt x="4229" y="1519"/>
                      </a:cubicBezTo>
                      <a:lnTo>
                        <a:pt x="4235" y="1519"/>
                      </a:lnTo>
                      <a:lnTo>
                        <a:pt x="4235" y="1519"/>
                      </a:lnTo>
                      <a:lnTo>
                        <a:pt x="4241" y="1519"/>
                      </a:lnTo>
                      <a:lnTo>
                        <a:pt x="4241" y="1519"/>
                      </a:lnTo>
                      <a:cubicBezTo>
                        <a:pt x="4246" y="1519"/>
                        <a:pt x="4246" y="1519"/>
                        <a:pt x="4246" y="1519"/>
                      </a:cubicBezTo>
                      <a:lnTo>
                        <a:pt x="4246" y="1519"/>
                      </a:lnTo>
                      <a:cubicBezTo>
                        <a:pt x="4252" y="1519"/>
                        <a:pt x="4252" y="1519"/>
                        <a:pt x="4252" y="1519"/>
                      </a:cubicBezTo>
                      <a:lnTo>
                        <a:pt x="4258" y="1519"/>
                      </a:lnTo>
                      <a:lnTo>
                        <a:pt x="4258" y="1519"/>
                      </a:lnTo>
                      <a:cubicBezTo>
                        <a:pt x="4264" y="1519"/>
                        <a:pt x="4264" y="1519"/>
                        <a:pt x="4264" y="1519"/>
                      </a:cubicBezTo>
                      <a:lnTo>
                        <a:pt x="4270" y="1519"/>
                      </a:lnTo>
                      <a:lnTo>
                        <a:pt x="4270" y="1519"/>
                      </a:lnTo>
                      <a:lnTo>
                        <a:pt x="4275" y="1519"/>
                      </a:lnTo>
                      <a:lnTo>
                        <a:pt x="4275" y="1519"/>
                      </a:lnTo>
                      <a:lnTo>
                        <a:pt x="4282" y="1519"/>
                      </a:lnTo>
                      <a:lnTo>
                        <a:pt x="4287" y="1519"/>
                      </a:lnTo>
                      <a:cubicBezTo>
                        <a:pt x="4287" y="1519"/>
                        <a:pt x="4293" y="1519"/>
                        <a:pt x="4299" y="1519"/>
                      </a:cubicBezTo>
                      <a:lnTo>
                        <a:pt x="4299" y="1519"/>
                      </a:lnTo>
                      <a:lnTo>
                        <a:pt x="4305" y="1519"/>
                      </a:lnTo>
                      <a:lnTo>
                        <a:pt x="4305" y="1519"/>
                      </a:lnTo>
                      <a:cubicBezTo>
                        <a:pt x="4311" y="1519"/>
                        <a:pt x="4311" y="1519"/>
                        <a:pt x="4311" y="1519"/>
                      </a:cubicBezTo>
                      <a:lnTo>
                        <a:pt x="4316" y="1519"/>
                      </a:lnTo>
                      <a:lnTo>
                        <a:pt x="4316" y="1519"/>
                      </a:lnTo>
                      <a:lnTo>
                        <a:pt x="4322" y="1519"/>
                      </a:lnTo>
                      <a:lnTo>
                        <a:pt x="4322" y="1519"/>
                      </a:lnTo>
                      <a:cubicBezTo>
                        <a:pt x="4328" y="1519"/>
                        <a:pt x="4328" y="1519"/>
                        <a:pt x="4328" y="1519"/>
                      </a:cubicBezTo>
                      <a:lnTo>
                        <a:pt x="4334" y="1519"/>
                      </a:lnTo>
                      <a:lnTo>
                        <a:pt x="4334" y="1519"/>
                      </a:lnTo>
                      <a:lnTo>
                        <a:pt x="4340" y="1519"/>
                      </a:lnTo>
                      <a:lnTo>
                        <a:pt x="4340" y="1519"/>
                      </a:lnTo>
                      <a:cubicBezTo>
                        <a:pt x="4345" y="1519"/>
                        <a:pt x="4345" y="1519"/>
                        <a:pt x="4345" y="1519"/>
                      </a:cubicBezTo>
                      <a:lnTo>
                        <a:pt x="4345" y="1519"/>
                      </a:lnTo>
                      <a:cubicBezTo>
                        <a:pt x="4351" y="1519"/>
                        <a:pt x="4351" y="1519"/>
                        <a:pt x="4351" y="1519"/>
                      </a:cubicBezTo>
                      <a:lnTo>
                        <a:pt x="4357" y="1519"/>
                      </a:lnTo>
                      <a:lnTo>
                        <a:pt x="4357" y="1519"/>
                      </a:lnTo>
                      <a:cubicBezTo>
                        <a:pt x="4363" y="1519"/>
                        <a:pt x="4363" y="1519"/>
                        <a:pt x="4363" y="1519"/>
                      </a:cubicBezTo>
                      <a:lnTo>
                        <a:pt x="4369" y="1519"/>
                      </a:lnTo>
                      <a:lnTo>
                        <a:pt x="4369" y="1519"/>
                      </a:lnTo>
                      <a:lnTo>
                        <a:pt x="4369" y="1519"/>
                      </a:lnTo>
                      <a:lnTo>
                        <a:pt x="4374" y="1519"/>
                      </a:lnTo>
                      <a:lnTo>
                        <a:pt x="4381" y="1519"/>
                      </a:lnTo>
                      <a:lnTo>
                        <a:pt x="4381" y="1519"/>
                      </a:lnTo>
                      <a:cubicBezTo>
                        <a:pt x="4386" y="1519"/>
                        <a:pt x="4386" y="1519"/>
                        <a:pt x="4386" y="1519"/>
                      </a:cubicBezTo>
                      <a:lnTo>
                        <a:pt x="4392" y="1519"/>
                      </a:lnTo>
                      <a:lnTo>
                        <a:pt x="4392" y="1519"/>
                      </a:lnTo>
                      <a:lnTo>
                        <a:pt x="4398" y="1519"/>
                      </a:lnTo>
                      <a:lnTo>
                        <a:pt x="4398" y="1519"/>
                      </a:lnTo>
                      <a:lnTo>
                        <a:pt x="4403" y="1519"/>
                      </a:lnTo>
                      <a:lnTo>
                        <a:pt x="4403" y="1519"/>
                      </a:lnTo>
                      <a:cubicBezTo>
                        <a:pt x="4410" y="1519"/>
                        <a:pt x="4410" y="1519"/>
                        <a:pt x="4410" y="1519"/>
                      </a:cubicBezTo>
                      <a:lnTo>
                        <a:pt x="4415" y="1519"/>
                      </a:lnTo>
                      <a:lnTo>
                        <a:pt x="4415" y="1519"/>
                      </a:lnTo>
                      <a:lnTo>
                        <a:pt x="4421" y="1519"/>
                      </a:lnTo>
                      <a:lnTo>
                        <a:pt x="4421" y="1519"/>
                      </a:lnTo>
                      <a:cubicBezTo>
                        <a:pt x="4427" y="1519"/>
                        <a:pt x="4427" y="1519"/>
                        <a:pt x="4427" y="1519"/>
                      </a:cubicBezTo>
                      <a:lnTo>
                        <a:pt x="4433" y="1519"/>
                      </a:lnTo>
                      <a:lnTo>
                        <a:pt x="4433" y="1519"/>
                      </a:lnTo>
                      <a:lnTo>
                        <a:pt x="4439" y="1519"/>
                      </a:lnTo>
                      <a:lnTo>
                        <a:pt x="4439" y="1519"/>
                      </a:lnTo>
                      <a:cubicBezTo>
                        <a:pt x="4444" y="1519"/>
                        <a:pt x="4450" y="1519"/>
                        <a:pt x="4450" y="1519"/>
                      </a:cubicBezTo>
                      <a:cubicBezTo>
                        <a:pt x="4456" y="1519"/>
                        <a:pt x="4456" y="1519"/>
                        <a:pt x="4456" y="1519"/>
                      </a:cubicBezTo>
                      <a:lnTo>
                        <a:pt x="4462" y="1519"/>
                      </a:lnTo>
                      <a:lnTo>
                        <a:pt x="4462" y="1519"/>
                      </a:lnTo>
                      <a:lnTo>
                        <a:pt x="4468" y="1519"/>
                      </a:lnTo>
                      <a:lnTo>
                        <a:pt x="4468" y="1519"/>
                      </a:lnTo>
                      <a:cubicBezTo>
                        <a:pt x="4473" y="1519"/>
                        <a:pt x="4473" y="1519"/>
                        <a:pt x="4473" y="1519"/>
                      </a:cubicBezTo>
                      <a:lnTo>
                        <a:pt x="4480" y="1519"/>
                      </a:lnTo>
                      <a:lnTo>
                        <a:pt x="4480" y="1519"/>
                      </a:lnTo>
                      <a:lnTo>
                        <a:pt x="4485" y="1519"/>
                      </a:lnTo>
                      <a:lnTo>
                        <a:pt x="4491" y="1519"/>
                      </a:lnTo>
                      <a:lnTo>
                        <a:pt x="4491" y="1519"/>
                      </a:lnTo>
                      <a:lnTo>
                        <a:pt x="4497" y="1519"/>
                      </a:lnTo>
                      <a:lnTo>
                        <a:pt x="4497" y="1519"/>
                      </a:lnTo>
                      <a:lnTo>
                        <a:pt x="4503" y="1519"/>
                      </a:lnTo>
                      <a:lnTo>
                        <a:pt x="4503" y="1519"/>
                      </a:lnTo>
                      <a:cubicBezTo>
                        <a:pt x="4509" y="1519"/>
                        <a:pt x="4509" y="1519"/>
                        <a:pt x="4509" y="1519"/>
                      </a:cubicBezTo>
                      <a:lnTo>
                        <a:pt x="4514" y="1519"/>
                      </a:lnTo>
                      <a:lnTo>
                        <a:pt x="4514" y="1519"/>
                      </a:lnTo>
                      <a:lnTo>
                        <a:pt x="4520" y="1519"/>
                      </a:lnTo>
                      <a:lnTo>
                        <a:pt x="4526" y="1519"/>
                      </a:lnTo>
                      <a:lnTo>
                        <a:pt x="4526" y="1519"/>
                      </a:lnTo>
                      <a:cubicBezTo>
                        <a:pt x="4532" y="1519"/>
                        <a:pt x="4532" y="1519"/>
                        <a:pt x="4538" y="1519"/>
                      </a:cubicBezTo>
                      <a:lnTo>
                        <a:pt x="4543" y="1519"/>
                      </a:lnTo>
                      <a:lnTo>
                        <a:pt x="4543" y="1519"/>
                      </a:lnTo>
                      <a:lnTo>
                        <a:pt x="4549" y="1519"/>
                      </a:lnTo>
                      <a:lnTo>
                        <a:pt x="4555" y="1519"/>
                      </a:lnTo>
                      <a:lnTo>
                        <a:pt x="4555" y="1519"/>
                      </a:lnTo>
                      <a:lnTo>
                        <a:pt x="4561" y="1519"/>
                      </a:lnTo>
                      <a:lnTo>
                        <a:pt x="4561" y="1519"/>
                      </a:lnTo>
                      <a:lnTo>
                        <a:pt x="4567" y="1519"/>
                      </a:lnTo>
                      <a:lnTo>
                        <a:pt x="4567" y="1519"/>
                      </a:lnTo>
                      <a:cubicBezTo>
                        <a:pt x="4573" y="1519"/>
                        <a:pt x="4573" y="1519"/>
                        <a:pt x="4573" y="1519"/>
                      </a:cubicBezTo>
                      <a:lnTo>
                        <a:pt x="4573" y="1519"/>
                      </a:lnTo>
                      <a:cubicBezTo>
                        <a:pt x="4579" y="1519"/>
                        <a:pt x="4579" y="1519"/>
                        <a:pt x="4579" y="1519"/>
                      </a:cubicBezTo>
                      <a:lnTo>
                        <a:pt x="4584" y="1519"/>
                      </a:lnTo>
                      <a:lnTo>
                        <a:pt x="4584" y="1519"/>
                      </a:lnTo>
                      <a:cubicBezTo>
                        <a:pt x="4590" y="1519"/>
                        <a:pt x="4590" y="1519"/>
                        <a:pt x="4590" y="1519"/>
                      </a:cubicBezTo>
                      <a:lnTo>
                        <a:pt x="4590" y="1519"/>
                      </a:lnTo>
                      <a:cubicBezTo>
                        <a:pt x="4596" y="1519"/>
                        <a:pt x="4596" y="1519"/>
                        <a:pt x="4596" y="1519"/>
                      </a:cubicBezTo>
                      <a:lnTo>
                        <a:pt x="4596" y="1519"/>
                      </a:lnTo>
                      <a:cubicBezTo>
                        <a:pt x="4602" y="1519"/>
                        <a:pt x="4602" y="1519"/>
                        <a:pt x="4602" y="1519"/>
                      </a:cubicBezTo>
                      <a:lnTo>
                        <a:pt x="4608" y="1519"/>
                      </a:lnTo>
                      <a:cubicBezTo>
                        <a:pt x="4613" y="1519"/>
                        <a:pt x="4619" y="1519"/>
                        <a:pt x="4625" y="1519"/>
                      </a:cubicBezTo>
                      <a:cubicBezTo>
                        <a:pt x="4631" y="1519"/>
                        <a:pt x="4631" y="1519"/>
                        <a:pt x="4631" y="1519"/>
                      </a:cubicBezTo>
                      <a:lnTo>
                        <a:pt x="4637" y="1519"/>
                      </a:lnTo>
                      <a:lnTo>
                        <a:pt x="4637" y="1519"/>
                      </a:lnTo>
                      <a:lnTo>
                        <a:pt x="4643" y="1519"/>
                      </a:lnTo>
                      <a:lnTo>
                        <a:pt x="4643" y="1519"/>
                      </a:lnTo>
                      <a:lnTo>
                        <a:pt x="4648" y="1519"/>
                      </a:lnTo>
                      <a:lnTo>
                        <a:pt x="4648" y="1519"/>
                      </a:lnTo>
                      <a:lnTo>
                        <a:pt x="4654" y="1519"/>
                      </a:lnTo>
                      <a:lnTo>
                        <a:pt x="4654" y="1519"/>
                      </a:lnTo>
                      <a:cubicBezTo>
                        <a:pt x="4660" y="1519"/>
                        <a:pt x="4660" y="1519"/>
                        <a:pt x="4660" y="1519"/>
                      </a:cubicBezTo>
                      <a:lnTo>
                        <a:pt x="4660" y="1519"/>
                      </a:lnTo>
                      <a:cubicBezTo>
                        <a:pt x="4666" y="1519"/>
                        <a:pt x="4666" y="1519"/>
                        <a:pt x="4666" y="1519"/>
                      </a:cubicBezTo>
                      <a:lnTo>
                        <a:pt x="4672" y="1519"/>
                      </a:lnTo>
                      <a:lnTo>
                        <a:pt x="4672" y="1519"/>
                      </a:lnTo>
                      <a:cubicBezTo>
                        <a:pt x="4677" y="1519"/>
                        <a:pt x="4677" y="1519"/>
                        <a:pt x="4677" y="1519"/>
                      </a:cubicBezTo>
                      <a:lnTo>
                        <a:pt x="4683" y="1519"/>
                      </a:lnTo>
                      <a:lnTo>
                        <a:pt x="4683" y="1519"/>
                      </a:lnTo>
                      <a:cubicBezTo>
                        <a:pt x="4695" y="1519"/>
                        <a:pt x="4707" y="1519"/>
                        <a:pt x="4718" y="1519"/>
                      </a:cubicBezTo>
                      <a:lnTo>
                        <a:pt x="4718" y="1519"/>
                      </a:lnTo>
                      <a:cubicBezTo>
                        <a:pt x="4724" y="1519"/>
                        <a:pt x="4724" y="1519"/>
                        <a:pt x="4724" y="1519"/>
                      </a:cubicBezTo>
                      <a:lnTo>
                        <a:pt x="4724" y="1519"/>
                      </a:lnTo>
                      <a:cubicBezTo>
                        <a:pt x="4730" y="1514"/>
                        <a:pt x="4730" y="1514"/>
                        <a:pt x="4730" y="1514"/>
                      </a:cubicBezTo>
                      <a:lnTo>
                        <a:pt x="4736" y="1514"/>
                      </a:lnTo>
                      <a:lnTo>
                        <a:pt x="4736" y="1514"/>
                      </a:lnTo>
                      <a:cubicBezTo>
                        <a:pt x="4742" y="1514"/>
                        <a:pt x="4742" y="1514"/>
                        <a:pt x="4742" y="1514"/>
                      </a:cubicBezTo>
                      <a:lnTo>
                        <a:pt x="4747" y="1514"/>
                      </a:lnTo>
                      <a:lnTo>
                        <a:pt x="4747" y="1514"/>
                      </a:lnTo>
                      <a:cubicBezTo>
                        <a:pt x="6815" y="1444"/>
                        <a:pt x="8476" y="809"/>
                        <a:pt x="8737"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3" name="Google Shape;523;p23"/>
                <p:cNvSpPr/>
                <p:nvPr/>
              </p:nvSpPr>
              <p:spPr>
                <a:xfrm>
                  <a:off x="-4402251" y="3590629"/>
                  <a:ext cx="1168023" cy="460423"/>
                </a:xfrm>
                <a:custGeom>
                  <a:rect b="b" l="l" r="r" t="t"/>
                  <a:pathLst>
                    <a:path extrusionOk="0" h="2714" w="6885">
                      <a:moveTo>
                        <a:pt x="2889" y="0"/>
                      </a:moveTo>
                      <a:lnTo>
                        <a:pt x="2889" y="0"/>
                      </a:lnTo>
                      <a:cubicBezTo>
                        <a:pt x="1247" y="105"/>
                        <a:pt x="0" y="670"/>
                        <a:pt x="0" y="1345"/>
                      </a:cubicBezTo>
                      <a:cubicBezTo>
                        <a:pt x="0" y="2103"/>
                        <a:pt x="1538" y="2714"/>
                        <a:pt x="3443" y="2714"/>
                      </a:cubicBezTo>
                      <a:cubicBezTo>
                        <a:pt x="5347" y="2714"/>
                        <a:pt x="6885" y="2103"/>
                        <a:pt x="6885" y="1345"/>
                      </a:cubicBezTo>
                      <a:cubicBezTo>
                        <a:pt x="6885" y="693"/>
                        <a:pt x="5720" y="140"/>
                        <a:pt x="4165" y="12"/>
                      </a:cubicBezTo>
                      <a:cubicBezTo>
                        <a:pt x="4165" y="180"/>
                        <a:pt x="4165" y="180"/>
                        <a:pt x="4165" y="180"/>
                      </a:cubicBezTo>
                      <a:lnTo>
                        <a:pt x="4165" y="180"/>
                      </a:lnTo>
                      <a:cubicBezTo>
                        <a:pt x="3927" y="163"/>
                        <a:pt x="3687" y="157"/>
                        <a:pt x="3443" y="157"/>
                      </a:cubicBezTo>
                      <a:cubicBezTo>
                        <a:pt x="3257" y="157"/>
                        <a:pt x="3070" y="163"/>
                        <a:pt x="2889" y="169"/>
                      </a:cubicBezTo>
                      <a:cubicBezTo>
                        <a:pt x="2889" y="0"/>
                        <a:pt x="2889" y="0"/>
                        <a:pt x="2889"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4" name="Google Shape;524;p23"/>
                <p:cNvSpPr/>
                <p:nvPr/>
              </p:nvSpPr>
              <p:spPr>
                <a:xfrm>
                  <a:off x="-3912142" y="3617263"/>
                  <a:ext cx="216470" cy="604624"/>
                </a:xfrm>
                <a:custGeom>
                  <a:rect b="b" l="l" r="r" t="t"/>
                  <a:pathLst>
                    <a:path extrusionOk="0" h="3564" w="1276">
                      <a:moveTo>
                        <a:pt x="0" y="12"/>
                      </a:moveTo>
                      <a:lnTo>
                        <a:pt x="0" y="12"/>
                      </a:lnTo>
                      <a:cubicBezTo>
                        <a:pt x="0" y="76"/>
                        <a:pt x="0" y="76"/>
                        <a:pt x="0" y="76"/>
                      </a:cubicBezTo>
                      <a:cubicBezTo>
                        <a:pt x="0" y="3086"/>
                        <a:pt x="0" y="3086"/>
                        <a:pt x="0" y="3086"/>
                      </a:cubicBezTo>
                      <a:cubicBezTo>
                        <a:pt x="0" y="3547"/>
                        <a:pt x="0" y="3547"/>
                        <a:pt x="0" y="3547"/>
                      </a:cubicBezTo>
                      <a:cubicBezTo>
                        <a:pt x="181" y="3558"/>
                        <a:pt x="368" y="3564"/>
                        <a:pt x="554" y="3564"/>
                      </a:cubicBezTo>
                      <a:cubicBezTo>
                        <a:pt x="798" y="3564"/>
                        <a:pt x="1038" y="3553"/>
                        <a:pt x="1276" y="3541"/>
                      </a:cubicBezTo>
                      <a:cubicBezTo>
                        <a:pt x="1276" y="3075"/>
                        <a:pt x="1276" y="3075"/>
                        <a:pt x="1276" y="3075"/>
                      </a:cubicBezTo>
                      <a:cubicBezTo>
                        <a:pt x="1276" y="88"/>
                        <a:pt x="1276" y="88"/>
                        <a:pt x="1276" y="88"/>
                      </a:cubicBezTo>
                      <a:cubicBezTo>
                        <a:pt x="1276" y="23"/>
                        <a:pt x="1276" y="23"/>
                        <a:pt x="1276" y="23"/>
                      </a:cubicBezTo>
                      <a:cubicBezTo>
                        <a:pt x="1038" y="6"/>
                        <a:pt x="798" y="0"/>
                        <a:pt x="554" y="0"/>
                      </a:cubicBezTo>
                      <a:cubicBezTo>
                        <a:pt x="368" y="0"/>
                        <a:pt x="181" y="6"/>
                        <a:pt x="0" y="12"/>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525" name="Google Shape;525;p23"/>
            <p:cNvGrpSpPr/>
            <p:nvPr/>
          </p:nvGrpSpPr>
          <p:grpSpPr>
            <a:xfrm>
              <a:off x="5982934" y="1983759"/>
              <a:ext cx="1753659" cy="1468117"/>
              <a:chOff x="-823040" y="1345871"/>
              <a:chExt cx="4068814" cy="3406305"/>
            </a:xfrm>
          </p:grpSpPr>
          <p:grpSp>
            <p:nvGrpSpPr>
              <p:cNvPr id="526" name="Google Shape;526;p23"/>
              <p:cNvGrpSpPr/>
              <p:nvPr/>
            </p:nvGrpSpPr>
            <p:grpSpPr>
              <a:xfrm rot="-1703422">
                <a:off x="-258750" y="1623383"/>
                <a:ext cx="1888530" cy="2851281"/>
                <a:chOff x="-7486623" y="-546700"/>
                <a:chExt cx="2831760" cy="4275360"/>
              </a:xfrm>
            </p:grpSpPr>
            <p:sp>
              <p:nvSpPr>
                <p:cNvPr id="527" name="Google Shape;527;p23"/>
                <p:cNvSpPr/>
                <p:nvPr/>
              </p:nvSpPr>
              <p:spPr>
                <a:xfrm>
                  <a:off x="-6915662" y="86180"/>
                  <a:ext cx="629640" cy="629640"/>
                </a:xfrm>
                <a:custGeom>
                  <a:rect b="b" l="l" r="r" t="t"/>
                  <a:pathLst>
                    <a:path extrusionOk="0" h="1749" w="1749">
                      <a:moveTo>
                        <a:pt x="1691" y="566"/>
                      </a:moveTo>
                      <a:lnTo>
                        <a:pt x="1691" y="566"/>
                      </a:lnTo>
                      <a:cubicBezTo>
                        <a:pt x="1863" y="1015"/>
                        <a:pt x="1637" y="1523"/>
                        <a:pt x="1182" y="1691"/>
                      </a:cubicBezTo>
                      <a:cubicBezTo>
                        <a:pt x="733" y="1864"/>
                        <a:pt x="231" y="1637"/>
                        <a:pt x="58" y="1183"/>
                      </a:cubicBezTo>
                      <a:cubicBezTo>
                        <a:pt x="-114" y="734"/>
                        <a:pt x="113" y="230"/>
                        <a:pt x="566" y="58"/>
                      </a:cubicBezTo>
                      <a:cubicBezTo>
                        <a:pt x="1015" y="-115"/>
                        <a:pt x="1523"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8" name="Google Shape;528;p23"/>
                <p:cNvSpPr/>
                <p:nvPr/>
              </p:nvSpPr>
              <p:spPr>
                <a:xfrm>
                  <a:off x="-6860583" y="141260"/>
                  <a:ext cx="519480" cy="519480"/>
                </a:xfrm>
                <a:custGeom>
                  <a:rect b="b" l="l" r="r" t="t"/>
                  <a:pathLst>
                    <a:path extrusionOk="0" h="1443" w="1443">
                      <a:moveTo>
                        <a:pt x="1395" y="467"/>
                      </a:moveTo>
                      <a:lnTo>
                        <a:pt x="1395" y="467"/>
                      </a:lnTo>
                      <a:cubicBezTo>
                        <a:pt x="1538" y="837"/>
                        <a:pt x="1350" y="1257"/>
                        <a:pt x="975" y="1395"/>
                      </a:cubicBezTo>
                      <a:cubicBezTo>
                        <a:pt x="605" y="1538"/>
                        <a:pt x="186" y="1351"/>
                        <a:pt x="48" y="975"/>
                      </a:cubicBezTo>
                      <a:cubicBezTo>
                        <a:pt x="-95" y="606"/>
                        <a:pt x="93"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29" name="Google Shape;529;p23"/>
                <p:cNvSpPr/>
                <p:nvPr/>
              </p:nvSpPr>
              <p:spPr>
                <a:xfrm>
                  <a:off x="-6722702" y="158540"/>
                  <a:ext cx="277200" cy="495720"/>
                </a:xfrm>
                <a:custGeom>
                  <a:rect b="b" l="l" r="r" t="t"/>
                  <a:pathLst>
                    <a:path extrusionOk="0" h="1377" w="770">
                      <a:moveTo>
                        <a:pt x="592" y="0"/>
                      </a:moveTo>
                      <a:lnTo>
                        <a:pt x="592" y="0"/>
                      </a:lnTo>
                      <a:cubicBezTo>
                        <a:pt x="0" y="1307"/>
                        <a:pt x="0" y="1307"/>
                        <a:pt x="0" y="1307"/>
                      </a:cubicBezTo>
                      <a:cubicBezTo>
                        <a:pt x="59" y="1342"/>
                        <a:pt x="123" y="1367"/>
                        <a:pt x="188" y="1377"/>
                      </a:cubicBezTo>
                      <a:cubicBezTo>
                        <a:pt x="770" y="94"/>
                        <a:pt x="770" y="94"/>
                        <a:pt x="770" y="94"/>
                      </a:cubicBezTo>
                      <a:cubicBezTo>
                        <a:pt x="715" y="54"/>
                        <a:pt x="651"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0" name="Google Shape;530;p23"/>
                <p:cNvSpPr/>
                <p:nvPr/>
              </p:nvSpPr>
              <p:spPr>
                <a:xfrm>
                  <a:off x="-7486623" y="1133060"/>
                  <a:ext cx="629640" cy="629640"/>
                </a:xfrm>
                <a:custGeom>
                  <a:rect b="b" l="l" r="r" t="t"/>
                  <a:pathLst>
                    <a:path extrusionOk="0" h="1749" w="1749">
                      <a:moveTo>
                        <a:pt x="1694" y="564"/>
                      </a:moveTo>
                      <a:lnTo>
                        <a:pt x="1694" y="564"/>
                      </a:lnTo>
                      <a:cubicBezTo>
                        <a:pt x="1862" y="1018"/>
                        <a:pt x="1634" y="1522"/>
                        <a:pt x="1186" y="1694"/>
                      </a:cubicBezTo>
                      <a:cubicBezTo>
                        <a:pt x="731" y="1862"/>
                        <a:pt x="228" y="1635"/>
                        <a:pt x="55" y="1186"/>
                      </a:cubicBezTo>
                      <a:cubicBezTo>
                        <a:pt x="-112" y="732"/>
                        <a:pt x="115" y="229"/>
                        <a:pt x="564" y="56"/>
                      </a:cubicBezTo>
                      <a:cubicBezTo>
                        <a:pt x="1018" y="-112"/>
                        <a:pt x="1521" y="115"/>
                        <a:pt x="1694" y="564"/>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1" name="Google Shape;531;p23"/>
                <p:cNvSpPr/>
                <p:nvPr/>
              </p:nvSpPr>
              <p:spPr>
                <a:xfrm>
                  <a:off x="-7431542" y="1188140"/>
                  <a:ext cx="519120" cy="519480"/>
                </a:xfrm>
                <a:custGeom>
                  <a:rect b="b" l="l" r="r" t="t"/>
                  <a:pathLst>
                    <a:path extrusionOk="0" h="1443" w="1442">
                      <a:moveTo>
                        <a:pt x="1397" y="465"/>
                      </a:moveTo>
                      <a:lnTo>
                        <a:pt x="1397" y="465"/>
                      </a:lnTo>
                      <a:cubicBezTo>
                        <a:pt x="1536" y="841"/>
                        <a:pt x="1348" y="1255"/>
                        <a:pt x="978" y="1398"/>
                      </a:cubicBezTo>
                      <a:cubicBezTo>
                        <a:pt x="603" y="1536"/>
                        <a:pt x="189" y="1349"/>
                        <a:pt x="46" y="979"/>
                      </a:cubicBezTo>
                      <a:cubicBezTo>
                        <a:pt x="-92" y="604"/>
                        <a:pt x="95" y="189"/>
                        <a:pt x="465" y="46"/>
                      </a:cubicBezTo>
                      <a:cubicBezTo>
                        <a:pt x="840" y="-92"/>
                        <a:pt x="1254" y="95"/>
                        <a:pt x="1397"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2" name="Google Shape;532;p23"/>
                <p:cNvSpPr/>
                <p:nvPr/>
              </p:nvSpPr>
              <p:spPr>
                <a:xfrm>
                  <a:off x="-7294382" y="1204700"/>
                  <a:ext cx="277200" cy="497520"/>
                </a:xfrm>
                <a:custGeom>
                  <a:rect b="b" l="l" r="r" t="t"/>
                  <a:pathLst>
                    <a:path extrusionOk="0" h="1382" w="770">
                      <a:moveTo>
                        <a:pt x="593" y="0"/>
                      </a:moveTo>
                      <a:lnTo>
                        <a:pt x="593" y="0"/>
                      </a:lnTo>
                      <a:cubicBezTo>
                        <a:pt x="0" y="1313"/>
                        <a:pt x="0" y="1313"/>
                        <a:pt x="0" y="1313"/>
                      </a:cubicBezTo>
                      <a:cubicBezTo>
                        <a:pt x="60" y="1342"/>
                        <a:pt x="124" y="1367"/>
                        <a:pt x="193" y="1382"/>
                      </a:cubicBezTo>
                      <a:cubicBezTo>
                        <a:pt x="770" y="99"/>
                        <a:pt x="770" y="99"/>
                        <a:pt x="770" y="99"/>
                      </a:cubicBezTo>
                      <a:cubicBezTo>
                        <a:pt x="716" y="55"/>
                        <a:pt x="656" y="25"/>
                        <a:pt x="593"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3" name="Google Shape;533;p23"/>
                <p:cNvSpPr/>
                <p:nvPr/>
              </p:nvSpPr>
              <p:spPr>
                <a:xfrm>
                  <a:off x="-6640623" y="812660"/>
                  <a:ext cx="630000" cy="629640"/>
                </a:xfrm>
                <a:custGeom>
                  <a:rect b="b" l="l" r="r" t="t"/>
                  <a:pathLst>
                    <a:path extrusionOk="0" h="1749" w="1750">
                      <a:moveTo>
                        <a:pt x="1692" y="566"/>
                      </a:moveTo>
                      <a:lnTo>
                        <a:pt x="1692" y="566"/>
                      </a:lnTo>
                      <a:cubicBezTo>
                        <a:pt x="1864" y="1015"/>
                        <a:pt x="1637" y="1523"/>
                        <a:pt x="1183" y="1691"/>
                      </a:cubicBezTo>
                      <a:cubicBezTo>
                        <a:pt x="734" y="1864"/>
                        <a:pt x="226" y="1637"/>
                        <a:pt x="58" y="1183"/>
                      </a:cubicBezTo>
                      <a:cubicBezTo>
                        <a:pt x="-115" y="734"/>
                        <a:pt x="112" y="231"/>
                        <a:pt x="567" y="58"/>
                      </a:cubicBezTo>
                      <a:cubicBezTo>
                        <a:pt x="1016" y="-115"/>
                        <a:pt x="1519" y="112"/>
                        <a:pt x="1692"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4" name="Google Shape;534;p23"/>
                <p:cNvSpPr/>
                <p:nvPr/>
              </p:nvSpPr>
              <p:spPr>
                <a:xfrm>
                  <a:off x="-6585182" y="867740"/>
                  <a:ext cx="519480" cy="519480"/>
                </a:xfrm>
                <a:custGeom>
                  <a:rect b="b" l="l" r="r" t="t"/>
                  <a:pathLst>
                    <a:path extrusionOk="0" h="1443" w="1443">
                      <a:moveTo>
                        <a:pt x="1395" y="467"/>
                      </a:moveTo>
                      <a:lnTo>
                        <a:pt x="1395" y="467"/>
                      </a:lnTo>
                      <a:cubicBezTo>
                        <a:pt x="1538" y="838"/>
                        <a:pt x="1350" y="1257"/>
                        <a:pt x="975" y="1395"/>
                      </a:cubicBezTo>
                      <a:cubicBezTo>
                        <a:pt x="605" y="1538"/>
                        <a:pt x="186" y="1351"/>
                        <a:pt x="47" y="975"/>
                      </a:cubicBezTo>
                      <a:cubicBezTo>
                        <a:pt x="-96" y="605"/>
                        <a:pt x="92"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5" name="Google Shape;535;p23"/>
                <p:cNvSpPr/>
                <p:nvPr/>
              </p:nvSpPr>
              <p:spPr>
                <a:xfrm>
                  <a:off x="-6447302" y="885020"/>
                  <a:ext cx="275400" cy="495360"/>
                </a:xfrm>
                <a:custGeom>
                  <a:rect b="b" l="l" r="r" t="t"/>
                  <a:pathLst>
                    <a:path extrusionOk="0" h="1376" w="765">
                      <a:moveTo>
                        <a:pt x="587" y="0"/>
                      </a:moveTo>
                      <a:lnTo>
                        <a:pt x="587" y="0"/>
                      </a:lnTo>
                      <a:cubicBezTo>
                        <a:pt x="0" y="1307"/>
                        <a:pt x="0" y="1307"/>
                        <a:pt x="0" y="1307"/>
                      </a:cubicBezTo>
                      <a:cubicBezTo>
                        <a:pt x="59" y="1342"/>
                        <a:pt x="123" y="1367"/>
                        <a:pt x="187" y="1376"/>
                      </a:cubicBezTo>
                      <a:cubicBezTo>
                        <a:pt x="765" y="94"/>
                        <a:pt x="765" y="94"/>
                        <a:pt x="765"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6" name="Google Shape;536;p23"/>
                <p:cNvSpPr/>
                <p:nvPr/>
              </p:nvSpPr>
              <p:spPr>
                <a:xfrm>
                  <a:off x="-7211223" y="1859540"/>
                  <a:ext cx="629280" cy="629640"/>
                </a:xfrm>
                <a:custGeom>
                  <a:rect b="b" l="l" r="r" t="t"/>
                  <a:pathLst>
                    <a:path extrusionOk="0" h="1749" w="1748">
                      <a:moveTo>
                        <a:pt x="1693" y="563"/>
                      </a:moveTo>
                      <a:lnTo>
                        <a:pt x="1693" y="563"/>
                      </a:lnTo>
                      <a:cubicBezTo>
                        <a:pt x="1860" y="1018"/>
                        <a:pt x="1633" y="1521"/>
                        <a:pt x="1184" y="1694"/>
                      </a:cubicBezTo>
                      <a:cubicBezTo>
                        <a:pt x="731" y="1861"/>
                        <a:pt x="228" y="1634"/>
                        <a:pt x="55" y="1185"/>
                      </a:cubicBezTo>
                      <a:cubicBezTo>
                        <a:pt x="-112" y="731"/>
                        <a:pt x="115" y="229"/>
                        <a:pt x="564" y="56"/>
                      </a:cubicBezTo>
                      <a:cubicBezTo>
                        <a:pt x="1018" y="-112"/>
                        <a:pt x="1520" y="115"/>
                        <a:pt x="1693"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7" name="Google Shape;537;p23"/>
                <p:cNvSpPr/>
                <p:nvPr/>
              </p:nvSpPr>
              <p:spPr>
                <a:xfrm>
                  <a:off x="-7156142" y="1914620"/>
                  <a:ext cx="519120" cy="519480"/>
                </a:xfrm>
                <a:custGeom>
                  <a:rect b="b" l="l" r="r" t="t"/>
                  <a:pathLst>
                    <a:path extrusionOk="0" h="1443" w="1442">
                      <a:moveTo>
                        <a:pt x="1396" y="465"/>
                      </a:moveTo>
                      <a:lnTo>
                        <a:pt x="1396" y="465"/>
                      </a:lnTo>
                      <a:cubicBezTo>
                        <a:pt x="1535" y="840"/>
                        <a:pt x="1347" y="1254"/>
                        <a:pt x="977" y="1397"/>
                      </a:cubicBezTo>
                      <a:cubicBezTo>
                        <a:pt x="603" y="1535"/>
                        <a:pt x="189" y="1348"/>
                        <a:pt x="46" y="978"/>
                      </a:cubicBezTo>
                      <a:cubicBezTo>
                        <a:pt x="-93" y="603"/>
                        <a:pt x="95" y="190"/>
                        <a:pt x="465" y="46"/>
                      </a:cubicBezTo>
                      <a:cubicBezTo>
                        <a:pt x="840" y="-92"/>
                        <a:pt x="1253" y="96"/>
                        <a:pt x="1396"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8" name="Google Shape;538;p23"/>
                <p:cNvSpPr/>
                <p:nvPr/>
              </p:nvSpPr>
              <p:spPr>
                <a:xfrm>
                  <a:off x="-7018982" y="1931180"/>
                  <a:ext cx="276840" cy="497160"/>
                </a:xfrm>
                <a:custGeom>
                  <a:rect b="b" l="l" r="r" t="t"/>
                  <a:pathLst>
                    <a:path extrusionOk="0" h="1381" w="769">
                      <a:moveTo>
                        <a:pt x="591" y="0"/>
                      </a:moveTo>
                      <a:lnTo>
                        <a:pt x="591" y="0"/>
                      </a:lnTo>
                      <a:cubicBezTo>
                        <a:pt x="0" y="1312"/>
                        <a:pt x="0" y="1312"/>
                        <a:pt x="0" y="1312"/>
                      </a:cubicBezTo>
                      <a:cubicBezTo>
                        <a:pt x="59" y="1342"/>
                        <a:pt x="124" y="1366"/>
                        <a:pt x="192" y="1381"/>
                      </a:cubicBezTo>
                      <a:cubicBezTo>
                        <a:pt x="769" y="99"/>
                        <a:pt x="769" y="99"/>
                        <a:pt x="769" y="99"/>
                      </a:cubicBezTo>
                      <a:cubicBezTo>
                        <a:pt x="715" y="55"/>
                        <a:pt x="655" y="25"/>
                        <a:pt x="59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39" name="Google Shape;539;p23"/>
                <p:cNvSpPr/>
                <p:nvPr/>
              </p:nvSpPr>
              <p:spPr>
                <a:xfrm>
                  <a:off x="-6365223" y="1539140"/>
                  <a:ext cx="629640" cy="629280"/>
                </a:xfrm>
                <a:custGeom>
                  <a:rect b="b" l="l" r="r" t="t"/>
                  <a:pathLst>
                    <a:path extrusionOk="0" h="1748" w="1749">
                      <a:moveTo>
                        <a:pt x="1691" y="566"/>
                      </a:moveTo>
                      <a:lnTo>
                        <a:pt x="1691" y="566"/>
                      </a:lnTo>
                      <a:cubicBezTo>
                        <a:pt x="1864" y="1015"/>
                        <a:pt x="1637" y="1522"/>
                        <a:pt x="1183" y="1690"/>
                      </a:cubicBezTo>
                      <a:cubicBezTo>
                        <a:pt x="729" y="1863"/>
                        <a:pt x="226" y="1636"/>
                        <a:pt x="58" y="1183"/>
                      </a:cubicBezTo>
                      <a:cubicBezTo>
                        <a:pt x="-115" y="734"/>
                        <a:pt x="112" y="231"/>
                        <a:pt x="566" y="58"/>
                      </a:cubicBezTo>
                      <a:cubicBezTo>
                        <a:pt x="1015" y="-115"/>
                        <a:pt x="1519"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0" name="Google Shape;540;p23"/>
                <p:cNvSpPr/>
                <p:nvPr/>
              </p:nvSpPr>
              <p:spPr>
                <a:xfrm>
                  <a:off x="-6310142" y="1594220"/>
                  <a:ext cx="519480" cy="519480"/>
                </a:xfrm>
                <a:custGeom>
                  <a:rect b="b" l="l" r="r" t="t"/>
                  <a:pathLst>
                    <a:path extrusionOk="0" h="1443" w="1443">
                      <a:moveTo>
                        <a:pt x="1395" y="468"/>
                      </a:moveTo>
                      <a:lnTo>
                        <a:pt x="1395" y="468"/>
                      </a:lnTo>
                      <a:cubicBezTo>
                        <a:pt x="1538" y="838"/>
                        <a:pt x="1351" y="1257"/>
                        <a:pt x="976" y="1394"/>
                      </a:cubicBezTo>
                      <a:cubicBezTo>
                        <a:pt x="606" y="1537"/>
                        <a:pt x="186" y="1350"/>
                        <a:pt x="48" y="976"/>
                      </a:cubicBezTo>
                      <a:cubicBezTo>
                        <a:pt x="-95" y="606"/>
                        <a:pt x="92" y="186"/>
                        <a:pt x="468" y="48"/>
                      </a:cubicBezTo>
                      <a:cubicBezTo>
                        <a:pt x="838" y="-95"/>
                        <a:pt x="1252" y="92"/>
                        <a:pt x="1395"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1" name="Google Shape;541;p23"/>
                <p:cNvSpPr/>
                <p:nvPr/>
              </p:nvSpPr>
              <p:spPr>
                <a:xfrm>
                  <a:off x="-6171903" y="1611500"/>
                  <a:ext cx="275040" cy="495360"/>
                </a:xfrm>
                <a:custGeom>
                  <a:rect b="b" l="l" r="r" t="t"/>
                  <a:pathLst>
                    <a:path extrusionOk="0" h="1376" w="764">
                      <a:moveTo>
                        <a:pt x="587" y="0"/>
                      </a:moveTo>
                      <a:lnTo>
                        <a:pt x="587" y="0"/>
                      </a:lnTo>
                      <a:cubicBezTo>
                        <a:pt x="0" y="1307"/>
                        <a:pt x="0" y="1307"/>
                        <a:pt x="0" y="1307"/>
                      </a:cubicBezTo>
                      <a:cubicBezTo>
                        <a:pt x="59" y="1341"/>
                        <a:pt x="123" y="1366"/>
                        <a:pt x="187" y="1376"/>
                      </a:cubicBezTo>
                      <a:cubicBezTo>
                        <a:pt x="764" y="94"/>
                        <a:pt x="764" y="94"/>
                        <a:pt x="764"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2" name="Google Shape;542;p23"/>
                <p:cNvSpPr/>
                <p:nvPr/>
              </p:nvSpPr>
              <p:spPr>
                <a:xfrm>
                  <a:off x="-6936542" y="2586380"/>
                  <a:ext cx="628920" cy="629280"/>
                </a:xfrm>
                <a:custGeom>
                  <a:rect b="b" l="l" r="r" t="t"/>
                  <a:pathLst>
                    <a:path extrusionOk="0" h="1748" w="1747">
                      <a:moveTo>
                        <a:pt x="1689" y="563"/>
                      </a:moveTo>
                      <a:lnTo>
                        <a:pt x="1689" y="563"/>
                      </a:lnTo>
                      <a:cubicBezTo>
                        <a:pt x="1862" y="1017"/>
                        <a:pt x="1635" y="1520"/>
                        <a:pt x="1186" y="1692"/>
                      </a:cubicBezTo>
                      <a:cubicBezTo>
                        <a:pt x="732" y="1860"/>
                        <a:pt x="230" y="1633"/>
                        <a:pt x="57" y="1184"/>
                      </a:cubicBezTo>
                      <a:cubicBezTo>
                        <a:pt x="-115" y="730"/>
                        <a:pt x="116" y="227"/>
                        <a:pt x="564" y="54"/>
                      </a:cubicBezTo>
                      <a:cubicBezTo>
                        <a:pt x="1018" y="-113"/>
                        <a:pt x="1522" y="114"/>
                        <a:pt x="1689"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3" name="Google Shape;543;p23"/>
                <p:cNvSpPr/>
                <p:nvPr/>
              </p:nvSpPr>
              <p:spPr>
                <a:xfrm>
                  <a:off x="-6881102" y="2641460"/>
                  <a:ext cx="518400" cy="519120"/>
                </a:xfrm>
                <a:custGeom>
                  <a:rect b="b" l="l" r="r" t="t"/>
                  <a:pathLst>
                    <a:path extrusionOk="0" h="1442" w="1440">
                      <a:moveTo>
                        <a:pt x="1392" y="464"/>
                      </a:moveTo>
                      <a:lnTo>
                        <a:pt x="1392" y="464"/>
                      </a:lnTo>
                      <a:cubicBezTo>
                        <a:pt x="1535" y="839"/>
                        <a:pt x="1348" y="1253"/>
                        <a:pt x="978" y="1396"/>
                      </a:cubicBezTo>
                      <a:cubicBezTo>
                        <a:pt x="603" y="1535"/>
                        <a:pt x="189" y="1347"/>
                        <a:pt x="46" y="977"/>
                      </a:cubicBezTo>
                      <a:cubicBezTo>
                        <a:pt x="-92" y="602"/>
                        <a:pt x="96" y="188"/>
                        <a:pt x="465" y="45"/>
                      </a:cubicBezTo>
                      <a:cubicBezTo>
                        <a:pt x="839" y="-94"/>
                        <a:pt x="1254" y="94"/>
                        <a:pt x="1392" y="464"/>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4" name="Google Shape;544;p23"/>
                <p:cNvSpPr/>
                <p:nvPr/>
              </p:nvSpPr>
              <p:spPr>
                <a:xfrm>
                  <a:off x="-6743942" y="2657660"/>
                  <a:ext cx="277200" cy="497160"/>
                </a:xfrm>
                <a:custGeom>
                  <a:rect b="b" l="l" r="r" t="t"/>
                  <a:pathLst>
                    <a:path extrusionOk="0" h="1381" w="770">
                      <a:moveTo>
                        <a:pt x="592" y="0"/>
                      </a:moveTo>
                      <a:lnTo>
                        <a:pt x="592" y="0"/>
                      </a:lnTo>
                      <a:cubicBezTo>
                        <a:pt x="0" y="1312"/>
                        <a:pt x="0" y="1312"/>
                        <a:pt x="0" y="1312"/>
                      </a:cubicBezTo>
                      <a:cubicBezTo>
                        <a:pt x="59" y="1341"/>
                        <a:pt x="123" y="1366"/>
                        <a:pt x="192" y="1381"/>
                      </a:cubicBezTo>
                      <a:cubicBezTo>
                        <a:pt x="770" y="98"/>
                        <a:pt x="770" y="98"/>
                        <a:pt x="770" y="98"/>
                      </a:cubicBezTo>
                      <a:cubicBezTo>
                        <a:pt x="715" y="54"/>
                        <a:pt x="656" y="24"/>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5" name="Google Shape;545;p23"/>
                <p:cNvSpPr/>
                <p:nvPr/>
              </p:nvSpPr>
              <p:spPr>
                <a:xfrm>
                  <a:off x="-6090542" y="2265260"/>
                  <a:ext cx="629640" cy="630000"/>
                </a:xfrm>
                <a:custGeom>
                  <a:rect b="b" l="l" r="r" t="t"/>
                  <a:pathLst>
                    <a:path extrusionOk="0" h="1750" w="1749">
                      <a:moveTo>
                        <a:pt x="1693" y="567"/>
                      </a:moveTo>
                      <a:lnTo>
                        <a:pt x="1693" y="567"/>
                      </a:lnTo>
                      <a:cubicBezTo>
                        <a:pt x="1861" y="1016"/>
                        <a:pt x="1634" y="1524"/>
                        <a:pt x="1185" y="1692"/>
                      </a:cubicBezTo>
                      <a:cubicBezTo>
                        <a:pt x="731" y="1864"/>
                        <a:pt x="228" y="1637"/>
                        <a:pt x="55" y="1183"/>
                      </a:cubicBezTo>
                      <a:cubicBezTo>
                        <a:pt x="-113" y="734"/>
                        <a:pt x="114" y="231"/>
                        <a:pt x="563" y="58"/>
                      </a:cubicBezTo>
                      <a:cubicBezTo>
                        <a:pt x="1017" y="-115"/>
                        <a:pt x="1520" y="112"/>
                        <a:pt x="1693" y="567"/>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6" name="Google Shape;546;p23"/>
                <p:cNvSpPr/>
                <p:nvPr/>
              </p:nvSpPr>
              <p:spPr>
                <a:xfrm>
                  <a:off x="-6035462" y="2320700"/>
                  <a:ext cx="519480" cy="519480"/>
                </a:xfrm>
                <a:custGeom>
                  <a:rect b="b" l="l" r="r" t="t"/>
                  <a:pathLst>
                    <a:path extrusionOk="0" h="1443" w="1443">
                      <a:moveTo>
                        <a:pt x="1397" y="467"/>
                      </a:moveTo>
                      <a:lnTo>
                        <a:pt x="1397" y="467"/>
                      </a:lnTo>
                      <a:cubicBezTo>
                        <a:pt x="1535" y="837"/>
                        <a:pt x="1348" y="1256"/>
                        <a:pt x="977" y="1395"/>
                      </a:cubicBezTo>
                      <a:cubicBezTo>
                        <a:pt x="603" y="1538"/>
                        <a:pt x="188" y="1350"/>
                        <a:pt x="45" y="975"/>
                      </a:cubicBezTo>
                      <a:cubicBezTo>
                        <a:pt x="-93" y="605"/>
                        <a:pt x="94" y="190"/>
                        <a:pt x="464" y="47"/>
                      </a:cubicBezTo>
                      <a:cubicBezTo>
                        <a:pt x="840" y="-96"/>
                        <a:pt x="1254" y="92"/>
                        <a:pt x="1397"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7" name="Google Shape;547;p23"/>
                <p:cNvSpPr/>
                <p:nvPr/>
              </p:nvSpPr>
              <p:spPr>
                <a:xfrm>
                  <a:off x="-5898303" y="2337620"/>
                  <a:ext cx="276840" cy="495720"/>
                </a:xfrm>
                <a:custGeom>
                  <a:rect b="b" l="l" r="r" t="t"/>
                  <a:pathLst>
                    <a:path extrusionOk="0" h="1377" w="769">
                      <a:moveTo>
                        <a:pt x="592" y="0"/>
                      </a:moveTo>
                      <a:lnTo>
                        <a:pt x="592" y="0"/>
                      </a:lnTo>
                      <a:cubicBezTo>
                        <a:pt x="0" y="1308"/>
                        <a:pt x="0" y="1308"/>
                        <a:pt x="0" y="1308"/>
                      </a:cubicBezTo>
                      <a:cubicBezTo>
                        <a:pt x="59" y="1342"/>
                        <a:pt x="123" y="1367"/>
                        <a:pt x="192" y="1377"/>
                      </a:cubicBezTo>
                      <a:cubicBezTo>
                        <a:pt x="769" y="94"/>
                        <a:pt x="769" y="94"/>
                        <a:pt x="769" y="94"/>
                      </a:cubicBezTo>
                      <a:cubicBezTo>
                        <a:pt x="715" y="54"/>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8" name="Google Shape;548;p23"/>
                <p:cNvSpPr/>
                <p:nvPr/>
              </p:nvSpPr>
              <p:spPr>
                <a:xfrm>
                  <a:off x="-5815142" y="2992100"/>
                  <a:ext cx="629640" cy="629640"/>
                </a:xfrm>
                <a:custGeom>
                  <a:rect b="b" l="l" r="r" t="t"/>
                  <a:pathLst>
                    <a:path extrusionOk="0" h="1749" w="1749">
                      <a:moveTo>
                        <a:pt x="1693" y="565"/>
                      </a:moveTo>
                      <a:lnTo>
                        <a:pt x="1693" y="565"/>
                      </a:lnTo>
                      <a:cubicBezTo>
                        <a:pt x="1861" y="1015"/>
                        <a:pt x="1634" y="1523"/>
                        <a:pt x="1185" y="1691"/>
                      </a:cubicBezTo>
                      <a:cubicBezTo>
                        <a:pt x="731" y="1863"/>
                        <a:pt x="228" y="1637"/>
                        <a:pt x="55" y="1182"/>
                      </a:cubicBezTo>
                      <a:cubicBezTo>
                        <a:pt x="-113" y="733"/>
                        <a:pt x="114" y="230"/>
                        <a:pt x="563" y="57"/>
                      </a:cubicBezTo>
                      <a:cubicBezTo>
                        <a:pt x="1017" y="-115"/>
                        <a:pt x="1520" y="112"/>
                        <a:pt x="1693" y="565"/>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49" name="Google Shape;549;p23"/>
                <p:cNvSpPr/>
                <p:nvPr/>
              </p:nvSpPr>
              <p:spPr>
                <a:xfrm>
                  <a:off x="-5760062" y="3046820"/>
                  <a:ext cx="519120" cy="519840"/>
                </a:xfrm>
                <a:custGeom>
                  <a:rect b="b" l="l" r="r" t="t"/>
                  <a:pathLst>
                    <a:path extrusionOk="0" h="1444" w="1442">
                      <a:moveTo>
                        <a:pt x="1397" y="468"/>
                      </a:moveTo>
                      <a:lnTo>
                        <a:pt x="1397" y="468"/>
                      </a:lnTo>
                      <a:cubicBezTo>
                        <a:pt x="1535" y="838"/>
                        <a:pt x="1347" y="1257"/>
                        <a:pt x="977" y="1395"/>
                      </a:cubicBezTo>
                      <a:cubicBezTo>
                        <a:pt x="602" y="1539"/>
                        <a:pt x="188" y="1351"/>
                        <a:pt x="45" y="976"/>
                      </a:cubicBezTo>
                      <a:cubicBezTo>
                        <a:pt x="-93" y="606"/>
                        <a:pt x="94" y="191"/>
                        <a:pt x="464" y="48"/>
                      </a:cubicBezTo>
                      <a:cubicBezTo>
                        <a:pt x="839" y="-95"/>
                        <a:pt x="1254" y="93"/>
                        <a:pt x="1397"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0" name="Google Shape;550;p23"/>
                <p:cNvSpPr/>
                <p:nvPr/>
              </p:nvSpPr>
              <p:spPr>
                <a:xfrm>
                  <a:off x="-5622903" y="3064100"/>
                  <a:ext cx="276840" cy="497520"/>
                </a:xfrm>
                <a:custGeom>
                  <a:rect b="b" l="l" r="r" t="t"/>
                  <a:pathLst>
                    <a:path extrusionOk="0" h="1382" w="769">
                      <a:moveTo>
                        <a:pt x="592" y="0"/>
                      </a:moveTo>
                      <a:lnTo>
                        <a:pt x="592" y="0"/>
                      </a:lnTo>
                      <a:cubicBezTo>
                        <a:pt x="0" y="1308"/>
                        <a:pt x="0" y="1308"/>
                        <a:pt x="0" y="1308"/>
                      </a:cubicBezTo>
                      <a:cubicBezTo>
                        <a:pt x="59" y="1343"/>
                        <a:pt x="123" y="1367"/>
                        <a:pt x="192" y="1382"/>
                      </a:cubicBezTo>
                      <a:cubicBezTo>
                        <a:pt x="769" y="94"/>
                        <a:pt x="769" y="94"/>
                        <a:pt x="769" y="94"/>
                      </a:cubicBezTo>
                      <a:cubicBezTo>
                        <a:pt x="715" y="55"/>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1" name="Google Shape;551;p23"/>
                <p:cNvSpPr/>
                <p:nvPr/>
              </p:nvSpPr>
              <p:spPr>
                <a:xfrm>
                  <a:off x="-4987142" y="3702020"/>
                  <a:ext cx="38880" cy="21240"/>
                </a:xfrm>
                <a:custGeom>
                  <a:rect b="b" l="l" r="r" t="t"/>
                  <a:pathLst>
                    <a:path extrusionOk="0" h="59" w="108">
                      <a:moveTo>
                        <a:pt x="108" y="0"/>
                      </a:moveTo>
                      <a:lnTo>
                        <a:pt x="108" y="0"/>
                      </a:lnTo>
                      <a:cubicBezTo>
                        <a:pt x="99" y="0"/>
                        <a:pt x="99" y="0"/>
                        <a:pt x="99" y="0"/>
                      </a:cubicBezTo>
                      <a:cubicBezTo>
                        <a:pt x="69" y="20"/>
                        <a:pt x="35" y="39"/>
                        <a:pt x="0" y="59"/>
                      </a:cubicBezTo>
                      <a:cubicBezTo>
                        <a:pt x="5" y="54"/>
                        <a:pt x="5" y="54"/>
                        <a:pt x="5" y="54"/>
                      </a:cubicBezTo>
                      <a:cubicBezTo>
                        <a:pt x="39" y="39"/>
                        <a:pt x="79" y="20"/>
                        <a:pt x="108" y="0"/>
                      </a:cubicBezTo>
                      <a:close/>
                    </a:path>
                  </a:pathLst>
                </a:custGeom>
                <a:solidFill>
                  <a:srgbClr val="92A8B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2" name="Google Shape;552;p23"/>
                <p:cNvSpPr/>
                <p:nvPr/>
              </p:nvSpPr>
              <p:spPr>
                <a:xfrm>
                  <a:off x="-6594902" y="3702020"/>
                  <a:ext cx="9000" cy="26640"/>
                </a:xfrm>
                <a:custGeom>
                  <a:rect b="b" l="l" r="r" t="t"/>
                  <a:pathLst>
                    <a:path extrusionOk="0" h="74" w="25">
                      <a:moveTo>
                        <a:pt x="0" y="0"/>
                      </a:moveTo>
                      <a:lnTo>
                        <a:pt x="0" y="0"/>
                      </a:lnTo>
                      <a:lnTo>
                        <a:pt x="0" y="0"/>
                      </a:lnTo>
                      <a:cubicBezTo>
                        <a:pt x="5" y="15"/>
                        <a:pt x="10" y="29"/>
                        <a:pt x="15" y="49"/>
                      </a:cubicBezTo>
                      <a:cubicBezTo>
                        <a:pt x="20" y="54"/>
                        <a:pt x="20" y="64"/>
                        <a:pt x="25" y="74"/>
                      </a:cubicBezTo>
                      <a:cubicBezTo>
                        <a:pt x="20" y="64"/>
                        <a:pt x="20" y="54"/>
                        <a:pt x="15" y="49"/>
                      </a:cubicBezTo>
                      <a:cubicBezTo>
                        <a:pt x="10" y="29"/>
                        <a:pt x="5" y="15"/>
                        <a:pt x="0"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3" name="Google Shape;553;p23"/>
                <p:cNvSpPr/>
                <p:nvPr/>
              </p:nvSpPr>
              <p:spPr>
                <a:xfrm>
                  <a:off x="-6532622" y="3702020"/>
                  <a:ext cx="62280" cy="9000"/>
                </a:xfrm>
                <a:custGeom>
                  <a:rect b="b" l="l" r="r" t="t"/>
                  <a:pathLst>
                    <a:path extrusionOk="0" h="25" w="173">
                      <a:moveTo>
                        <a:pt x="173" y="0"/>
                      </a:moveTo>
                      <a:lnTo>
                        <a:pt x="173" y="0"/>
                      </a:lnTo>
                      <a:cubicBezTo>
                        <a:pt x="0" y="0"/>
                        <a:pt x="0" y="0"/>
                        <a:pt x="0" y="0"/>
                      </a:cubicBezTo>
                      <a:cubicBezTo>
                        <a:pt x="10" y="5"/>
                        <a:pt x="15" y="10"/>
                        <a:pt x="20" y="10"/>
                      </a:cubicBezTo>
                      <a:cubicBezTo>
                        <a:pt x="40" y="20"/>
                        <a:pt x="59" y="25"/>
                        <a:pt x="79" y="25"/>
                      </a:cubicBezTo>
                      <a:cubicBezTo>
                        <a:pt x="108" y="25"/>
                        <a:pt x="143" y="15"/>
                        <a:pt x="173"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4" name="Google Shape;554;p23"/>
                <p:cNvSpPr/>
                <p:nvPr/>
              </p:nvSpPr>
              <p:spPr>
                <a:xfrm>
                  <a:off x="-4830902" y="-546700"/>
                  <a:ext cx="1800" cy="0"/>
                </a:xfrm>
                <a:custGeom>
                  <a:rect b="b" l="l" r="r" t="t"/>
                  <a:pathLst>
                    <a:path extrusionOk="0" h="120000" w="5">
                      <a:moveTo>
                        <a:pt x="0" y="0"/>
                      </a:moveTo>
                      <a:lnTo>
                        <a:pt x="0" y="0"/>
                      </a:lnTo>
                      <a:lnTo>
                        <a:pt x="5" y="0"/>
                      </a:lnTo>
                      <a:cubicBezTo>
                        <a:pt x="0" y="0"/>
                        <a:pt x="0" y="0"/>
                        <a:pt x="0" y="0"/>
                      </a:cubicBezTo>
                      <a:moveTo>
                        <a:pt x="0" y="0"/>
                      </a:moveTo>
                      <a:lnTo>
                        <a:pt x="0" y="0"/>
                      </a:lnTo>
                      <a:moveTo>
                        <a:pt x="0" y="0"/>
                      </a:moveTo>
                      <a:lnTo>
                        <a:pt x="0" y="0"/>
                      </a:lnTo>
                      <a:close/>
                    </a:path>
                  </a:pathLst>
                </a:custGeom>
                <a:solidFill>
                  <a:srgbClr val="F3F5F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5" name="Google Shape;555;p23"/>
                <p:cNvSpPr/>
                <p:nvPr/>
              </p:nvSpPr>
              <p:spPr>
                <a:xfrm>
                  <a:off x="-7444175" y="-478625"/>
                  <a:ext cx="2749800" cy="4165200"/>
                </a:xfrm>
                <a:prstGeom prst="roundRect">
                  <a:avLst>
                    <a:gd fmla="val 4885" name="adj"/>
                  </a:avLst>
                </a:prstGeom>
                <a:solidFill>
                  <a:schemeClr val="accent6"/>
                </a:solidFill>
                <a:ln cap="flat" cmpd="sng" w="9525">
                  <a:solidFill>
                    <a:schemeClr val="dk2"/>
                  </a:solidFill>
                  <a:prstDash val="solid"/>
                  <a:round/>
                  <a:headEnd len="sm" w="sm" type="none"/>
                  <a:tailEnd len="sm" w="sm" type="none"/>
                </a:ln>
                <a:effectLst>
                  <a:outerShdw blurRad="57150" rotWithShape="0" algn="bl" dir="5400000" dist="19050">
                    <a:schemeClr val="dk1">
                      <a:alpha val="2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56" name="Google Shape;556;p23"/>
                <p:cNvSpPr/>
                <p:nvPr/>
              </p:nvSpPr>
              <p:spPr>
                <a:xfrm>
                  <a:off x="-7486262" y="-546700"/>
                  <a:ext cx="2749680" cy="4106520"/>
                </a:xfrm>
                <a:custGeom>
                  <a:rect b="b" l="l" r="r" t="t"/>
                  <a:pathLst>
                    <a:path extrusionOk="0" h="11407" w="7638">
                      <a:moveTo>
                        <a:pt x="0" y="11314"/>
                      </a:moveTo>
                      <a:lnTo>
                        <a:pt x="0" y="11314"/>
                      </a:lnTo>
                      <a:moveTo>
                        <a:pt x="0" y="11314"/>
                      </a:moveTo>
                      <a:lnTo>
                        <a:pt x="0" y="11314"/>
                      </a:lnTo>
                      <a:moveTo>
                        <a:pt x="0" y="11308"/>
                      </a:moveTo>
                      <a:lnTo>
                        <a:pt x="0" y="11308"/>
                      </a:lnTo>
                      <a:cubicBezTo>
                        <a:pt x="0" y="11314"/>
                        <a:pt x="0" y="11314"/>
                        <a:pt x="0" y="11314"/>
                      </a:cubicBezTo>
                      <a:lnTo>
                        <a:pt x="0" y="11308"/>
                      </a:lnTo>
                      <a:moveTo>
                        <a:pt x="0" y="493"/>
                      </a:moveTo>
                      <a:lnTo>
                        <a:pt x="0" y="493"/>
                      </a:lnTo>
                      <a:lnTo>
                        <a:pt x="0" y="493"/>
                      </a:lnTo>
                      <a:cubicBezTo>
                        <a:pt x="0" y="11308"/>
                        <a:pt x="0" y="11308"/>
                        <a:pt x="0" y="11308"/>
                      </a:cubicBezTo>
                      <a:lnTo>
                        <a:pt x="0" y="11308"/>
                      </a:lnTo>
                      <a:lnTo>
                        <a:pt x="0" y="11308"/>
                      </a:lnTo>
                      <a:cubicBezTo>
                        <a:pt x="0" y="493"/>
                        <a:pt x="0" y="493"/>
                        <a:pt x="0" y="493"/>
                      </a:cubicBezTo>
                      <a:moveTo>
                        <a:pt x="1422" y="6775"/>
                      </a:moveTo>
                      <a:lnTo>
                        <a:pt x="1422" y="6775"/>
                      </a:lnTo>
                      <a:cubicBezTo>
                        <a:pt x="938" y="6775"/>
                        <a:pt x="543" y="6385"/>
                        <a:pt x="543" y="5902"/>
                      </a:cubicBezTo>
                      <a:cubicBezTo>
                        <a:pt x="543" y="5418"/>
                        <a:pt x="938" y="5028"/>
                        <a:pt x="1422" y="5028"/>
                      </a:cubicBezTo>
                      <a:cubicBezTo>
                        <a:pt x="1899" y="5028"/>
                        <a:pt x="2294" y="5418"/>
                        <a:pt x="2294" y="5902"/>
                      </a:cubicBezTo>
                      <a:cubicBezTo>
                        <a:pt x="2294" y="6385"/>
                        <a:pt x="1899" y="6775"/>
                        <a:pt x="1422" y="6775"/>
                      </a:cubicBezTo>
                      <a:moveTo>
                        <a:pt x="1422" y="4618"/>
                      </a:moveTo>
                      <a:lnTo>
                        <a:pt x="1422" y="4618"/>
                      </a:lnTo>
                      <a:cubicBezTo>
                        <a:pt x="938" y="4618"/>
                        <a:pt x="543" y="4228"/>
                        <a:pt x="543" y="3745"/>
                      </a:cubicBezTo>
                      <a:cubicBezTo>
                        <a:pt x="543" y="3262"/>
                        <a:pt x="938" y="2872"/>
                        <a:pt x="1422" y="2872"/>
                      </a:cubicBezTo>
                      <a:cubicBezTo>
                        <a:pt x="1899" y="2872"/>
                        <a:pt x="2294" y="3262"/>
                        <a:pt x="2294" y="3745"/>
                      </a:cubicBezTo>
                      <a:cubicBezTo>
                        <a:pt x="2294" y="4228"/>
                        <a:pt x="1899" y="4618"/>
                        <a:pt x="1422" y="4618"/>
                      </a:cubicBezTo>
                      <a:moveTo>
                        <a:pt x="3932" y="4618"/>
                      </a:moveTo>
                      <a:lnTo>
                        <a:pt x="3932" y="4618"/>
                      </a:lnTo>
                      <a:cubicBezTo>
                        <a:pt x="3448" y="4618"/>
                        <a:pt x="3059" y="4228"/>
                        <a:pt x="3059" y="3745"/>
                      </a:cubicBezTo>
                      <a:cubicBezTo>
                        <a:pt x="3059" y="3262"/>
                        <a:pt x="3448" y="2872"/>
                        <a:pt x="3932" y="2872"/>
                      </a:cubicBezTo>
                      <a:cubicBezTo>
                        <a:pt x="4415" y="2872"/>
                        <a:pt x="4805" y="3262"/>
                        <a:pt x="4805" y="3745"/>
                      </a:cubicBezTo>
                      <a:cubicBezTo>
                        <a:pt x="4805" y="4228"/>
                        <a:pt x="4415" y="4618"/>
                        <a:pt x="3932" y="4618"/>
                      </a:cubicBezTo>
                      <a:moveTo>
                        <a:pt x="1422" y="2462"/>
                      </a:moveTo>
                      <a:lnTo>
                        <a:pt x="1422" y="2462"/>
                      </a:lnTo>
                      <a:cubicBezTo>
                        <a:pt x="938" y="2462"/>
                        <a:pt x="543" y="2067"/>
                        <a:pt x="543" y="1584"/>
                      </a:cubicBezTo>
                      <a:cubicBezTo>
                        <a:pt x="543" y="1105"/>
                        <a:pt x="938" y="710"/>
                        <a:pt x="1422" y="710"/>
                      </a:cubicBezTo>
                      <a:cubicBezTo>
                        <a:pt x="1899" y="710"/>
                        <a:pt x="2294" y="1105"/>
                        <a:pt x="2294" y="1584"/>
                      </a:cubicBezTo>
                      <a:cubicBezTo>
                        <a:pt x="2294" y="2067"/>
                        <a:pt x="1899" y="2462"/>
                        <a:pt x="1422" y="2462"/>
                      </a:cubicBezTo>
                      <a:moveTo>
                        <a:pt x="3932" y="2462"/>
                      </a:moveTo>
                      <a:lnTo>
                        <a:pt x="3932" y="2462"/>
                      </a:lnTo>
                      <a:cubicBezTo>
                        <a:pt x="3448" y="2462"/>
                        <a:pt x="3059" y="2067"/>
                        <a:pt x="3059" y="1584"/>
                      </a:cubicBezTo>
                      <a:cubicBezTo>
                        <a:pt x="3059" y="1105"/>
                        <a:pt x="3448" y="710"/>
                        <a:pt x="3932" y="710"/>
                      </a:cubicBezTo>
                      <a:cubicBezTo>
                        <a:pt x="4415" y="710"/>
                        <a:pt x="4805" y="1105"/>
                        <a:pt x="4805" y="1584"/>
                      </a:cubicBezTo>
                      <a:cubicBezTo>
                        <a:pt x="4805" y="2067"/>
                        <a:pt x="4415" y="2462"/>
                        <a:pt x="3932" y="2462"/>
                      </a:cubicBezTo>
                      <a:moveTo>
                        <a:pt x="7253" y="138"/>
                      </a:moveTo>
                      <a:lnTo>
                        <a:pt x="7253" y="138"/>
                      </a:lnTo>
                      <a:cubicBezTo>
                        <a:pt x="612" y="138"/>
                        <a:pt x="612" y="138"/>
                        <a:pt x="612" y="138"/>
                      </a:cubicBezTo>
                      <a:cubicBezTo>
                        <a:pt x="351" y="138"/>
                        <a:pt x="134" y="350"/>
                        <a:pt x="134" y="616"/>
                      </a:cubicBezTo>
                      <a:cubicBezTo>
                        <a:pt x="134" y="11185"/>
                        <a:pt x="134" y="11185"/>
                        <a:pt x="134" y="11185"/>
                      </a:cubicBezTo>
                      <a:cubicBezTo>
                        <a:pt x="134" y="11264"/>
                        <a:pt x="153" y="11338"/>
                        <a:pt x="188" y="11407"/>
                      </a:cubicBezTo>
                      <a:cubicBezTo>
                        <a:pt x="676" y="10677"/>
                        <a:pt x="676" y="10677"/>
                        <a:pt x="676" y="10677"/>
                      </a:cubicBezTo>
                      <a:cubicBezTo>
                        <a:pt x="593" y="10544"/>
                        <a:pt x="543" y="10386"/>
                        <a:pt x="543" y="10218"/>
                      </a:cubicBezTo>
                      <a:cubicBezTo>
                        <a:pt x="543" y="9734"/>
                        <a:pt x="938" y="9344"/>
                        <a:pt x="1422" y="9344"/>
                      </a:cubicBezTo>
                      <a:cubicBezTo>
                        <a:pt x="1471" y="9344"/>
                        <a:pt x="1520" y="9344"/>
                        <a:pt x="1569" y="9354"/>
                      </a:cubicBezTo>
                      <a:cubicBezTo>
                        <a:pt x="1998" y="8713"/>
                        <a:pt x="1998" y="8713"/>
                        <a:pt x="1998" y="8713"/>
                      </a:cubicBezTo>
                      <a:cubicBezTo>
                        <a:pt x="1846" y="8851"/>
                        <a:pt x="1643" y="8935"/>
                        <a:pt x="1422" y="8935"/>
                      </a:cubicBezTo>
                      <a:cubicBezTo>
                        <a:pt x="938" y="8935"/>
                        <a:pt x="543" y="8540"/>
                        <a:pt x="543" y="8057"/>
                      </a:cubicBezTo>
                      <a:cubicBezTo>
                        <a:pt x="543" y="7578"/>
                        <a:pt x="938" y="7184"/>
                        <a:pt x="1422" y="7184"/>
                      </a:cubicBezTo>
                      <a:cubicBezTo>
                        <a:pt x="1899" y="7184"/>
                        <a:pt x="2294" y="7578"/>
                        <a:pt x="2294" y="8057"/>
                      </a:cubicBezTo>
                      <a:cubicBezTo>
                        <a:pt x="2294" y="8160"/>
                        <a:pt x="2274" y="8259"/>
                        <a:pt x="2244" y="8348"/>
                      </a:cubicBezTo>
                      <a:cubicBezTo>
                        <a:pt x="3414" y="6607"/>
                        <a:pt x="3414" y="6607"/>
                        <a:pt x="3414" y="6607"/>
                      </a:cubicBezTo>
                      <a:cubicBezTo>
                        <a:pt x="3197" y="6449"/>
                        <a:pt x="3059" y="6192"/>
                        <a:pt x="3059" y="5902"/>
                      </a:cubicBezTo>
                      <a:cubicBezTo>
                        <a:pt x="3059" y="5418"/>
                        <a:pt x="3448" y="5028"/>
                        <a:pt x="3932" y="5028"/>
                      </a:cubicBezTo>
                      <a:cubicBezTo>
                        <a:pt x="4100" y="5028"/>
                        <a:pt x="4258" y="5077"/>
                        <a:pt x="4391" y="5156"/>
                      </a:cubicBezTo>
                      <a:cubicBezTo>
                        <a:pt x="6226" y="2433"/>
                        <a:pt x="6226" y="2433"/>
                        <a:pt x="6226" y="2433"/>
                      </a:cubicBezTo>
                      <a:cubicBezTo>
                        <a:pt x="5846" y="2334"/>
                        <a:pt x="5570" y="1994"/>
                        <a:pt x="5570" y="1584"/>
                      </a:cubicBezTo>
                      <a:cubicBezTo>
                        <a:pt x="5570" y="1105"/>
                        <a:pt x="5960" y="710"/>
                        <a:pt x="6444" y="710"/>
                      </a:cubicBezTo>
                      <a:cubicBezTo>
                        <a:pt x="6730" y="710"/>
                        <a:pt x="6987" y="849"/>
                        <a:pt x="7144" y="1061"/>
                      </a:cubicBezTo>
                      <a:cubicBezTo>
                        <a:pt x="7638" y="336"/>
                        <a:pt x="7638" y="336"/>
                        <a:pt x="7638" y="336"/>
                      </a:cubicBezTo>
                      <a:cubicBezTo>
                        <a:pt x="7549" y="217"/>
                        <a:pt x="7410" y="138"/>
                        <a:pt x="7253" y="138"/>
                      </a:cubicBezTo>
                      <a:moveTo>
                        <a:pt x="7381" y="0"/>
                      </a:moveTo>
                      <a:lnTo>
                        <a:pt x="7381" y="0"/>
                      </a:lnTo>
                      <a:cubicBezTo>
                        <a:pt x="7386" y="0"/>
                        <a:pt x="7386" y="0"/>
                        <a:pt x="7386" y="0"/>
                      </a:cubicBezTo>
                      <a:lnTo>
                        <a:pt x="7381" y="0"/>
                      </a:lnTo>
                      <a:moveTo>
                        <a:pt x="7381" y="0"/>
                      </a:moveTo>
                      <a:lnTo>
                        <a:pt x="7381" y="0"/>
                      </a:lnTo>
                      <a:moveTo>
                        <a:pt x="7381" y="0"/>
                      </a:moveTo>
                      <a:lnTo>
                        <a:pt x="7381"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7" name="Google Shape;557;p23"/>
                <p:cNvSpPr/>
                <p:nvPr/>
              </p:nvSpPr>
              <p:spPr>
                <a:xfrm>
                  <a:off x="-6575462" y="-376420"/>
                  <a:ext cx="69480" cy="3907800"/>
                </a:xfrm>
                <a:custGeom>
                  <a:rect b="b" l="l" r="r" t="t"/>
                  <a:pathLst>
                    <a:path extrusionOk="0" h="10855" w="193">
                      <a:moveTo>
                        <a:pt x="99" y="10855"/>
                      </a:moveTo>
                      <a:lnTo>
                        <a:pt x="99" y="10855"/>
                      </a:lnTo>
                      <a:lnTo>
                        <a:pt x="99" y="10855"/>
                      </a:lnTo>
                      <a:cubicBezTo>
                        <a:pt x="45" y="10855"/>
                        <a:pt x="0" y="10811"/>
                        <a:pt x="0" y="10757"/>
                      </a:cubicBezTo>
                      <a:cubicBezTo>
                        <a:pt x="0" y="99"/>
                        <a:pt x="0" y="99"/>
                        <a:pt x="0" y="99"/>
                      </a:cubicBezTo>
                      <a:cubicBezTo>
                        <a:pt x="0" y="45"/>
                        <a:pt x="45" y="0"/>
                        <a:pt x="99" y="0"/>
                      </a:cubicBezTo>
                      <a:cubicBezTo>
                        <a:pt x="153" y="0"/>
                        <a:pt x="193" y="45"/>
                        <a:pt x="193" y="99"/>
                      </a:cubicBezTo>
                      <a:cubicBezTo>
                        <a:pt x="193" y="10757"/>
                        <a:pt x="193" y="10757"/>
                        <a:pt x="193" y="10757"/>
                      </a:cubicBezTo>
                      <a:cubicBezTo>
                        <a:pt x="193" y="10811"/>
                        <a:pt x="153" y="10855"/>
                        <a:pt x="99"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8" name="Google Shape;558;p23"/>
                <p:cNvSpPr/>
                <p:nvPr/>
              </p:nvSpPr>
              <p:spPr>
                <a:xfrm>
                  <a:off x="-5635502" y="-376420"/>
                  <a:ext cx="69120" cy="3907800"/>
                </a:xfrm>
                <a:custGeom>
                  <a:rect b="b" l="l" r="r" t="t"/>
                  <a:pathLst>
                    <a:path extrusionOk="0" h="10855" w="192">
                      <a:moveTo>
                        <a:pt x="94" y="10855"/>
                      </a:moveTo>
                      <a:lnTo>
                        <a:pt x="94" y="10855"/>
                      </a:lnTo>
                      <a:lnTo>
                        <a:pt x="94" y="10855"/>
                      </a:lnTo>
                      <a:cubicBezTo>
                        <a:pt x="39" y="10855"/>
                        <a:pt x="0" y="10811"/>
                        <a:pt x="0" y="10757"/>
                      </a:cubicBezTo>
                      <a:cubicBezTo>
                        <a:pt x="0" y="99"/>
                        <a:pt x="0" y="99"/>
                        <a:pt x="0" y="99"/>
                      </a:cubicBezTo>
                      <a:cubicBezTo>
                        <a:pt x="0" y="45"/>
                        <a:pt x="39" y="0"/>
                        <a:pt x="94" y="0"/>
                      </a:cubicBezTo>
                      <a:cubicBezTo>
                        <a:pt x="148" y="0"/>
                        <a:pt x="192" y="45"/>
                        <a:pt x="192" y="99"/>
                      </a:cubicBezTo>
                      <a:cubicBezTo>
                        <a:pt x="192" y="10757"/>
                        <a:pt x="192" y="10757"/>
                        <a:pt x="192" y="10757"/>
                      </a:cubicBezTo>
                      <a:cubicBezTo>
                        <a:pt x="192" y="10811"/>
                        <a:pt x="148" y="10855"/>
                        <a:pt x="94"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59" name="Google Shape;559;p23"/>
                <p:cNvSpPr/>
                <p:nvPr/>
              </p:nvSpPr>
              <p:spPr>
                <a:xfrm>
                  <a:off x="-7290782" y="-291100"/>
                  <a:ext cx="630360" cy="630720"/>
                </a:xfrm>
                <a:custGeom>
                  <a:rect b="b" l="l" r="r" t="t"/>
                  <a:pathLst>
                    <a:path extrusionOk="0" h="1752" w="1751">
                      <a:moveTo>
                        <a:pt x="1751" y="874"/>
                      </a:moveTo>
                      <a:lnTo>
                        <a:pt x="1751" y="874"/>
                      </a:lnTo>
                      <a:cubicBezTo>
                        <a:pt x="1751" y="1357"/>
                        <a:pt x="1356" y="1752"/>
                        <a:pt x="879" y="1752"/>
                      </a:cubicBezTo>
                      <a:cubicBezTo>
                        <a:pt x="395" y="1752"/>
                        <a:pt x="0" y="1357"/>
                        <a:pt x="0" y="874"/>
                      </a:cubicBezTo>
                      <a:cubicBezTo>
                        <a:pt x="0" y="395"/>
                        <a:pt x="395" y="0"/>
                        <a:pt x="879" y="0"/>
                      </a:cubicBezTo>
                      <a:cubicBezTo>
                        <a:pt x="1356" y="0"/>
                        <a:pt x="1751" y="395"/>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0" name="Google Shape;560;p23"/>
                <p:cNvSpPr/>
                <p:nvPr/>
              </p:nvSpPr>
              <p:spPr>
                <a:xfrm>
                  <a:off x="-7233902" y="23540"/>
                  <a:ext cx="518400" cy="294840"/>
                </a:xfrm>
                <a:custGeom>
                  <a:rect b="b" l="l" r="r" t="t"/>
                  <a:pathLst>
                    <a:path extrusionOk="0" h="819" w="1440">
                      <a:moveTo>
                        <a:pt x="1440" y="0"/>
                      </a:moveTo>
                      <a:lnTo>
                        <a:pt x="1440" y="0"/>
                      </a:lnTo>
                      <a:cubicBezTo>
                        <a:pt x="1440" y="207"/>
                        <a:pt x="1351" y="394"/>
                        <a:pt x="1213" y="528"/>
                      </a:cubicBezTo>
                      <a:cubicBezTo>
                        <a:pt x="1085" y="646"/>
                        <a:pt x="908" y="725"/>
                        <a:pt x="721" y="725"/>
                      </a:cubicBezTo>
                      <a:cubicBezTo>
                        <a:pt x="331" y="725"/>
                        <a:pt x="15" y="414"/>
                        <a:pt x="0" y="29"/>
                      </a:cubicBezTo>
                      <a:cubicBezTo>
                        <a:pt x="15" y="419"/>
                        <a:pt x="311" y="819"/>
                        <a:pt x="735" y="819"/>
                      </a:cubicBezTo>
                      <a:cubicBezTo>
                        <a:pt x="1164" y="819"/>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1" name="Google Shape;561;p23"/>
                <p:cNvSpPr/>
                <p:nvPr/>
              </p:nvSpPr>
              <p:spPr>
                <a:xfrm>
                  <a:off x="-7233902" y="-236020"/>
                  <a:ext cx="518400" cy="520560"/>
                </a:xfrm>
                <a:custGeom>
                  <a:rect b="b" l="l" r="r" t="t"/>
                  <a:pathLst>
                    <a:path extrusionOk="0" h="1446" w="1440">
                      <a:moveTo>
                        <a:pt x="1440" y="721"/>
                      </a:moveTo>
                      <a:lnTo>
                        <a:pt x="1440" y="721"/>
                      </a:lnTo>
                      <a:cubicBezTo>
                        <a:pt x="1440" y="1121"/>
                        <a:pt x="1115" y="1446"/>
                        <a:pt x="721" y="1446"/>
                      </a:cubicBezTo>
                      <a:cubicBezTo>
                        <a:pt x="321" y="1446"/>
                        <a:pt x="0" y="1121"/>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2" name="Google Shape;562;p23"/>
                <p:cNvSpPr/>
                <p:nvPr/>
              </p:nvSpPr>
              <p:spPr>
                <a:xfrm>
                  <a:off x="-7169823" y="-171940"/>
                  <a:ext cx="413280" cy="414000"/>
                </a:xfrm>
                <a:custGeom>
                  <a:rect b="b" l="l" r="r" t="t"/>
                  <a:pathLst>
                    <a:path extrusionOk="0" h="1150" w="1148">
                      <a:moveTo>
                        <a:pt x="1015" y="0"/>
                      </a:moveTo>
                      <a:lnTo>
                        <a:pt x="1015" y="0"/>
                      </a:lnTo>
                      <a:cubicBezTo>
                        <a:pt x="0" y="1021"/>
                        <a:pt x="0" y="1021"/>
                        <a:pt x="0" y="1021"/>
                      </a:cubicBezTo>
                      <a:cubicBezTo>
                        <a:pt x="44" y="1071"/>
                        <a:pt x="94" y="1115"/>
                        <a:pt x="153" y="1150"/>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3" name="Google Shape;563;p23"/>
                <p:cNvSpPr/>
                <p:nvPr/>
              </p:nvSpPr>
              <p:spPr>
                <a:xfrm>
                  <a:off x="-7235702" y="-189580"/>
                  <a:ext cx="111960" cy="223560"/>
                </a:xfrm>
                <a:custGeom>
                  <a:rect b="b" l="l" r="r" t="t"/>
                  <a:pathLst>
                    <a:path extrusionOk="0" h="621" w="311">
                      <a:moveTo>
                        <a:pt x="311" y="0"/>
                      </a:moveTo>
                      <a:lnTo>
                        <a:pt x="311" y="0"/>
                      </a:lnTo>
                      <a:cubicBezTo>
                        <a:pt x="123" y="133"/>
                        <a:pt x="0" y="350"/>
                        <a:pt x="0" y="592"/>
                      </a:cubicBezTo>
                      <a:cubicBezTo>
                        <a:pt x="0" y="602"/>
                        <a:pt x="5" y="612"/>
                        <a:pt x="5" y="621"/>
                      </a:cubicBezTo>
                      <a:cubicBezTo>
                        <a:pt x="5" y="612"/>
                        <a:pt x="5" y="602"/>
                        <a:pt x="5" y="592"/>
                      </a:cubicBezTo>
                      <a:lnTo>
                        <a:pt x="5" y="592"/>
                      </a:lnTo>
                      <a:lnTo>
                        <a:pt x="5" y="592"/>
                      </a:lnTo>
                      <a:cubicBezTo>
                        <a:pt x="5" y="350"/>
                        <a:pt x="123" y="133"/>
                        <a:pt x="31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4" name="Google Shape;564;p23"/>
                <p:cNvSpPr/>
                <p:nvPr/>
              </p:nvSpPr>
              <p:spPr>
                <a:xfrm>
                  <a:off x="-7169823" y="-171940"/>
                  <a:ext cx="413280" cy="414000"/>
                </a:xfrm>
                <a:custGeom>
                  <a:rect b="b" l="l" r="r" t="t"/>
                  <a:pathLst>
                    <a:path extrusionOk="0" h="1150" w="1148">
                      <a:moveTo>
                        <a:pt x="19" y="997"/>
                      </a:moveTo>
                      <a:lnTo>
                        <a:pt x="19" y="997"/>
                      </a:lnTo>
                      <a:cubicBezTo>
                        <a:pt x="0" y="1021"/>
                        <a:pt x="0" y="1021"/>
                        <a:pt x="0" y="1021"/>
                      </a:cubicBezTo>
                      <a:cubicBezTo>
                        <a:pt x="44" y="1071"/>
                        <a:pt x="94" y="1115"/>
                        <a:pt x="153" y="1150"/>
                      </a:cubicBezTo>
                      <a:cubicBezTo>
                        <a:pt x="172" y="1130"/>
                        <a:pt x="172" y="1130"/>
                        <a:pt x="172" y="1130"/>
                      </a:cubicBezTo>
                      <a:cubicBezTo>
                        <a:pt x="118" y="1096"/>
                        <a:pt x="64" y="1051"/>
                        <a:pt x="19" y="997"/>
                      </a:cubicBezTo>
                      <a:moveTo>
                        <a:pt x="1015" y="0"/>
                      </a:moveTo>
                      <a:lnTo>
                        <a:pt x="1015" y="0"/>
                      </a:lnTo>
                      <a:cubicBezTo>
                        <a:pt x="991" y="25"/>
                        <a:pt x="991" y="25"/>
                        <a:pt x="991" y="25"/>
                      </a:cubicBezTo>
                      <a:cubicBezTo>
                        <a:pt x="1045" y="69"/>
                        <a:pt x="1089" y="118"/>
                        <a:pt x="1124" y="178"/>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5" name="Google Shape;565;p23"/>
                <p:cNvSpPr/>
                <p:nvPr/>
              </p:nvSpPr>
              <p:spPr>
                <a:xfrm>
                  <a:off x="-6385022" y="-291100"/>
                  <a:ext cx="628560" cy="630720"/>
                </a:xfrm>
                <a:custGeom>
                  <a:rect b="b" l="l" r="r" t="t"/>
                  <a:pathLst>
                    <a:path extrusionOk="0" h="1752" w="1746">
                      <a:moveTo>
                        <a:pt x="1746" y="874"/>
                      </a:moveTo>
                      <a:lnTo>
                        <a:pt x="1746" y="874"/>
                      </a:lnTo>
                      <a:cubicBezTo>
                        <a:pt x="1746" y="1357"/>
                        <a:pt x="1356" y="1752"/>
                        <a:pt x="873" y="1752"/>
                      </a:cubicBezTo>
                      <a:cubicBezTo>
                        <a:pt x="389" y="1752"/>
                        <a:pt x="0" y="1357"/>
                        <a:pt x="0" y="874"/>
                      </a:cubicBezTo>
                      <a:cubicBezTo>
                        <a:pt x="0" y="395"/>
                        <a:pt x="389" y="0"/>
                        <a:pt x="873" y="0"/>
                      </a:cubicBezTo>
                      <a:cubicBezTo>
                        <a:pt x="1356" y="0"/>
                        <a:pt x="1746" y="395"/>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6" name="Google Shape;566;p23"/>
                <p:cNvSpPr/>
                <p:nvPr/>
              </p:nvSpPr>
              <p:spPr>
                <a:xfrm>
                  <a:off x="-6329942" y="23540"/>
                  <a:ext cx="518400" cy="294840"/>
                </a:xfrm>
                <a:custGeom>
                  <a:rect b="b" l="l" r="r" t="t"/>
                  <a:pathLst>
                    <a:path extrusionOk="0" h="819" w="1440">
                      <a:moveTo>
                        <a:pt x="0" y="0"/>
                      </a:moveTo>
                      <a:lnTo>
                        <a:pt x="0" y="0"/>
                      </a:lnTo>
                      <a:cubicBezTo>
                        <a:pt x="0" y="5"/>
                        <a:pt x="0" y="5"/>
                        <a:pt x="0" y="5"/>
                      </a:cubicBezTo>
                      <a:lnTo>
                        <a:pt x="0" y="0"/>
                      </a:lnTo>
                      <a:moveTo>
                        <a:pt x="1440" y="0"/>
                      </a:moveTo>
                      <a:lnTo>
                        <a:pt x="1440" y="0"/>
                      </a:lnTo>
                      <a:cubicBezTo>
                        <a:pt x="1440" y="400"/>
                        <a:pt x="1119" y="725"/>
                        <a:pt x="720" y="725"/>
                      </a:cubicBezTo>
                      <a:cubicBezTo>
                        <a:pt x="320" y="725"/>
                        <a:pt x="0" y="400"/>
                        <a:pt x="0" y="5"/>
                      </a:cubicBezTo>
                      <a:cubicBezTo>
                        <a:pt x="0" y="400"/>
                        <a:pt x="300" y="819"/>
                        <a:pt x="735" y="819"/>
                      </a:cubicBezTo>
                      <a:cubicBezTo>
                        <a:pt x="1164" y="819"/>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7" name="Google Shape;567;p23"/>
                <p:cNvSpPr/>
                <p:nvPr/>
              </p:nvSpPr>
              <p:spPr>
                <a:xfrm>
                  <a:off x="-6329942" y="-236020"/>
                  <a:ext cx="518400" cy="520560"/>
                </a:xfrm>
                <a:custGeom>
                  <a:rect b="b" l="l" r="r" t="t"/>
                  <a:pathLst>
                    <a:path extrusionOk="0" h="1446" w="1440">
                      <a:moveTo>
                        <a:pt x="1440" y="721"/>
                      </a:moveTo>
                      <a:lnTo>
                        <a:pt x="1440" y="721"/>
                      </a:lnTo>
                      <a:cubicBezTo>
                        <a:pt x="1440" y="1121"/>
                        <a:pt x="1119" y="1446"/>
                        <a:pt x="720" y="1446"/>
                      </a:cubicBezTo>
                      <a:cubicBezTo>
                        <a:pt x="320" y="1446"/>
                        <a:pt x="0" y="1121"/>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8" name="Google Shape;568;p23"/>
                <p:cNvSpPr/>
                <p:nvPr/>
              </p:nvSpPr>
              <p:spPr>
                <a:xfrm>
                  <a:off x="-6266222" y="-171940"/>
                  <a:ext cx="414000" cy="414000"/>
                </a:xfrm>
                <a:custGeom>
                  <a:rect b="b" l="l" r="r" t="t"/>
                  <a:pathLst>
                    <a:path extrusionOk="0" h="1150" w="1150">
                      <a:moveTo>
                        <a:pt x="1017" y="0"/>
                      </a:moveTo>
                      <a:lnTo>
                        <a:pt x="1017" y="0"/>
                      </a:lnTo>
                      <a:cubicBezTo>
                        <a:pt x="0" y="1021"/>
                        <a:pt x="0" y="1021"/>
                        <a:pt x="0" y="1021"/>
                      </a:cubicBezTo>
                      <a:cubicBezTo>
                        <a:pt x="45" y="1071"/>
                        <a:pt x="99" y="1115"/>
                        <a:pt x="153" y="1150"/>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69" name="Google Shape;569;p23"/>
                <p:cNvSpPr/>
                <p:nvPr/>
              </p:nvSpPr>
              <p:spPr>
                <a:xfrm>
                  <a:off x="-6329942" y="23540"/>
                  <a:ext cx="518400" cy="1800"/>
                </a:xfrm>
                <a:custGeom>
                  <a:rect b="b" l="l" r="r" t="t"/>
                  <a:pathLst>
                    <a:path extrusionOk="0" h="5" w="1440">
                      <a:moveTo>
                        <a:pt x="0" y="5"/>
                      </a:moveTo>
                      <a:lnTo>
                        <a:pt x="0" y="5"/>
                      </a:lnTo>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0" name="Google Shape;570;p23"/>
                <p:cNvSpPr/>
                <p:nvPr/>
              </p:nvSpPr>
              <p:spPr>
                <a:xfrm>
                  <a:off x="-6266222" y="-171940"/>
                  <a:ext cx="414000" cy="414000"/>
                </a:xfrm>
                <a:custGeom>
                  <a:rect b="b" l="l" r="r" t="t"/>
                  <a:pathLst>
                    <a:path extrusionOk="0" h="1150" w="1150">
                      <a:moveTo>
                        <a:pt x="20" y="997"/>
                      </a:moveTo>
                      <a:lnTo>
                        <a:pt x="20" y="997"/>
                      </a:lnTo>
                      <a:cubicBezTo>
                        <a:pt x="0" y="1021"/>
                        <a:pt x="0" y="1021"/>
                        <a:pt x="0" y="1021"/>
                      </a:cubicBezTo>
                      <a:cubicBezTo>
                        <a:pt x="45" y="1071"/>
                        <a:pt x="99" y="1115"/>
                        <a:pt x="153" y="1150"/>
                      </a:cubicBezTo>
                      <a:cubicBezTo>
                        <a:pt x="173" y="1130"/>
                        <a:pt x="173" y="1130"/>
                        <a:pt x="173" y="1130"/>
                      </a:cubicBezTo>
                      <a:cubicBezTo>
                        <a:pt x="119" y="1096"/>
                        <a:pt x="64" y="1051"/>
                        <a:pt x="20" y="997"/>
                      </a:cubicBezTo>
                      <a:moveTo>
                        <a:pt x="1017" y="0"/>
                      </a:moveTo>
                      <a:lnTo>
                        <a:pt x="1017" y="0"/>
                      </a:lnTo>
                      <a:cubicBezTo>
                        <a:pt x="997" y="25"/>
                        <a:pt x="997" y="25"/>
                        <a:pt x="997" y="25"/>
                      </a:cubicBezTo>
                      <a:cubicBezTo>
                        <a:pt x="1046" y="69"/>
                        <a:pt x="1091" y="118"/>
                        <a:pt x="1125" y="178"/>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1" name="Google Shape;571;p23"/>
                <p:cNvSpPr/>
                <p:nvPr/>
              </p:nvSpPr>
              <p:spPr>
                <a:xfrm>
                  <a:off x="-5481062" y="-291100"/>
                  <a:ext cx="628920" cy="630720"/>
                </a:xfrm>
                <a:custGeom>
                  <a:rect b="b" l="l" r="r" t="t"/>
                  <a:pathLst>
                    <a:path extrusionOk="0" h="1752" w="1747">
                      <a:moveTo>
                        <a:pt x="1747" y="874"/>
                      </a:moveTo>
                      <a:lnTo>
                        <a:pt x="1747" y="874"/>
                      </a:lnTo>
                      <a:cubicBezTo>
                        <a:pt x="1747" y="1357"/>
                        <a:pt x="1357" y="1752"/>
                        <a:pt x="874" y="1752"/>
                      </a:cubicBezTo>
                      <a:cubicBezTo>
                        <a:pt x="390" y="1752"/>
                        <a:pt x="0" y="1357"/>
                        <a:pt x="0" y="874"/>
                      </a:cubicBezTo>
                      <a:cubicBezTo>
                        <a:pt x="0" y="395"/>
                        <a:pt x="390" y="0"/>
                        <a:pt x="874" y="0"/>
                      </a:cubicBezTo>
                      <a:cubicBezTo>
                        <a:pt x="1357" y="0"/>
                        <a:pt x="1747" y="395"/>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2" name="Google Shape;572;p23"/>
                <p:cNvSpPr/>
                <p:nvPr/>
              </p:nvSpPr>
              <p:spPr>
                <a:xfrm>
                  <a:off x="-5425982" y="23540"/>
                  <a:ext cx="518760" cy="294840"/>
                </a:xfrm>
                <a:custGeom>
                  <a:rect b="b" l="l" r="r" t="t"/>
                  <a:pathLst>
                    <a:path extrusionOk="0" h="819" w="1441">
                      <a:moveTo>
                        <a:pt x="0" y="0"/>
                      </a:moveTo>
                      <a:lnTo>
                        <a:pt x="0" y="0"/>
                      </a:lnTo>
                      <a:cubicBezTo>
                        <a:pt x="0" y="5"/>
                        <a:pt x="0" y="5"/>
                        <a:pt x="0" y="5"/>
                      </a:cubicBezTo>
                      <a:lnTo>
                        <a:pt x="0" y="0"/>
                      </a:lnTo>
                      <a:moveTo>
                        <a:pt x="0" y="0"/>
                      </a:moveTo>
                      <a:lnTo>
                        <a:pt x="0" y="0"/>
                      </a:lnTo>
                      <a:moveTo>
                        <a:pt x="1441" y="0"/>
                      </a:moveTo>
                      <a:lnTo>
                        <a:pt x="1441" y="0"/>
                      </a:lnTo>
                      <a:cubicBezTo>
                        <a:pt x="1441" y="251"/>
                        <a:pt x="1313" y="473"/>
                        <a:pt x="1120" y="602"/>
                      </a:cubicBezTo>
                      <a:cubicBezTo>
                        <a:pt x="1007" y="680"/>
                        <a:pt x="868" y="725"/>
                        <a:pt x="721" y="725"/>
                      </a:cubicBezTo>
                      <a:cubicBezTo>
                        <a:pt x="326" y="725"/>
                        <a:pt x="0" y="400"/>
                        <a:pt x="0" y="5"/>
                      </a:cubicBezTo>
                      <a:cubicBezTo>
                        <a:pt x="0" y="400"/>
                        <a:pt x="306" y="819"/>
                        <a:pt x="735" y="819"/>
                      </a:cubicBezTo>
                      <a:cubicBezTo>
                        <a:pt x="1170" y="819"/>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3" name="Google Shape;573;p23"/>
                <p:cNvSpPr/>
                <p:nvPr/>
              </p:nvSpPr>
              <p:spPr>
                <a:xfrm>
                  <a:off x="-5425982" y="-236020"/>
                  <a:ext cx="518760" cy="520560"/>
                </a:xfrm>
                <a:custGeom>
                  <a:rect b="b" l="l" r="r" t="t"/>
                  <a:pathLst>
                    <a:path extrusionOk="0" h="1446" w="1441">
                      <a:moveTo>
                        <a:pt x="1441" y="721"/>
                      </a:moveTo>
                      <a:lnTo>
                        <a:pt x="1441" y="721"/>
                      </a:lnTo>
                      <a:cubicBezTo>
                        <a:pt x="1441" y="1121"/>
                        <a:pt x="1120" y="1446"/>
                        <a:pt x="721" y="1446"/>
                      </a:cubicBezTo>
                      <a:cubicBezTo>
                        <a:pt x="326" y="1446"/>
                        <a:pt x="0" y="1121"/>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4" name="Google Shape;574;p23"/>
                <p:cNvSpPr/>
                <p:nvPr/>
              </p:nvSpPr>
              <p:spPr>
                <a:xfrm>
                  <a:off x="-5361903" y="-171940"/>
                  <a:ext cx="413640" cy="414000"/>
                </a:xfrm>
                <a:custGeom>
                  <a:rect b="b" l="l" r="r" t="t"/>
                  <a:pathLst>
                    <a:path extrusionOk="0" h="1150" w="1149">
                      <a:moveTo>
                        <a:pt x="1016" y="0"/>
                      </a:moveTo>
                      <a:lnTo>
                        <a:pt x="1016" y="0"/>
                      </a:lnTo>
                      <a:cubicBezTo>
                        <a:pt x="0" y="1021"/>
                        <a:pt x="0" y="1021"/>
                        <a:pt x="0" y="1021"/>
                      </a:cubicBezTo>
                      <a:cubicBezTo>
                        <a:pt x="44" y="1071"/>
                        <a:pt x="98" y="1115"/>
                        <a:pt x="153" y="1150"/>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5" name="Google Shape;575;p23"/>
                <p:cNvSpPr/>
                <p:nvPr/>
              </p:nvSpPr>
              <p:spPr>
                <a:xfrm>
                  <a:off x="-5425982" y="23540"/>
                  <a:ext cx="0" cy="1800"/>
                </a:xfrm>
                <a:custGeom>
                  <a:rect b="b" l="l" r="r" t="t"/>
                  <a:pathLst>
                    <a:path extrusionOk="0" h="5" w="120000">
                      <a:moveTo>
                        <a:pt x="0" y="5"/>
                      </a:moveTo>
                      <a:lnTo>
                        <a:pt x="0" y="5"/>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6" name="Google Shape;576;p23"/>
                <p:cNvSpPr/>
                <p:nvPr/>
              </p:nvSpPr>
              <p:spPr>
                <a:xfrm>
                  <a:off x="-5361903" y="-171940"/>
                  <a:ext cx="413640" cy="414000"/>
                </a:xfrm>
                <a:custGeom>
                  <a:rect b="b" l="l" r="r" t="t"/>
                  <a:pathLst>
                    <a:path extrusionOk="0" h="1150" w="1149">
                      <a:moveTo>
                        <a:pt x="24" y="997"/>
                      </a:moveTo>
                      <a:lnTo>
                        <a:pt x="24" y="997"/>
                      </a:lnTo>
                      <a:cubicBezTo>
                        <a:pt x="0" y="1021"/>
                        <a:pt x="0" y="1021"/>
                        <a:pt x="0" y="1021"/>
                      </a:cubicBezTo>
                      <a:cubicBezTo>
                        <a:pt x="44" y="1071"/>
                        <a:pt x="98" y="1115"/>
                        <a:pt x="153" y="1150"/>
                      </a:cubicBezTo>
                      <a:cubicBezTo>
                        <a:pt x="177" y="1130"/>
                        <a:pt x="177" y="1130"/>
                        <a:pt x="177" y="1130"/>
                      </a:cubicBezTo>
                      <a:cubicBezTo>
                        <a:pt x="118" y="1096"/>
                        <a:pt x="69" y="1051"/>
                        <a:pt x="24" y="997"/>
                      </a:cubicBezTo>
                      <a:moveTo>
                        <a:pt x="1016" y="0"/>
                      </a:moveTo>
                      <a:lnTo>
                        <a:pt x="1016" y="0"/>
                      </a:lnTo>
                      <a:cubicBezTo>
                        <a:pt x="996" y="25"/>
                        <a:pt x="996" y="25"/>
                        <a:pt x="996" y="25"/>
                      </a:cubicBezTo>
                      <a:cubicBezTo>
                        <a:pt x="1046" y="69"/>
                        <a:pt x="1090" y="118"/>
                        <a:pt x="1130" y="178"/>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7" name="Google Shape;577;p23"/>
                <p:cNvSpPr/>
                <p:nvPr/>
              </p:nvSpPr>
              <p:spPr>
                <a:xfrm>
                  <a:off x="-7290782" y="487220"/>
                  <a:ext cx="630360" cy="628560"/>
                </a:xfrm>
                <a:custGeom>
                  <a:rect b="b" l="l" r="r" t="t"/>
                  <a:pathLst>
                    <a:path extrusionOk="0" h="1746" w="1751">
                      <a:moveTo>
                        <a:pt x="1751" y="873"/>
                      </a:moveTo>
                      <a:lnTo>
                        <a:pt x="1751" y="873"/>
                      </a:lnTo>
                      <a:cubicBezTo>
                        <a:pt x="1751" y="1356"/>
                        <a:pt x="1356" y="1746"/>
                        <a:pt x="879" y="1746"/>
                      </a:cubicBezTo>
                      <a:cubicBezTo>
                        <a:pt x="395" y="1746"/>
                        <a:pt x="0" y="1356"/>
                        <a:pt x="0" y="873"/>
                      </a:cubicBezTo>
                      <a:cubicBezTo>
                        <a:pt x="0" y="390"/>
                        <a:pt x="395" y="0"/>
                        <a:pt x="879" y="0"/>
                      </a:cubicBezTo>
                      <a:cubicBezTo>
                        <a:pt x="1356" y="0"/>
                        <a:pt x="1751" y="390"/>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8" name="Google Shape;578;p23"/>
                <p:cNvSpPr/>
                <p:nvPr/>
              </p:nvSpPr>
              <p:spPr>
                <a:xfrm>
                  <a:off x="-7233902" y="801500"/>
                  <a:ext cx="518400" cy="293040"/>
                </a:xfrm>
                <a:custGeom>
                  <a:rect b="b" l="l" r="r" t="t"/>
                  <a:pathLst>
                    <a:path extrusionOk="0" h="814" w="1440">
                      <a:moveTo>
                        <a:pt x="1440" y="0"/>
                      </a:moveTo>
                      <a:lnTo>
                        <a:pt x="1440" y="0"/>
                      </a:lnTo>
                      <a:cubicBezTo>
                        <a:pt x="1440" y="395"/>
                        <a:pt x="1115" y="720"/>
                        <a:pt x="721" y="720"/>
                      </a:cubicBezTo>
                      <a:lnTo>
                        <a:pt x="721" y="720"/>
                      </a:lnTo>
                      <a:lnTo>
                        <a:pt x="721" y="720"/>
                      </a:lnTo>
                      <a:cubicBezTo>
                        <a:pt x="331" y="720"/>
                        <a:pt x="15" y="414"/>
                        <a:pt x="0" y="30"/>
                      </a:cubicBezTo>
                      <a:cubicBezTo>
                        <a:pt x="10" y="414"/>
                        <a:pt x="311"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79" name="Google Shape;579;p23"/>
                <p:cNvSpPr/>
                <p:nvPr/>
              </p:nvSpPr>
              <p:spPr>
                <a:xfrm>
                  <a:off x="-7233902" y="542300"/>
                  <a:ext cx="518400" cy="518400"/>
                </a:xfrm>
                <a:custGeom>
                  <a:rect b="b" l="l" r="r" t="t"/>
                  <a:pathLst>
                    <a:path extrusionOk="0" h="1440" w="1440">
                      <a:moveTo>
                        <a:pt x="1440" y="720"/>
                      </a:moveTo>
                      <a:lnTo>
                        <a:pt x="1440" y="720"/>
                      </a:lnTo>
                      <a:cubicBezTo>
                        <a:pt x="1440" y="1115"/>
                        <a:pt x="1115" y="1440"/>
                        <a:pt x="721" y="1440"/>
                      </a:cubicBezTo>
                      <a:cubicBezTo>
                        <a:pt x="321" y="1440"/>
                        <a:pt x="0" y="1115"/>
                        <a:pt x="0" y="720"/>
                      </a:cubicBezTo>
                      <a:cubicBezTo>
                        <a:pt x="0" y="320"/>
                        <a:pt x="321" y="0"/>
                        <a:pt x="721" y="0"/>
                      </a:cubicBezTo>
                      <a:cubicBezTo>
                        <a:pt x="1115"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0" name="Google Shape;580;p23"/>
                <p:cNvSpPr/>
                <p:nvPr/>
              </p:nvSpPr>
              <p:spPr>
                <a:xfrm>
                  <a:off x="-7169823" y="60602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1" name="Google Shape;581;p23"/>
                <p:cNvSpPr/>
                <p:nvPr/>
              </p:nvSpPr>
              <p:spPr>
                <a:xfrm>
                  <a:off x="-7235702" y="542300"/>
                  <a:ext cx="261360" cy="270000"/>
                </a:xfrm>
                <a:custGeom>
                  <a:rect b="b" l="l" r="r" t="t"/>
                  <a:pathLst>
                    <a:path extrusionOk="0" h="750" w="726">
                      <a:moveTo>
                        <a:pt x="726" y="0"/>
                      </a:moveTo>
                      <a:lnTo>
                        <a:pt x="726" y="0"/>
                      </a:lnTo>
                      <a:cubicBezTo>
                        <a:pt x="326" y="0"/>
                        <a:pt x="0" y="320"/>
                        <a:pt x="0" y="720"/>
                      </a:cubicBezTo>
                      <a:cubicBezTo>
                        <a:pt x="0" y="730"/>
                        <a:pt x="5" y="740"/>
                        <a:pt x="5" y="750"/>
                      </a:cubicBezTo>
                      <a:cubicBezTo>
                        <a:pt x="5" y="740"/>
                        <a:pt x="5" y="730"/>
                        <a:pt x="5" y="720"/>
                      </a:cubicBezTo>
                      <a:lnTo>
                        <a:pt x="5" y="720"/>
                      </a:lnTo>
                      <a:lnTo>
                        <a:pt x="5" y="720"/>
                      </a:lnTo>
                      <a:cubicBezTo>
                        <a:pt x="5" y="320"/>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2" name="Google Shape;582;p23"/>
                <p:cNvSpPr/>
                <p:nvPr/>
              </p:nvSpPr>
              <p:spPr>
                <a:xfrm>
                  <a:off x="-7169823" y="60602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1"/>
                        <a:pt x="64" y="1046"/>
                        <a:pt x="19" y="997"/>
                      </a:cubicBezTo>
                      <a:moveTo>
                        <a:pt x="1015" y="0"/>
                      </a:moveTo>
                      <a:lnTo>
                        <a:pt x="1015" y="0"/>
                      </a:lnTo>
                      <a:cubicBezTo>
                        <a:pt x="991" y="20"/>
                        <a:pt x="991" y="20"/>
                        <a:pt x="991" y="20"/>
                      </a:cubicBezTo>
                      <a:cubicBezTo>
                        <a:pt x="1045" y="64"/>
                        <a:pt x="1089" y="119"/>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3" name="Google Shape;583;p23"/>
                <p:cNvSpPr/>
                <p:nvPr/>
              </p:nvSpPr>
              <p:spPr>
                <a:xfrm>
                  <a:off x="-6385022" y="487220"/>
                  <a:ext cx="628560" cy="628560"/>
                </a:xfrm>
                <a:custGeom>
                  <a:rect b="b" l="l" r="r" t="t"/>
                  <a:pathLst>
                    <a:path extrusionOk="0" h="1746" w="1746">
                      <a:moveTo>
                        <a:pt x="1746" y="873"/>
                      </a:moveTo>
                      <a:lnTo>
                        <a:pt x="1746" y="873"/>
                      </a:lnTo>
                      <a:cubicBezTo>
                        <a:pt x="1746" y="1356"/>
                        <a:pt x="1356" y="1746"/>
                        <a:pt x="873" y="1746"/>
                      </a:cubicBezTo>
                      <a:cubicBezTo>
                        <a:pt x="389" y="1746"/>
                        <a:pt x="0" y="1356"/>
                        <a:pt x="0" y="873"/>
                      </a:cubicBezTo>
                      <a:cubicBezTo>
                        <a:pt x="0" y="390"/>
                        <a:pt x="389" y="0"/>
                        <a:pt x="873" y="0"/>
                      </a:cubicBezTo>
                      <a:cubicBezTo>
                        <a:pt x="1356" y="0"/>
                        <a:pt x="1746" y="390"/>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4" name="Google Shape;584;p23"/>
                <p:cNvSpPr/>
                <p:nvPr/>
              </p:nvSpPr>
              <p:spPr>
                <a:xfrm>
                  <a:off x="-6329942" y="801500"/>
                  <a:ext cx="518400" cy="293040"/>
                </a:xfrm>
                <a:custGeom>
                  <a:rect b="b" l="l" r="r" t="t"/>
                  <a:pathLst>
                    <a:path extrusionOk="0" h="814" w="1440">
                      <a:moveTo>
                        <a:pt x="1440" y="0"/>
                      </a:moveTo>
                      <a:lnTo>
                        <a:pt x="1440" y="0"/>
                      </a:lnTo>
                      <a:lnTo>
                        <a:pt x="1440" y="0"/>
                      </a:lnTo>
                      <a:cubicBezTo>
                        <a:pt x="1440" y="395"/>
                        <a:pt x="1125" y="716"/>
                        <a:pt x="730" y="720"/>
                      </a:cubicBezTo>
                      <a:cubicBezTo>
                        <a:pt x="730" y="720"/>
                        <a:pt x="725" y="720"/>
                        <a:pt x="720" y="720"/>
                      </a:cubicBezTo>
                      <a:lnTo>
                        <a:pt x="720" y="720"/>
                      </a:lnTo>
                      <a:cubicBezTo>
                        <a:pt x="320" y="720"/>
                        <a:pt x="0" y="395"/>
                        <a:pt x="0" y="0"/>
                      </a:cubicBezTo>
                      <a:lnTo>
                        <a:pt x="0" y="0"/>
                      </a:lnTo>
                      <a:lnTo>
                        <a:pt x="0" y="0"/>
                      </a:lnTo>
                      <a:cubicBezTo>
                        <a:pt x="0" y="395"/>
                        <a:pt x="300"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5" name="Google Shape;585;p23"/>
                <p:cNvSpPr/>
                <p:nvPr/>
              </p:nvSpPr>
              <p:spPr>
                <a:xfrm>
                  <a:off x="-6329942" y="542300"/>
                  <a:ext cx="518400" cy="518400"/>
                </a:xfrm>
                <a:custGeom>
                  <a:rect b="b" l="l" r="r" t="t"/>
                  <a:pathLst>
                    <a:path extrusionOk="0" h="1440" w="1440">
                      <a:moveTo>
                        <a:pt x="1440" y="720"/>
                      </a:moveTo>
                      <a:lnTo>
                        <a:pt x="1440" y="720"/>
                      </a:lnTo>
                      <a:cubicBezTo>
                        <a:pt x="1440" y="1115"/>
                        <a:pt x="1119" y="1440"/>
                        <a:pt x="720" y="1440"/>
                      </a:cubicBezTo>
                      <a:cubicBezTo>
                        <a:pt x="320" y="1440"/>
                        <a:pt x="0" y="1115"/>
                        <a:pt x="0" y="720"/>
                      </a:cubicBezTo>
                      <a:cubicBezTo>
                        <a:pt x="0" y="320"/>
                        <a:pt x="320" y="0"/>
                        <a:pt x="720" y="0"/>
                      </a:cubicBezTo>
                      <a:cubicBezTo>
                        <a:pt x="1119"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6" name="Google Shape;586;p23"/>
                <p:cNvSpPr/>
                <p:nvPr/>
              </p:nvSpPr>
              <p:spPr>
                <a:xfrm>
                  <a:off x="-6266222" y="60602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7" name="Google Shape;587;p23"/>
                <p:cNvSpPr/>
                <p:nvPr/>
              </p:nvSpPr>
              <p:spPr>
                <a:xfrm>
                  <a:off x="-6329942" y="542300"/>
                  <a:ext cx="518400" cy="259200"/>
                </a:xfrm>
                <a:custGeom>
                  <a:rect b="b" l="l" r="r" t="t"/>
                  <a:pathLst>
                    <a:path extrusionOk="0" h="720" w="1440">
                      <a:moveTo>
                        <a:pt x="720" y="0"/>
                      </a:moveTo>
                      <a:lnTo>
                        <a:pt x="720" y="0"/>
                      </a:lnTo>
                      <a:cubicBezTo>
                        <a:pt x="320" y="0"/>
                        <a:pt x="0" y="320"/>
                        <a:pt x="0" y="720"/>
                      </a:cubicBezTo>
                      <a:lnTo>
                        <a:pt x="0" y="720"/>
                      </a:lnTo>
                      <a:cubicBezTo>
                        <a:pt x="0" y="320"/>
                        <a:pt x="320" y="0"/>
                        <a:pt x="720" y="0"/>
                      </a:cubicBezTo>
                      <a:cubicBezTo>
                        <a:pt x="1119" y="0"/>
                        <a:pt x="1440" y="320"/>
                        <a:pt x="1440" y="720"/>
                      </a:cubicBezTo>
                      <a:lnTo>
                        <a:pt x="1440" y="720"/>
                      </a:lnTo>
                      <a:cubicBezTo>
                        <a:pt x="1440" y="320"/>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8" name="Google Shape;588;p23"/>
                <p:cNvSpPr/>
                <p:nvPr/>
              </p:nvSpPr>
              <p:spPr>
                <a:xfrm>
                  <a:off x="-6266222" y="60602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1"/>
                        <a:pt x="64" y="1046"/>
                        <a:pt x="20" y="997"/>
                      </a:cubicBezTo>
                      <a:moveTo>
                        <a:pt x="1017" y="0"/>
                      </a:moveTo>
                      <a:lnTo>
                        <a:pt x="1017" y="0"/>
                      </a:lnTo>
                      <a:cubicBezTo>
                        <a:pt x="997" y="20"/>
                        <a:pt x="997" y="20"/>
                        <a:pt x="997" y="20"/>
                      </a:cubicBezTo>
                      <a:cubicBezTo>
                        <a:pt x="1046" y="64"/>
                        <a:pt x="1091" y="119"/>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89" name="Google Shape;589;p23"/>
                <p:cNvSpPr/>
                <p:nvPr/>
              </p:nvSpPr>
              <p:spPr>
                <a:xfrm>
                  <a:off x="-5481062" y="487220"/>
                  <a:ext cx="628920" cy="628560"/>
                </a:xfrm>
                <a:custGeom>
                  <a:rect b="b" l="l" r="r" t="t"/>
                  <a:pathLst>
                    <a:path extrusionOk="0" h="1746" w="1747">
                      <a:moveTo>
                        <a:pt x="1747" y="873"/>
                      </a:moveTo>
                      <a:lnTo>
                        <a:pt x="1747" y="873"/>
                      </a:lnTo>
                      <a:cubicBezTo>
                        <a:pt x="1747" y="1356"/>
                        <a:pt x="1357" y="1746"/>
                        <a:pt x="874" y="1746"/>
                      </a:cubicBezTo>
                      <a:cubicBezTo>
                        <a:pt x="390" y="1746"/>
                        <a:pt x="0" y="1356"/>
                        <a:pt x="0" y="873"/>
                      </a:cubicBezTo>
                      <a:cubicBezTo>
                        <a:pt x="0" y="390"/>
                        <a:pt x="390" y="0"/>
                        <a:pt x="874" y="0"/>
                      </a:cubicBezTo>
                      <a:cubicBezTo>
                        <a:pt x="1357" y="0"/>
                        <a:pt x="1747" y="390"/>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0" name="Google Shape;590;p23"/>
                <p:cNvSpPr/>
                <p:nvPr/>
              </p:nvSpPr>
              <p:spPr>
                <a:xfrm>
                  <a:off x="-5425982" y="801500"/>
                  <a:ext cx="518760" cy="293040"/>
                </a:xfrm>
                <a:custGeom>
                  <a:rect b="b" l="l" r="r" t="t"/>
                  <a:pathLst>
                    <a:path extrusionOk="0" h="814" w="1441">
                      <a:moveTo>
                        <a:pt x="1441" y="0"/>
                      </a:moveTo>
                      <a:lnTo>
                        <a:pt x="1441" y="0"/>
                      </a:lnTo>
                      <a:cubicBezTo>
                        <a:pt x="1441" y="395"/>
                        <a:pt x="1120" y="720"/>
                        <a:pt x="721" y="720"/>
                      </a:cubicBezTo>
                      <a:lnTo>
                        <a:pt x="721" y="720"/>
                      </a:lnTo>
                      <a:lnTo>
                        <a:pt x="721" y="720"/>
                      </a:lnTo>
                      <a:cubicBezTo>
                        <a:pt x="326" y="720"/>
                        <a:pt x="0" y="395"/>
                        <a:pt x="0" y="0"/>
                      </a:cubicBezTo>
                      <a:lnTo>
                        <a:pt x="0" y="0"/>
                      </a:lnTo>
                      <a:lnTo>
                        <a:pt x="0" y="0"/>
                      </a:lnTo>
                      <a:cubicBezTo>
                        <a:pt x="0" y="395"/>
                        <a:pt x="306" y="814"/>
                        <a:pt x="735" y="814"/>
                      </a:cubicBezTo>
                      <a:cubicBezTo>
                        <a:pt x="1170" y="814"/>
                        <a:pt x="1441" y="395"/>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1" name="Google Shape;591;p23"/>
                <p:cNvSpPr/>
                <p:nvPr/>
              </p:nvSpPr>
              <p:spPr>
                <a:xfrm>
                  <a:off x="-5425982" y="542300"/>
                  <a:ext cx="518760" cy="518400"/>
                </a:xfrm>
                <a:custGeom>
                  <a:rect b="b" l="l" r="r" t="t"/>
                  <a:pathLst>
                    <a:path extrusionOk="0" h="1440" w="1441">
                      <a:moveTo>
                        <a:pt x="1441" y="720"/>
                      </a:moveTo>
                      <a:lnTo>
                        <a:pt x="1441" y="720"/>
                      </a:lnTo>
                      <a:cubicBezTo>
                        <a:pt x="1441" y="1115"/>
                        <a:pt x="1120" y="1440"/>
                        <a:pt x="721" y="1440"/>
                      </a:cubicBezTo>
                      <a:cubicBezTo>
                        <a:pt x="326" y="1440"/>
                        <a:pt x="0" y="1115"/>
                        <a:pt x="0" y="720"/>
                      </a:cubicBezTo>
                      <a:cubicBezTo>
                        <a:pt x="0" y="320"/>
                        <a:pt x="326" y="0"/>
                        <a:pt x="721" y="0"/>
                      </a:cubicBezTo>
                      <a:cubicBezTo>
                        <a:pt x="1120" y="0"/>
                        <a:pt x="1441" y="320"/>
                        <a:pt x="1441"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2" name="Google Shape;592;p23"/>
                <p:cNvSpPr/>
                <p:nvPr/>
              </p:nvSpPr>
              <p:spPr>
                <a:xfrm>
                  <a:off x="-5361903" y="60602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3" name="Google Shape;593;p23"/>
                <p:cNvSpPr/>
                <p:nvPr/>
              </p:nvSpPr>
              <p:spPr>
                <a:xfrm>
                  <a:off x="-5425982" y="542300"/>
                  <a:ext cx="259560" cy="259200"/>
                </a:xfrm>
                <a:custGeom>
                  <a:rect b="b" l="l" r="r" t="t"/>
                  <a:pathLst>
                    <a:path extrusionOk="0" h="720" w="721">
                      <a:moveTo>
                        <a:pt x="721" y="0"/>
                      </a:moveTo>
                      <a:lnTo>
                        <a:pt x="721" y="0"/>
                      </a:lnTo>
                      <a:cubicBezTo>
                        <a:pt x="326" y="0"/>
                        <a:pt x="0" y="320"/>
                        <a:pt x="0" y="720"/>
                      </a:cubicBezTo>
                      <a:lnTo>
                        <a:pt x="0" y="720"/>
                      </a:lnTo>
                      <a:cubicBezTo>
                        <a:pt x="0" y="320"/>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4" name="Google Shape;594;p23"/>
                <p:cNvSpPr/>
                <p:nvPr/>
              </p:nvSpPr>
              <p:spPr>
                <a:xfrm>
                  <a:off x="-5361903" y="60602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1"/>
                        <a:pt x="69" y="1046"/>
                        <a:pt x="24" y="997"/>
                      </a:cubicBezTo>
                      <a:moveTo>
                        <a:pt x="1016" y="0"/>
                      </a:moveTo>
                      <a:lnTo>
                        <a:pt x="1016" y="0"/>
                      </a:lnTo>
                      <a:cubicBezTo>
                        <a:pt x="996" y="20"/>
                        <a:pt x="996" y="20"/>
                        <a:pt x="996" y="20"/>
                      </a:cubicBezTo>
                      <a:cubicBezTo>
                        <a:pt x="1046" y="64"/>
                        <a:pt x="1090" y="119"/>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5" name="Google Shape;595;p23"/>
                <p:cNvSpPr/>
                <p:nvPr/>
              </p:nvSpPr>
              <p:spPr>
                <a:xfrm>
                  <a:off x="-7290782" y="1263380"/>
                  <a:ext cx="630360" cy="628920"/>
                </a:xfrm>
                <a:custGeom>
                  <a:rect b="b" l="l" r="r" t="t"/>
                  <a:pathLst>
                    <a:path extrusionOk="0" h="1747" w="1751">
                      <a:moveTo>
                        <a:pt x="1751" y="874"/>
                      </a:moveTo>
                      <a:lnTo>
                        <a:pt x="1751" y="874"/>
                      </a:lnTo>
                      <a:cubicBezTo>
                        <a:pt x="1751" y="1357"/>
                        <a:pt x="1356" y="1747"/>
                        <a:pt x="879" y="1747"/>
                      </a:cubicBezTo>
                      <a:cubicBezTo>
                        <a:pt x="395" y="1747"/>
                        <a:pt x="0" y="1357"/>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6" name="Google Shape;596;p23"/>
                <p:cNvSpPr/>
                <p:nvPr/>
              </p:nvSpPr>
              <p:spPr>
                <a:xfrm>
                  <a:off x="-7233902" y="1578020"/>
                  <a:ext cx="518400" cy="292680"/>
                </a:xfrm>
                <a:custGeom>
                  <a:rect b="b" l="l" r="r" t="t"/>
                  <a:pathLst>
                    <a:path extrusionOk="0" h="813" w="1440">
                      <a:moveTo>
                        <a:pt x="1440" y="0"/>
                      </a:moveTo>
                      <a:lnTo>
                        <a:pt x="1440" y="0"/>
                      </a:lnTo>
                      <a:cubicBezTo>
                        <a:pt x="1440" y="399"/>
                        <a:pt x="1115" y="720"/>
                        <a:pt x="721" y="720"/>
                      </a:cubicBezTo>
                      <a:lnTo>
                        <a:pt x="721" y="720"/>
                      </a:lnTo>
                      <a:lnTo>
                        <a:pt x="721" y="720"/>
                      </a:lnTo>
                      <a:cubicBezTo>
                        <a:pt x="331" y="720"/>
                        <a:pt x="15" y="414"/>
                        <a:pt x="0" y="29"/>
                      </a:cubicBezTo>
                      <a:cubicBezTo>
                        <a:pt x="10" y="419"/>
                        <a:pt x="311"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7" name="Google Shape;597;p23"/>
                <p:cNvSpPr/>
                <p:nvPr/>
              </p:nvSpPr>
              <p:spPr>
                <a:xfrm>
                  <a:off x="-7233902" y="1318460"/>
                  <a:ext cx="518400" cy="518760"/>
                </a:xfrm>
                <a:custGeom>
                  <a:rect b="b" l="l" r="r" t="t"/>
                  <a:pathLst>
                    <a:path extrusionOk="0" h="1441" w="1440">
                      <a:moveTo>
                        <a:pt x="1440" y="721"/>
                      </a:moveTo>
                      <a:lnTo>
                        <a:pt x="1440" y="721"/>
                      </a:lnTo>
                      <a:cubicBezTo>
                        <a:pt x="1440" y="1120"/>
                        <a:pt x="1115" y="1441"/>
                        <a:pt x="721" y="1441"/>
                      </a:cubicBezTo>
                      <a:cubicBezTo>
                        <a:pt x="321" y="1441"/>
                        <a:pt x="0" y="1120"/>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8" name="Google Shape;598;p23"/>
                <p:cNvSpPr/>
                <p:nvPr/>
              </p:nvSpPr>
              <p:spPr>
                <a:xfrm>
                  <a:off x="-7169823" y="1382540"/>
                  <a:ext cx="413280" cy="413640"/>
                </a:xfrm>
                <a:custGeom>
                  <a:rect b="b" l="l" r="r" t="t"/>
                  <a:pathLst>
                    <a:path extrusionOk="0" h="1149" w="1148">
                      <a:moveTo>
                        <a:pt x="1015" y="0"/>
                      </a:moveTo>
                      <a:lnTo>
                        <a:pt x="1015" y="0"/>
                      </a:lnTo>
                      <a:cubicBezTo>
                        <a:pt x="0" y="1016"/>
                        <a:pt x="0" y="1016"/>
                        <a:pt x="0" y="1016"/>
                      </a:cubicBezTo>
                      <a:cubicBezTo>
                        <a:pt x="44" y="1070"/>
                        <a:pt x="94" y="1115"/>
                        <a:pt x="153" y="1149"/>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599" name="Google Shape;599;p23"/>
                <p:cNvSpPr/>
                <p:nvPr/>
              </p:nvSpPr>
              <p:spPr>
                <a:xfrm>
                  <a:off x="-7235702" y="1318460"/>
                  <a:ext cx="261360" cy="270000"/>
                </a:xfrm>
                <a:custGeom>
                  <a:rect b="b" l="l" r="r" t="t"/>
                  <a:pathLst>
                    <a:path extrusionOk="0" h="750" w="726">
                      <a:moveTo>
                        <a:pt x="726" y="0"/>
                      </a:moveTo>
                      <a:lnTo>
                        <a:pt x="726" y="0"/>
                      </a:lnTo>
                      <a:cubicBezTo>
                        <a:pt x="326" y="0"/>
                        <a:pt x="0" y="321"/>
                        <a:pt x="0" y="721"/>
                      </a:cubicBezTo>
                      <a:cubicBezTo>
                        <a:pt x="0" y="730"/>
                        <a:pt x="5" y="740"/>
                        <a:pt x="5" y="750"/>
                      </a:cubicBezTo>
                      <a:cubicBezTo>
                        <a:pt x="5" y="740"/>
                        <a:pt x="5" y="730"/>
                        <a:pt x="5" y="721"/>
                      </a:cubicBezTo>
                      <a:lnTo>
                        <a:pt x="5" y="721"/>
                      </a:lnTo>
                      <a:lnTo>
                        <a:pt x="5" y="721"/>
                      </a:lnTo>
                      <a:cubicBezTo>
                        <a:pt x="5" y="321"/>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0" name="Google Shape;600;p23"/>
                <p:cNvSpPr/>
                <p:nvPr/>
              </p:nvSpPr>
              <p:spPr>
                <a:xfrm>
                  <a:off x="-7169823" y="1382540"/>
                  <a:ext cx="413280" cy="413640"/>
                </a:xfrm>
                <a:custGeom>
                  <a:rect b="b" l="l" r="r" t="t"/>
                  <a:pathLst>
                    <a:path extrusionOk="0" h="1149" w="1148">
                      <a:moveTo>
                        <a:pt x="19" y="996"/>
                      </a:moveTo>
                      <a:lnTo>
                        <a:pt x="19" y="996"/>
                      </a:lnTo>
                      <a:cubicBezTo>
                        <a:pt x="0" y="1016"/>
                        <a:pt x="0" y="1016"/>
                        <a:pt x="0" y="1016"/>
                      </a:cubicBezTo>
                      <a:cubicBezTo>
                        <a:pt x="44" y="1070"/>
                        <a:pt x="94" y="1115"/>
                        <a:pt x="153" y="1149"/>
                      </a:cubicBezTo>
                      <a:cubicBezTo>
                        <a:pt x="172" y="1129"/>
                        <a:pt x="172" y="1129"/>
                        <a:pt x="172" y="1129"/>
                      </a:cubicBezTo>
                      <a:cubicBezTo>
                        <a:pt x="118" y="1090"/>
                        <a:pt x="64" y="1046"/>
                        <a:pt x="19" y="996"/>
                      </a:cubicBezTo>
                      <a:moveTo>
                        <a:pt x="1015" y="0"/>
                      </a:moveTo>
                      <a:lnTo>
                        <a:pt x="1015" y="0"/>
                      </a:lnTo>
                      <a:cubicBezTo>
                        <a:pt x="991" y="19"/>
                        <a:pt x="991" y="19"/>
                        <a:pt x="991" y="19"/>
                      </a:cubicBezTo>
                      <a:cubicBezTo>
                        <a:pt x="1045" y="64"/>
                        <a:pt x="1089" y="118"/>
                        <a:pt x="1124" y="177"/>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1" name="Google Shape;601;p23"/>
                <p:cNvSpPr/>
                <p:nvPr/>
              </p:nvSpPr>
              <p:spPr>
                <a:xfrm>
                  <a:off x="-6385022" y="1263380"/>
                  <a:ext cx="628560" cy="628920"/>
                </a:xfrm>
                <a:custGeom>
                  <a:rect b="b" l="l" r="r" t="t"/>
                  <a:pathLst>
                    <a:path extrusionOk="0" h="1747" w="1746">
                      <a:moveTo>
                        <a:pt x="1746" y="874"/>
                      </a:moveTo>
                      <a:lnTo>
                        <a:pt x="1746" y="874"/>
                      </a:lnTo>
                      <a:cubicBezTo>
                        <a:pt x="1746" y="1357"/>
                        <a:pt x="1356" y="1747"/>
                        <a:pt x="873" y="1747"/>
                      </a:cubicBezTo>
                      <a:cubicBezTo>
                        <a:pt x="389" y="1747"/>
                        <a:pt x="0" y="1357"/>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2" name="Google Shape;602;p23"/>
                <p:cNvSpPr/>
                <p:nvPr/>
              </p:nvSpPr>
              <p:spPr>
                <a:xfrm>
                  <a:off x="-6329942" y="1578020"/>
                  <a:ext cx="518400" cy="292680"/>
                </a:xfrm>
                <a:custGeom>
                  <a:rect b="b" l="l" r="r" t="t"/>
                  <a:pathLst>
                    <a:path extrusionOk="0" h="813" w="1440">
                      <a:moveTo>
                        <a:pt x="1440" y="0"/>
                      </a:moveTo>
                      <a:lnTo>
                        <a:pt x="1440" y="0"/>
                      </a:lnTo>
                      <a:cubicBezTo>
                        <a:pt x="1440" y="399"/>
                        <a:pt x="1119" y="720"/>
                        <a:pt x="720" y="720"/>
                      </a:cubicBezTo>
                      <a:lnTo>
                        <a:pt x="720" y="720"/>
                      </a:lnTo>
                      <a:cubicBezTo>
                        <a:pt x="325" y="720"/>
                        <a:pt x="4" y="404"/>
                        <a:pt x="0" y="9"/>
                      </a:cubicBezTo>
                      <a:cubicBezTo>
                        <a:pt x="0" y="9"/>
                        <a:pt x="0" y="4"/>
                        <a:pt x="0" y="0"/>
                      </a:cubicBezTo>
                      <a:lnTo>
                        <a:pt x="0" y="0"/>
                      </a:lnTo>
                      <a:cubicBezTo>
                        <a:pt x="0" y="399"/>
                        <a:pt x="300"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3" name="Google Shape;603;p23"/>
                <p:cNvSpPr/>
                <p:nvPr/>
              </p:nvSpPr>
              <p:spPr>
                <a:xfrm>
                  <a:off x="-6329942" y="1318460"/>
                  <a:ext cx="518400" cy="518760"/>
                </a:xfrm>
                <a:custGeom>
                  <a:rect b="b" l="l" r="r" t="t"/>
                  <a:pathLst>
                    <a:path extrusionOk="0" h="1441" w="1440">
                      <a:moveTo>
                        <a:pt x="1440" y="721"/>
                      </a:moveTo>
                      <a:lnTo>
                        <a:pt x="1440" y="721"/>
                      </a:lnTo>
                      <a:cubicBezTo>
                        <a:pt x="1440" y="1120"/>
                        <a:pt x="1119" y="1441"/>
                        <a:pt x="720" y="1441"/>
                      </a:cubicBezTo>
                      <a:cubicBezTo>
                        <a:pt x="320" y="1441"/>
                        <a:pt x="0" y="1120"/>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4" name="Google Shape;604;p23"/>
                <p:cNvSpPr/>
                <p:nvPr/>
              </p:nvSpPr>
              <p:spPr>
                <a:xfrm>
                  <a:off x="-6266222" y="1382540"/>
                  <a:ext cx="414000" cy="413640"/>
                </a:xfrm>
                <a:custGeom>
                  <a:rect b="b" l="l" r="r" t="t"/>
                  <a:pathLst>
                    <a:path extrusionOk="0" h="1149" w="1150">
                      <a:moveTo>
                        <a:pt x="1017" y="0"/>
                      </a:moveTo>
                      <a:lnTo>
                        <a:pt x="1017" y="0"/>
                      </a:lnTo>
                      <a:cubicBezTo>
                        <a:pt x="0" y="1016"/>
                        <a:pt x="0" y="1016"/>
                        <a:pt x="0" y="1016"/>
                      </a:cubicBezTo>
                      <a:cubicBezTo>
                        <a:pt x="45" y="1070"/>
                        <a:pt x="99" y="1115"/>
                        <a:pt x="153" y="1149"/>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5" name="Google Shape;605;p23"/>
                <p:cNvSpPr/>
                <p:nvPr/>
              </p:nvSpPr>
              <p:spPr>
                <a:xfrm>
                  <a:off x="-6329942" y="1318460"/>
                  <a:ext cx="518400" cy="259560"/>
                </a:xfrm>
                <a:custGeom>
                  <a:rect b="b" l="l" r="r" t="t"/>
                  <a:pathLst>
                    <a:path extrusionOk="0" h="721" w="1440">
                      <a:moveTo>
                        <a:pt x="720" y="0"/>
                      </a:moveTo>
                      <a:lnTo>
                        <a:pt x="720" y="0"/>
                      </a:lnTo>
                      <a:cubicBezTo>
                        <a:pt x="320" y="0"/>
                        <a:pt x="0" y="321"/>
                        <a:pt x="0" y="721"/>
                      </a:cubicBezTo>
                      <a:lnTo>
                        <a:pt x="0" y="721"/>
                      </a:lnTo>
                      <a:cubicBezTo>
                        <a:pt x="0" y="321"/>
                        <a:pt x="320" y="0"/>
                        <a:pt x="720" y="0"/>
                      </a:cubicBezTo>
                      <a:cubicBezTo>
                        <a:pt x="1119" y="0"/>
                        <a:pt x="1440" y="321"/>
                        <a:pt x="1440" y="721"/>
                      </a:cubicBezTo>
                      <a:lnTo>
                        <a:pt x="1440" y="721"/>
                      </a:lnTo>
                      <a:cubicBezTo>
                        <a:pt x="1440" y="321"/>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6" name="Google Shape;606;p23"/>
                <p:cNvSpPr/>
                <p:nvPr/>
              </p:nvSpPr>
              <p:spPr>
                <a:xfrm>
                  <a:off x="-6266222" y="1382540"/>
                  <a:ext cx="414000" cy="413640"/>
                </a:xfrm>
                <a:custGeom>
                  <a:rect b="b" l="l" r="r" t="t"/>
                  <a:pathLst>
                    <a:path extrusionOk="0" h="1149" w="1150">
                      <a:moveTo>
                        <a:pt x="20" y="996"/>
                      </a:moveTo>
                      <a:lnTo>
                        <a:pt x="20" y="996"/>
                      </a:lnTo>
                      <a:cubicBezTo>
                        <a:pt x="0" y="1016"/>
                        <a:pt x="0" y="1016"/>
                        <a:pt x="0" y="1016"/>
                      </a:cubicBezTo>
                      <a:cubicBezTo>
                        <a:pt x="45" y="1070"/>
                        <a:pt x="99" y="1115"/>
                        <a:pt x="153" y="1149"/>
                      </a:cubicBezTo>
                      <a:cubicBezTo>
                        <a:pt x="173" y="1129"/>
                        <a:pt x="173" y="1129"/>
                        <a:pt x="173" y="1129"/>
                      </a:cubicBezTo>
                      <a:cubicBezTo>
                        <a:pt x="119" y="1090"/>
                        <a:pt x="64" y="1046"/>
                        <a:pt x="20" y="996"/>
                      </a:cubicBezTo>
                      <a:moveTo>
                        <a:pt x="1017" y="0"/>
                      </a:moveTo>
                      <a:lnTo>
                        <a:pt x="1017" y="0"/>
                      </a:lnTo>
                      <a:cubicBezTo>
                        <a:pt x="997" y="19"/>
                        <a:pt x="997" y="19"/>
                        <a:pt x="997" y="19"/>
                      </a:cubicBezTo>
                      <a:cubicBezTo>
                        <a:pt x="1046" y="64"/>
                        <a:pt x="1091" y="118"/>
                        <a:pt x="1125" y="177"/>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7" name="Google Shape;607;p23"/>
                <p:cNvSpPr/>
                <p:nvPr/>
              </p:nvSpPr>
              <p:spPr>
                <a:xfrm>
                  <a:off x="-5481062" y="1263380"/>
                  <a:ext cx="628920" cy="628920"/>
                </a:xfrm>
                <a:custGeom>
                  <a:rect b="b" l="l" r="r" t="t"/>
                  <a:pathLst>
                    <a:path extrusionOk="0" h="1747" w="1747">
                      <a:moveTo>
                        <a:pt x="1747" y="874"/>
                      </a:moveTo>
                      <a:lnTo>
                        <a:pt x="1747" y="874"/>
                      </a:lnTo>
                      <a:cubicBezTo>
                        <a:pt x="1747" y="1357"/>
                        <a:pt x="1357" y="1747"/>
                        <a:pt x="874" y="1747"/>
                      </a:cubicBezTo>
                      <a:cubicBezTo>
                        <a:pt x="390" y="1747"/>
                        <a:pt x="0" y="1357"/>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8" name="Google Shape;608;p23"/>
                <p:cNvSpPr/>
                <p:nvPr/>
              </p:nvSpPr>
              <p:spPr>
                <a:xfrm>
                  <a:off x="-5425982" y="1578020"/>
                  <a:ext cx="518760" cy="292680"/>
                </a:xfrm>
                <a:custGeom>
                  <a:rect b="b" l="l" r="r" t="t"/>
                  <a:pathLst>
                    <a:path extrusionOk="0" h="813" w="1441">
                      <a:moveTo>
                        <a:pt x="1441" y="0"/>
                      </a:moveTo>
                      <a:lnTo>
                        <a:pt x="1441" y="0"/>
                      </a:lnTo>
                      <a:cubicBezTo>
                        <a:pt x="1441" y="399"/>
                        <a:pt x="1120" y="720"/>
                        <a:pt x="721" y="720"/>
                      </a:cubicBezTo>
                      <a:lnTo>
                        <a:pt x="721" y="720"/>
                      </a:lnTo>
                      <a:lnTo>
                        <a:pt x="721" y="720"/>
                      </a:lnTo>
                      <a:cubicBezTo>
                        <a:pt x="360" y="720"/>
                        <a:pt x="64" y="458"/>
                        <a:pt x="10" y="113"/>
                      </a:cubicBezTo>
                      <a:cubicBezTo>
                        <a:pt x="5" y="78"/>
                        <a:pt x="0" y="39"/>
                        <a:pt x="0" y="0"/>
                      </a:cubicBezTo>
                      <a:lnTo>
                        <a:pt x="0" y="0"/>
                      </a:lnTo>
                      <a:cubicBezTo>
                        <a:pt x="0" y="399"/>
                        <a:pt x="306" y="813"/>
                        <a:pt x="735" y="813"/>
                      </a:cubicBezTo>
                      <a:cubicBezTo>
                        <a:pt x="1170" y="813"/>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09" name="Google Shape;609;p23"/>
                <p:cNvSpPr/>
                <p:nvPr/>
              </p:nvSpPr>
              <p:spPr>
                <a:xfrm>
                  <a:off x="-5425982" y="1318460"/>
                  <a:ext cx="518760" cy="518760"/>
                </a:xfrm>
                <a:custGeom>
                  <a:rect b="b" l="l" r="r" t="t"/>
                  <a:pathLst>
                    <a:path extrusionOk="0" h="1441" w="1441">
                      <a:moveTo>
                        <a:pt x="1441" y="721"/>
                      </a:moveTo>
                      <a:lnTo>
                        <a:pt x="1441" y="721"/>
                      </a:lnTo>
                      <a:cubicBezTo>
                        <a:pt x="1441" y="1120"/>
                        <a:pt x="1120" y="1441"/>
                        <a:pt x="721" y="1441"/>
                      </a:cubicBezTo>
                      <a:cubicBezTo>
                        <a:pt x="326" y="1441"/>
                        <a:pt x="0" y="1120"/>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0" name="Google Shape;610;p23"/>
                <p:cNvSpPr/>
                <p:nvPr/>
              </p:nvSpPr>
              <p:spPr>
                <a:xfrm>
                  <a:off x="-5361903" y="1382540"/>
                  <a:ext cx="413640" cy="413640"/>
                </a:xfrm>
                <a:custGeom>
                  <a:rect b="b" l="l" r="r" t="t"/>
                  <a:pathLst>
                    <a:path extrusionOk="0" h="1149" w="1149">
                      <a:moveTo>
                        <a:pt x="1016" y="0"/>
                      </a:moveTo>
                      <a:lnTo>
                        <a:pt x="1016" y="0"/>
                      </a:lnTo>
                      <a:cubicBezTo>
                        <a:pt x="0" y="1016"/>
                        <a:pt x="0" y="1016"/>
                        <a:pt x="0" y="1016"/>
                      </a:cubicBezTo>
                      <a:cubicBezTo>
                        <a:pt x="44" y="1070"/>
                        <a:pt x="98" y="1115"/>
                        <a:pt x="153" y="1149"/>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1" name="Google Shape;611;p23"/>
                <p:cNvSpPr/>
                <p:nvPr/>
              </p:nvSpPr>
              <p:spPr>
                <a:xfrm>
                  <a:off x="-5425982" y="1318460"/>
                  <a:ext cx="259560" cy="259560"/>
                </a:xfrm>
                <a:custGeom>
                  <a:rect b="b" l="l" r="r" t="t"/>
                  <a:pathLst>
                    <a:path extrusionOk="0" h="721" w="721">
                      <a:moveTo>
                        <a:pt x="721" y="0"/>
                      </a:moveTo>
                      <a:lnTo>
                        <a:pt x="721" y="0"/>
                      </a:lnTo>
                      <a:cubicBezTo>
                        <a:pt x="326" y="0"/>
                        <a:pt x="0" y="321"/>
                        <a:pt x="0" y="721"/>
                      </a:cubicBezTo>
                      <a:lnTo>
                        <a:pt x="0" y="721"/>
                      </a:lnTo>
                      <a:cubicBezTo>
                        <a:pt x="0" y="321"/>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2" name="Google Shape;612;p23"/>
                <p:cNvSpPr/>
                <p:nvPr/>
              </p:nvSpPr>
              <p:spPr>
                <a:xfrm>
                  <a:off x="-5361903" y="1382540"/>
                  <a:ext cx="413640" cy="413640"/>
                </a:xfrm>
                <a:custGeom>
                  <a:rect b="b" l="l" r="r" t="t"/>
                  <a:pathLst>
                    <a:path extrusionOk="0" h="1149" w="1149">
                      <a:moveTo>
                        <a:pt x="24" y="996"/>
                      </a:moveTo>
                      <a:lnTo>
                        <a:pt x="24" y="996"/>
                      </a:lnTo>
                      <a:cubicBezTo>
                        <a:pt x="0" y="1016"/>
                        <a:pt x="0" y="1016"/>
                        <a:pt x="0" y="1016"/>
                      </a:cubicBezTo>
                      <a:cubicBezTo>
                        <a:pt x="44" y="1070"/>
                        <a:pt x="98" y="1115"/>
                        <a:pt x="153" y="1149"/>
                      </a:cubicBezTo>
                      <a:cubicBezTo>
                        <a:pt x="177" y="1129"/>
                        <a:pt x="177" y="1129"/>
                        <a:pt x="177" y="1129"/>
                      </a:cubicBezTo>
                      <a:cubicBezTo>
                        <a:pt x="118" y="1090"/>
                        <a:pt x="69" y="1046"/>
                        <a:pt x="24" y="996"/>
                      </a:cubicBezTo>
                      <a:moveTo>
                        <a:pt x="1016" y="0"/>
                      </a:moveTo>
                      <a:lnTo>
                        <a:pt x="1016" y="0"/>
                      </a:lnTo>
                      <a:cubicBezTo>
                        <a:pt x="996" y="19"/>
                        <a:pt x="996" y="19"/>
                        <a:pt x="996" y="19"/>
                      </a:cubicBezTo>
                      <a:cubicBezTo>
                        <a:pt x="1046" y="64"/>
                        <a:pt x="1090" y="118"/>
                        <a:pt x="1130" y="177"/>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3" name="Google Shape;613;p23"/>
                <p:cNvSpPr/>
                <p:nvPr/>
              </p:nvSpPr>
              <p:spPr>
                <a:xfrm>
                  <a:off x="-7290782" y="2039540"/>
                  <a:ext cx="630360" cy="630360"/>
                </a:xfrm>
                <a:custGeom>
                  <a:rect b="b" l="l" r="r" t="t"/>
                  <a:pathLst>
                    <a:path extrusionOk="0" h="1751" w="1751">
                      <a:moveTo>
                        <a:pt x="1751" y="873"/>
                      </a:moveTo>
                      <a:lnTo>
                        <a:pt x="1751" y="873"/>
                      </a:lnTo>
                      <a:cubicBezTo>
                        <a:pt x="1751" y="1356"/>
                        <a:pt x="1356" y="1751"/>
                        <a:pt x="879" y="1751"/>
                      </a:cubicBezTo>
                      <a:cubicBezTo>
                        <a:pt x="395" y="1751"/>
                        <a:pt x="0" y="1356"/>
                        <a:pt x="0" y="873"/>
                      </a:cubicBezTo>
                      <a:cubicBezTo>
                        <a:pt x="0" y="394"/>
                        <a:pt x="395" y="0"/>
                        <a:pt x="879" y="0"/>
                      </a:cubicBezTo>
                      <a:cubicBezTo>
                        <a:pt x="1356" y="0"/>
                        <a:pt x="1751" y="394"/>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4" name="Google Shape;614;p23"/>
                <p:cNvSpPr/>
                <p:nvPr/>
              </p:nvSpPr>
              <p:spPr>
                <a:xfrm>
                  <a:off x="-7233902" y="2353820"/>
                  <a:ext cx="518400" cy="294840"/>
                </a:xfrm>
                <a:custGeom>
                  <a:rect b="b" l="l" r="r" t="t"/>
                  <a:pathLst>
                    <a:path extrusionOk="0" h="819" w="1440">
                      <a:moveTo>
                        <a:pt x="1440" y="0"/>
                      </a:moveTo>
                      <a:lnTo>
                        <a:pt x="1440" y="0"/>
                      </a:lnTo>
                      <a:cubicBezTo>
                        <a:pt x="1440" y="399"/>
                        <a:pt x="1115" y="725"/>
                        <a:pt x="721" y="725"/>
                      </a:cubicBezTo>
                      <a:lnTo>
                        <a:pt x="721" y="725"/>
                      </a:lnTo>
                      <a:lnTo>
                        <a:pt x="721" y="725"/>
                      </a:lnTo>
                      <a:cubicBezTo>
                        <a:pt x="331" y="725"/>
                        <a:pt x="15" y="414"/>
                        <a:pt x="0" y="29"/>
                      </a:cubicBezTo>
                      <a:cubicBezTo>
                        <a:pt x="10" y="419"/>
                        <a:pt x="311"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5" name="Google Shape;615;p23"/>
                <p:cNvSpPr/>
                <p:nvPr/>
              </p:nvSpPr>
              <p:spPr>
                <a:xfrm>
                  <a:off x="-7233902" y="2094260"/>
                  <a:ext cx="518400" cy="520560"/>
                </a:xfrm>
                <a:custGeom>
                  <a:rect b="b" l="l" r="r" t="t"/>
                  <a:pathLst>
                    <a:path extrusionOk="0" h="1446" w="1440">
                      <a:moveTo>
                        <a:pt x="1440" y="721"/>
                      </a:moveTo>
                      <a:lnTo>
                        <a:pt x="1440" y="721"/>
                      </a:lnTo>
                      <a:cubicBezTo>
                        <a:pt x="1440" y="1120"/>
                        <a:pt x="1115" y="1446"/>
                        <a:pt x="721" y="1446"/>
                      </a:cubicBezTo>
                      <a:cubicBezTo>
                        <a:pt x="321" y="1446"/>
                        <a:pt x="0" y="1120"/>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6" name="Google Shape;616;p23"/>
                <p:cNvSpPr/>
                <p:nvPr/>
              </p:nvSpPr>
              <p:spPr>
                <a:xfrm>
                  <a:off x="-7169823" y="2160140"/>
                  <a:ext cx="413280" cy="412200"/>
                </a:xfrm>
                <a:custGeom>
                  <a:rect b="b" l="l" r="r" t="t"/>
                  <a:pathLst>
                    <a:path extrusionOk="0" h="1145" w="1148">
                      <a:moveTo>
                        <a:pt x="1015" y="0"/>
                      </a:moveTo>
                      <a:lnTo>
                        <a:pt x="1015" y="0"/>
                      </a:lnTo>
                      <a:cubicBezTo>
                        <a:pt x="0" y="1016"/>
                        <a:pt x="0" y="1016"/>
                        <a:pt x="0" y="1016"/>
                      </a:cubicBezTo>
                      <a:cubicBezTo>
                        <a:pt x="44" y="1066"/>
                        <a:pt x="94" y="1110"/>
                        <a:pt x="153" y="1145"/>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7" name="Google Shape;617;p23"/>
                <p:cNvSpPr/>
                <p:nvPr/>
              </p:nvSpPr>
              <p:spPr>
                <a:xfrm>
                  <a:off x="-7235702" y="2094260"/>
                  <a:ext cx="261360" cy="270000"/>
                </a:xfrm>
                <a:custGeom>
                  <a:rect b="b" l="l" r="r" t="t"/>
                  <a:pathLst>
                    <a:path extrusionOk="0" h="750" w="726">
                      <a:moveTo>
                        <a:pt x="726" y="0"/>
                      </a:moveTo>
                      <a:lnTo>
                        <a:pt x="726" y="0"/>
                      </a:lnTo>
                      <a:cubicBezTo>
                        <a:pt x="326" y="0"/>
                        <a:pt x="0" y="326"/>
                        <a:pt x="0" y="721"/>
                      </a:cubicBezTo>
                      <a:cubicBezTo>
                        <a:pt x="0" y="730"/>
                        <a:pt x="5" y="740"/>
                        <a:pt x="5" y="750"/>
                      </a:cubicBezTo>
                      <a:cubicBezTo>
                        <a:pt x="5" y="740"/>
                        <a:pt x="5" y="730"/>
                        <a:pt x="5" y="721"/>
                      </a:cubicBezTo>
                      <a:lnTo>
                        <a:pt x="5" y="721"/>
                      </a:lnTo>
                      <a:lnTo>
                        <a:pt x="5" y="721"/>
                      </a:lnTo>
                      <a:cubicBezTo>
                        <a:pt x="5" y="326"/>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8" name="Google Shape;618;p23"/>
                <p:cNvSpPr/>
                <p:nvPr/>
              </p:nvSpPr>
              <p:spPr>
                <a:xfrm>
                  <a:off x="-7233902" y="2353820"/>
                  <a:ext cx="259560" cy="261000"/>
                </a:xfrm>
                <a:custGeom>
                  <a:rect b="b" l="l" r="r" t="t"/>
                  <a:pathLst>
                    <a:path extrusionOk="0" h="725" w="721">
                      <a:moveTo>
                        <a:pt x="0" y="0"/>
                      </a:moveTo>
                      <a:lnTo>
                        <a:pt x="0" y="0"/>
                      </a:lnTo>
                      <a:lnTo>
                        <a:pt x="0" y="0"/>
                      </a:lnTo>
                      <a:cubicBezTo>
                        <a:pt x="0" y="9"/>
                        <a:pt x="0" y="19"/>
                        <a:pt x="0" y="29"/>
                      </a:cubicBezTo>
                      <a:cubicBezTo>
                        <a:pt x="15" y="414"/>
                        <a:pt x="331" y="725"/>
                        <a:pt x="721" y="725"/>
                      </a:cubicBezTo>
                      <a:lnTo>
                        <a:pt x="721" y="725"/>
                      </a:lnTo>
                      <a:cubicBezTo>
                        <a:pt x="321" y="725"/>
                        <a:pt x="0" y="39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19" name="Google Shape;619;p23"/>
                <p:cNvSpPr/>
                <p:nvPr/>
              </p:nvSpPr>
              <p:spPr>
                <a:xfrm>
                  <a:off x="-7169823" y="2160140"/>
                  <a:ext cx="413280" cy="412200"/>
                </a:xfrm>
                <a:custGeom>
                  <a:rect b="b" l="l" r="r" t="t"/>
                  <a:pathLst>
                    <a:path extrusionOk="0" h="1145" w="1148">
                      <a:moveTo>
                        <a:pt x="19" y="992"/>
                      </a:moveTo>
                      <a:lnTo>
                        <a:pt x="19" y="992"/>
                      </a:lnTo>
                      <a:cubicBezTo>
                        <a:pt x="0" y="1016"/>
                        <a:pt x="0" y="1016"/>
                        <a:pt x="0" y="1016"/>
                      </a:cubicBezTo>
                      <a:cubicBezTo>
                        <a:pt x="44" y="1066"/>
                        <a:pt x="94" y="1110"/>
                        <a:pt x="153" y="1145"/>
                      </a:cubicBezTo>
                      <a:cubicBezTo>
                        <a:pt x="172" y="1125"/>
                        <a:pt x="172" y="1125"/>
                        <a:pt x="172" y="1125"/>
                      </a:cubicBezTo>
                      <a:cubicBezTo>
                        <a:pt x="118" y="1090"/>
                        <a:pt x="64" y="1046"/>
                        <a:pt x="19" y="992"/>
                      </a:cubicBezTo>
                      <a:moveTo>
                        <a:pt x="1015" y="0"/>
                      </a:moveTo>
                      <a:lnTo>
                        <a:pt x="1015" y="0"/>
                      </a:lnTo>
                      <a:cubicBezTo>
                        <a:pt x="991" y="20"/>
                        <a:pt x="991" y="20"/>
                        <a:pt x="991" y="20"/>
                      </a:cubicBezTo>
                      <a:cubicBezTo>
                        <a:pt x="1045" y="64"/>
                        <a:pt x="1089" y="113"/>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0" name="Google Shape;620;p23"/>
                <p:cNvSpPr/>
                <p:nvPr/>
              </p:nvSpPr>
              <p:spPr>
                <a:xfrm>
                  <a:off x="-6385022" y="2039540"/>
                  <a:ext cx="628560" cy="630360"/>
                </a:xfrm>
                <a:custGeom>
                  <a:rect b="b" l="l" r="r" t="t"/>
                  <a:pathLst>
                    <a:path extrusionOk="0" h="1751" w="1746">
                      <a:moveTo>
                        <a:pt x="1746" y="873"/>
                      </a:moveTo>
                      <a:lnTo>
                        <a:pt x="1746" y="873"/>
                      </a:lnTo>
                      <a:cubicBezTo>
                        <a:pt x="1746" y="1356"/>
                        <a:pt x="1356" y="1751"/>
                        <a:pt x="873" y="1751"/>
                      </a:cubicBezTo>
                      <a:cubicBezTo>
                        <a:pt x="389" y="1751"/>
                        <a:pt x="0" y="1356"/>
                        <a:pt x="0" y="873"/>
                      </a:cubicBezTo>
                      <a:cubicBezTo>
                        <a:pt x="0" y="394"/>
                        <a:pt x="389" y="0"/>
                        <a:pt x="873" y="0"/>
                      </a:cubicBezTo>
                      <a:cubicBezTo>
                        <a:pt x="1356" y="0"/>
                        <a:pt x="1746" y="394"/>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1" name="Google Shape;621;p23"/>
                <p:cNvSpPr/>
                <p:nvPr/>
              </p:nvSpPr>
              <p:spPr>
                <a:xfrm>
                  <a:off x="-6329942" y="2353820"/>
                  <a:ext cx="518400" cy="294840"/>
                </a:xfrm>
                <a:custGeom>
                  <a:rect b="b" l="l" r="r" t="t"/>
                  <a:pathLst>
                    <a:path extrusionOk="0" h="819" w="1440">
                      <a:moveTo>
                        <a:pt x="1440" y="0"/>
                      </a:moveTo>
                      <a:lnTo>
                        <a:pt x="1440" y="0"/>
                      </a:lnTo>
                      <a:cubicBezTo>
                        <a:pt x="1440" y="399"/>
                        <a:pt x="1119" y="725"/>
                        <a:pt x="720" y="725"/>
                      </a:cubicBezTo>
                      <a:lnTo>
                        <a:pt x="720" y="725"/>
                      </a:lnTo>
                      <a:cubicBezTo>
                        <a:pt x="325" y="725"/>
                        <a:pt x="4" y="404"/>
                        <a:pt x="0" y="15"/>
                      </a:cubicBezTo>
                      <a:cubicBezTo>
                        <a:pt x="0" y="9"/>
                        <a:pt x="0" y="5"/>
                        <a:pt x="0" y="0"/>
                      </a:cubicBezTo>
                      <a:lnTo>
                        <a:pt x="0" y="0"/>
                      </a:lnTo>
                      <a:cubicBezTo>
                        <a:pt x="0" y="399"/>
                        <a:pt x="300"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2" name="Google Shape;622;p23"/>
                <p:cNvSpPr/>
                <p:nvPr/>
              </p:nvSpPr>
              <p:spPr>
                <a:xfrm>
                  <a:off x="-6329942" y="2094260"/>
                  <a:ext cx="518400" cy="520560"/>
                </a:xfrm>
                <a:custGeom>
                  <a:rect b="b" l="l" r="r" t="t"/>
                  <a:pathLst>
                    <a:path extrusionOk="0" h="1446" w="1440">
                      <a:moveTo>
                        <a:pt x="1440" y="721"/>
                      </a:moveTo>
                      <a:lnTo>
                        <a:pt x="1440" y="721"/>
                      </a:lnTo>
                      <a:cubicBezTo>
                        <a:pt x="1440" y="1120"/>
                        <a:pt x="1119" y="1446"/>
                        <a:pt x="720" y="1446"/>
                      </a:cubicBezTo>
                      <a:cubicBezTo>
                        <a:pt x="320" y="1446"/>
                        <a:pt x="0" y="1120"/>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3" name="Google Shape;623;p23"/>
                <p:cNvSpPr/>
                <p:nvPr/>
              </p:nvSpPr>
              <p:spPr>
                <a:xfrm>
                  <a:off x="-6266222" y="2160140"/>
                  <a:ext cx="414000" cy="412200"/>
                </a:xfrm>
                <a:custGeom>
                  <a:rect b="b" l="l" r="r" t="t"/>
                  <a:pathLst>
                    <a:path extrusionOk="0" h="1145" w="1150">
                      <a:moveTo>
                        <a:pt x="1017" y="0"/>
                      </a:moveTo>
                      <a:lnTo>
                        <a:pt x="1017" y="0"/>
                      </a:lnTo>
                      <a:cubicBezTo>
                        <a:pt x="0" y="1016"/>
                        <a:pt x="0" y="1016"/>
                        <a:pt x="0" y="1016"/>
                      </a:cubicBezTo>
                      <a:cubicBezTo>
                        <a:pt x="45" y="1066"/>
                        <a:pt x="99" y="1110"/>
                        <a:pt x="153" y="1145"/>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4" name="Google Shape;624;p23"/>
                <p:cNvSpPr/>
                <p:nvPr/>
              </p:nvSpPr>
              <p:spPr>
                <a:xfrm>
                  <a:off x="-6329942" y="2094260"/>
                  <a:ext cx="518400" cy="259560"/>
                </a:xfrm>
                <a:custGeom>
                  <a:rect b="b" l="l" r="r" t="t"/>
                  <a:pathLst>
                    <a:path extrusionOk="0" h="721" w="1440">
                      <a:moveTo>
                        <a:pt x="720" y="0"/>
                      </a:moveTo>
                      <a:lnTo>
                        <a:pt x="720" y="0"/>
                      </a:lnTo>
                      <a:cubicBezTo>
                        <a:pt x="320" y="0"/>
                        <a:pt x="0" y="326"/>
                        <a:pt x="0" y="721"/>
                      </a:cubicBezTo>
                      <a:lnTo>
                        <a:pt x="0" y="721"/>
                      </a:lnTo>
                      <a:cubicBezTo>
                        <a:pt x="0" y="326"/>
                        <a:pt x="320" y="0"/>
                        <a:pt x="720" y="0"/>
                      </a:cubicBezTo>
                      <a:cubicBezTo>
                        <a:pt x="1119" y="0"/>
                        <a:pt x="1440" y="326"/>
                        <a:pt x="1440" y="721"/>
                      </a:cubicBezTo>
                      <a:lnTo>
                        <a:pt x="1440" y="721"/>
                      </a:lnTo>
                      <a:cubicBezTo>
                        <a:pt x="1440" y="326"/>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5" name="Google Shape;625;p23"/>
                <p:cNvSpPr/>
                <p:nvPr/>
              </p:nvSpPr>
              <p:spPr>
                <a:xfrm>
                  <a:off x="-6329942" y="2359220"/>
                  <a:ext cx="259200" cy="255600"/>
                </a:xfrm>
                <a:custGeom>
                  <a:rect b="b" l="l" r="r" t="t"/>
                  <a:pathLst>
                    <a:path extrusionOk="0" h="710" w="720">
                      <a:moveTo>
                        <a:pt x="0" y="0"/>
                      </a:moveTo>
                      <a:lnTo>
                        <a:pt x="0" y="0"/>
                      </a:lnTo>
                      <a:cubicBezTo>
                        <a:pt x="4" y="389"/>
                        <a:pt x="325" y="710"/>
                        <a:pt x="720" y="710"/>
                      </a:cubicBezTo>
                      <a:cubicBezTo>
                        <a:pt x="325" y="710"/>
                        <a:pt x="4" y="38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6" name="Google Shape;626;p23"/>
                <p:cNvSpPr/>
                <p:nvPr/>
              </p:nvSpPr>
              <p:spPr>
                <a:xfrm>
                  <a:off x="-6266222" y="2160140"/>
                  <a:ext cx="414000" cy="412200"/>
                </a:xfrm>
                <a:custGeom>
                  <a:rect b="b" l="l" r="r" t="t"/>
                  <a:pathLst>
                    <a:path extrusionOk="0" h="1145" w="1150">
                      <a:moveTo>
                        <a:pt x="20" y="992"/>
                      </a:moveTo>
                      <a:lnTo>
                        <a:pt x="20" y="992"/>
                      </a:lnTo>
                      <a:cubicBezTo>
                        <a:pt x="0" y="1016"/>
                        <a:pt x="0" y="1016"/>
                        <a:pt x="0" y="1016"/>
                      </a:cubicBezTo>
                      <a:cubicBezTo>
                        <a:pt x="45" y="1066"/>
                        <a:pt x="99" y="1110"/>
                        <a:pt x="153" y="1145"/>
                      </a:cubicBezTo>
                      <a:cubicBezTo>
                        <a:pt x="173" y="1125"/>
                        <a:pt x="173" y="1125"/>
                        <a:pt x="173" y="1125"/>
                      </a:cubicBezTo>
                      <a:cubicBezTo>
                        <a:pt x="119" y="1090"/>
                        <a:pt x="64" y="1046"/>
                        <a:pt x="20" y="992"/>
                      </a:cubicBezTo>
                      <a:moveTo>
                        <a:pt x="1017" y="0"/>
                      </a:moveTo>
                      <a:lnTo>
                        <a:pt x="1017" y="0"/>
                      </a:lnTo>
                      <a:cubicBezTo>
                        <a:pt x="997" y="20"/>
                        <a:pt x="997" y="20"/>
                        <a:pt x="997" y="20"/>
                      </a:cubicBezTo>
                      <a:cubicBezTo>
                        <a:pt x="1046" y="64"/>
                        <a:pt x="1091" y="113"/>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7" name="Google Shape;627;p23"/>
                <p:cNvSpPr/>
                <p:nvPr/>
              </p:nvSpPr>
              <p:spPr>
                <a:xfrm>
                  <a:off x="-5481062" y="2039540"/>
                  <a:ext cx="628920" cy="630360"/>
                </a:xfrm>
                <a:custGeom>
                  <a:rect b="b" l="l" r="r" t="t"/>
                  <a:pathLst>
                    <a:path extrusionOk="0" h="1751" w="1747">
                      <a:moveTo>
                        <a:pt x="1747" y="873"/>
                      </a:moveTo>
                      <a:lnTo>
                        <a:pt x="1747" y="873"/>
                      </a:lnTo>
                      <a:cubicBezTo>
                        <a:pt x="1747" y="1356"/>
                        <a:pt x="1357" y="1751"/>
                        <a:pt x="874" y="1751"/>
                      </a:cubicBezTo>
                      <a:cubicBezTo>
                        <a:pt x="390" y="1751"/>
                        <a:pt x="0" y="1356"/>
                        <a:pt x="0" y="873"/>
                      </a:cubicBezTo>
                      <a:cubicBezTo>
                        <a:pt x="0" y="394"/>
                        <a:pt x="390" y="0"/>
                        <a:pt x="874" y="0"/>
                      </a:cubicBezTo>
                      <a:cubicBezTo>
                        <a:pt x="1357" y="0"/>
                        <a:pt x="1747" y="394"/>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8" name="Google Shape;628;p23"/>
                <p:cNvSpPr/>
                <p:nvPr/>
              </p:nvSpPr>
              <p:spPr>
                <a:xfrm>
                  <a:off x="-5425982" y="2353820"/>
                  <a:ext cx="518760" cy="294840"/>
                </a:xfrm>
                <a:custGeom>
                  <a:rect b="b" l="l" r="r" t="t"/>
                  <a:pathLst>
                    <a:path extrusionOk="0" h="819" w="1441">
                      <a:moveTo>
                        <a:pt x="1441" y="0"/>
                      </a:moveTo>
                      <a:lnTo>
                        <a:pt x="1441" y="0"/>
                      </a:lnTo>
                      <a:cubicBezTo>
                        <a:pt x="1441" y="399"/>
                        <a:pt x="1120" y="725"/>
                        <a:pt x="721" y="725"/>
                      </a:cubicBezTo>
                      <a:lnTo>
                        <a:pt x="721" y="725"/>
                      </a:lnTo>
                      <a:lnTo>
                        <a:pt x="721" y="725"/>
                      </a:lnTo>
                      <a:cubicBezTo>
                        <a:pt x="360" y="725"/>
                        <a:pt x="64" y="458"/>
                        <a:pt x="10" y="118"/>
                      </a:cubicBezTo>
                      <a:cubicBezTo>
                        <a:pt x="5" y="78"/>
                        <a:pt x="0" y="39"/>
                        <a:pt x="0" y="0"/>
                      </a:cubicBezTo>
                      <a:lnTo>
                        <a:pt x="0" y="0"/>
                      </a:lnTo>
                      <a:cubicBezTo>
                        <a:pt x="0" y="399"/>
                        <a:pt x="306" y="819"/>
                        <a:pt x="735" y="819"/>
                      </a:cubicBezTo>
                      <a:cubicBezTo>
                        <a:pt x="1170" y="819"/>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29" name="Google Shape;629;p23"/>
                <p:cNvSpPr/>
                <p:nvPr/>
              </p:nvSpPr>
              <p:spPr>
                <a:xfrm>
                  <a:off x="-5425982" y="2094260"/>
                  <a:ext cx="518760" cy="520560"/>
                </a:xfrm>
                <a:custGeom>
                  <a:rect b="b" l="l" r="r" t="t"/>
                  <a:pathLst>
                    <a:path extrusionOk="0" h="1446" w="1441">
                      <a:moveTo>
                        <a:pt x="1441" y="721"/>
                      </a:moveTo>
                      <a:lnTo>
                        <a:pt x="1441" y="721"/>
                      </a:lnTo>
                      <a:cubicBezTo>
                        <a:pt x="1441" y="1120"/>
                        <a:pt x="1120" y="1446"/>
                        <a:pt x="721" y="1446"/>
                      </a:cubicBezTo>
                      <a:cubicBezTo>
                        <a:pt x="326" y="1446"/>
                        <a:pt x="0" y="1120"/>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0" name="Google Shape;630;p23"/>
                <p:cNvSpPr/>
                <p:nvPr/>
              </p:nvSpPr>
              <p:spPr>
                <a:xfrm>
                  <a:off x="-5361903" y="2160140"/>
                  <a:ext cx="413640" cy="412200"/>
                </a:xfrm>
                <a:custGeom>
                  <a:rect b="b" l="l" r="r" t="t"/>
                  <a:pathLst>
                    <a:path extrusionOk="0" h="1145" w="1149">
                      <a:moveTo>
                        <a:pt x="1016" y="0"/>
                      </a:moveTo>
                      <a:lnTo>
                        <a:pt x="1016" y="0"/>
                      </a:lnTo>
                      <a:cubicBezTo>
                        <a:pt x="0" y="1016"/>
                        <a:pt x="0" y="1016"/>
                        <a:pt x="0" y="1016"/>
                      </a:cubicBezTo>
                      <a:cubicBezTo>
                        <a:pt x="44" y="1066"/>
                        <a:pt x="98" y="1110"/>
                        <a:pt x="153" y="1145"/>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1" name="Google Shape;631;p23"/>
                <p:cNvSpPr/>
                <p:nvPr/>
              </p:nvSpPr>
              <p:spPr>
                <a:xfrm>
                  <a:off x="-5425982" y="2094260"/>
                  <a:ext cx="259560" cy="259560"/>
                </a:xfrm>
                <a:custGeom>
                  <a:rect b="b" l="l" r="r" t="t"/>
                  <a:pathLst>
                    <a:path extrusionOk="0" h="721" w="721">
                      <a:moveTo>
                        <a:pt x="721" y="0"/>
                      </a:moveTo>
                      <a:lnTo>
                        <a:pt x="721" y="0"/>
                      </a:lnTo>
                      <a:cubicBezTo>
                        <a:pt x="326" y="0"/>
                        <a:pt x="0" y="326"/>
                        <a:pt x="0" y="721"/>
                      </a:cubicBezTo>
                      <a:lnTo>
                        <a:pt x="0" y="721"/>
                      </a:lnTo>
                      <a:cubicBezTo>
                        <a:pt x="0" y="326"/>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2" name="Google Shape;632;p23"/>
                <p:cNvSpPr/>
                <p:nvPr/>
              </p:nvSpPr>
              <p:spPr>
                <a:xfrm>
                  <a:off x="-5422382" y="2396300"/>
                  <a:ext cx="255960" cy="218520"/>
                </a:xfrm>
                <a:custGeom>
                  <a:rect b="b" l="l" r="r" t="t"/>
                  <a:pathLst>
                    <a:path extrusionOk="0" h="607" w="711">
                      <a:moveTo>
                        <a:pt x="0" y="0"/>
                      </a:moveTo>
                      <a:lnTo>
                        <a:pt x="0" y="0"/>
                      </a:lnTo>
                      <a:cubicBezTo>
                        <a:pt x="54" y="340"/>
                        <a:pt x="350" y="607"/>
                        <a:pt x="711" y="607"/>
                      </a:cubicBezTo>
                      <a:lnTo>
                        <a:pt x="711" y="607"/>
                      </a:lnTo>
                      <a:cubicBezTo>
                        <a:pt x="350" y="607"/>
                        <a:pt x="54" y="34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3" name="Google Shape;633;p23"/>
                <p:cNvSpPr/>
                <p:nvPr/>
              </p:nvSpPr>
              <p:spPr>
                <a:xfrm>
                  <a:off x="-5361903" y="2160140"/>
                  <a:ext cx="413640" cy="412200"/>
                </a:xfrm>
                <a:custGeom>
                  <a:rect b="b" l="l" r="r" t="t"/>
                  <a:pathLst>
                    <a:path extrusionOk="0" h="1145" w="1149">
                      <a:moveTo>
                        <a:pt x="24" y="992"/>
                      </a:moveTo>
                      <a:lnTo>
                        <a:pt x="24" y="992"/>
                      </a:lnTo>
                      <a:cubicBezTo>
                        <a:pt x="0" y="1016"/>
                        <a:pt x="0" y="1016"/>
                        <a:pt x="0" y="1016"/>
                      </a:cubicBezTo>
                      <a:cubicBezTo>
                        <a:pt x="44" y="1066"/>
                        <a:pt x="98" y="1110"/>
                        <a:pt x="153" y="1145"/>
                      </a:cubicBezTo>
                      <a:cubicBezTo>
                        <a:pt x="177" y="1125"/>
                        <a:pt x="177" y="1125"/>
                        <a:pt x="177" y="1125"/>
                      </a:cubicBezTo>
                      <a:cubicBezTo>
                        <a:pt x="118" y="1090"/>
                        <a:pt x="69" y="1046"/>
                        <a:pt x="24" y="992"/>
                      </a:cubicBezTo>
                      <a:moveTo>
                        <a:pt x="1016" y="0"/>
                      </a:moveTo>
                      <a:lnTo>
                        <a:pt x="1016" y="0"/>
                      </a:lnTo>
                      <a:cubicBezTo>
                        <a:pt x="996" y="20"/>
                        <a:pt x="996" y="20"/>
                        <a:pt x="996" y="20"/>
                      </a:cubicBezTo>
                      <a:cubicBezTo>
                        <a:pt x="1046" y="64"/>
                        <a:pt x="1090" y="113"/>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4" name="Google Shape;634;p23"/>
                <p:cNvSpPr/>
                <p:nvPr/>
              </p:nvSpPr>
              <p:spPr>
                <a:xfrm>
                  <a:off x="-7290782" y="2817140"/>
                  <a:ext cx="630360" cy="628920"/>
                </a:xfrm>
                <a:custGeom>
                  <a:rect b="b" l="l" r="r" t="t"/>
                  <a:pathLst>
                    <a:path extrusionOk="0" h="1747" w="1751">
                      <a:moveTo>
                        <a:pt x="1751" y="874"/>
                      </a:moveTo>
                      <a:lnTo>
                        <a:pt x="1751" y="874"/>
                      </a:lnTo>
                      <a:cubicBezTo>
                        <a:pt x="1751" y="1358"/>
                        <a:pt x="1356" y="1747"/>
                        <a:pt x="879" y="1747"/>
                      </a:cubicBezTo>
                      <a:cubicBezTo>
                        <a:pt x="395" y="1747"/>
                        <a:pt x="0" y="1358"/>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5" name="Google Shape;635;p23"/>
                <p:cNvSpPr/>
                <p:nvPr/>
              </p:nvSpPr>
              <p:spPr>
                <a:xfrm>
                  <a:off x="-7233902" y="3131780"/>
                  <a:ext cx="518400" cy="293040"/>
                </a:xfrm>
                <a:custGeom>
                  <a:rect b="b" l="l" r="r" t="t"/>
                  <a:pathLst>
                    <a:path extrusionOk="0" h="814" w="1440">
                      <a:moveTo>
                        <a:pt x="1440" y="0"/>
                      </a:moveTo>
                      <a:lnTo>
                        <a:pt x="1440" y="0"/>
                      </a:lnTo>
                      <a:cubicBezTo>
                        <a:pt x="1440" y="197"/>
                        <a:pt x="1356" y="380"/>
                        <a:pt x="1227" y="508"/>
                      </a:cubicBezTo>
                      <a:cubicBezTo>
                        <a:pt x="1100" y="641"/>
                        <a:pt x="918" y="720"/>
                        <a:pt x="721" y="720"/>
                      </a:cubicBezTo>
                      <a:cubicBezTo>
                        <a:pt x="331" y="720"/>
                        <a:pt x="15" y="414"/>
                        <a:pt x="0" y="30"/>
                      </a:cubicBezTo>
                      <a:cubicBezTo>
                        <a:pt x="15" y="420"/>
                        <a:pt x="311" y="814"/>
                        <a:pt x="735" y="814"/>
                      </a:cubicBezTo>
                      <a:cubicBezTo>
                        <a:pt x="1164" y="814"/>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6" name="Google Shape;636;p23"/>
                <p:cNvSpPr/>
                <p:nvPr/>
              </p:nvSpPr>
              <p:spPr>
                <a:xfrm>
                  <a:off x="-7233902" y="2872220"/>
                  <a:ext cx="518400" cy="518760"/>
                </a:xfrm>
                <a:custGeom>
                  <a:rect b="b" l="l" r="r" t="t"/>
                  <a:pathLst>
                    <a:path extrusionOk="0" h="1441" w="1440">
                      <a:moveTo>
                        <a:pt x="1440" y="721"/>
                      </a:moveTo>
                      <a:lnTo>
                        <a:pt x="1440" y="721"/>
                      </a:lnTo>
                      <a:cubicBezTo>
                        <a:pt x="1440" y="1121"/>
                        <a:pt x="1115" y="1441"/>
                        <a:pt x="721" y="1441"/>
                      </a:cubicBezTo>
                      <a:cubicBezTo>
                        <a:pt x="321" y="1441"/>
                        <a:pt x="0" y="1121"/>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7" name="Google Shape;637;p23"/>
                <p:cNvSpPr/>
                <p:nvPr/>
              </p:nvSpPr>
              <p:spPr>
                <a:xfrm>
                  <a:off x="-7169823" y="293630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5"/>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8" name="Google Shape;638;p23"/>
                <p:cNvSpPr/>
                <p:nvPr/>
              </p:nvSpPr>
              <p:spPr>
                <a:xfrm>
                  <a:off x="-7235702" y="2916860"/>
                  <a:ext cx="113760" cy="225720"/>
                </a:xfrm>
                <a:custGeom>
                  <a:rect b="b" l="l" r="r" t="t"/>
                  <a:pathLst>
                    <a:path extrusionOk="0" h="627" w="316">
                      <a:moveTo>
                        <a:pt x="316" y="0"/>
                      </a:moveTo>
                      <a:lnTo>
                        <a:pt x="316" y="0"/>
                      </a:lnTo>
                      <a:cubicBezTo>
                        <a:pt x="128" y="133"/>
                        <a:pt x="0" y="350"/>
                        <a:pt x="0" y="597"/>
                      </a:cubicBezTo>
                      <a:cubicBezTo>
                        <a:pt x="0" y="607"/>
                        <a:pt x="5" y="617"/>
                        <a:pt x="5" y="627"/>
                      </a:cubicBezTo>
                      <a:cubicBezTo>
                        <a:pt x="5" y="617"/>
                        <a:pt x="5" y="607"/>
                        <a:pt x="5" y="597"/>
                      </a:cubicBezTo>
                      <a:lnTo>
                        <a:pt x="5" y="597"/>
                      </a:lnTo>
                      <a:lnTo>
                        <a:pt x="5" y="597"/>
                      </a:lnTo>
                      <a:cubicBezTo>
                        <a:pt x="5" y="350"/>
                        <a:pt x="128" y="133"/>
                        <a:pt x="3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39" name="Google Shape;639;p23"/>
                <p:cNvSpPr/>
                <p:nvPr/>
              </p:nvSpPr>
              <p:spPr>
                <a:xfrm>
                  <a:off x="-7169823" y="293630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0"/>
                        <a:pt x="64" y="1046"/>
                        <a:pt x="19" y="997"/>
                      </a:cubicBezTo>
                      <a:moveTo>
                        <a:pt x="1015" y="0"/>
                      </a:moveTo>
                      <a:lnTo>
                        <a:pt x="1015" y="0"/>
                      </a:lnTo>
                      <a:cubicBezTo>
                        <a:pt x="991" y="20"/>
                        <a:pt x="991" y="20"/>
                        <a:pt x="991" y="20"/>
                      </a:cubicBezTo>
                      <a:cubicBezTo>
                        <a:pt x="1045" y="64"/>
                        <a:pt x="1089" y="118"/>
                        <a:pt x="1124" y="173"/>
                      </a:cubicBezTo>
                      <a:cubicBezTo>
                        <a:pt x="1148" y="153"/>
                        <a:pt x="1148" y="153"/>
                        <a:pt x="1148" y="153"/>
                      </a:cubicBezTo>
                      <a:cubicBezTo>
                        <a:pt x="1109" y="94"/>
                        <a:pt x="1065" y="45"/>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0" name="Google Shape;640;p23"/>
                <p:cNvSpPr/>
                <p:nvPr/>
              </p:nvSpPr>
              <p:spPr>
                <a:xfrm>
                  <a:off x="-6385022" y="2817140"/>
                  <a:ext cx="628560" cy="628920"/>
                </a:xfrm>
                <a:custGeom>
                  <a:rect b="b" l="l" r="r" t="t"/>
                  <a:pathLst>
                    <a:path extrusionOk="0" h="1747" w="1746">
                      <a:moveTo>
                        <a:pt x="1746" y="874"/>
                      </a:moveTo>
                      <a:lnTo>
                        <a:pt x="1746" y="874"/>
                      </a:lnTo>
                      <a:cubicBezTo>
                        <a:pt x="1746" y="1358"/>
                        <a:pt x="1356" y="1747"/>
                        <a:pt x="873" y="1747"/>
                      </a:cubicBezTo>
                      <a:cubicBezTo>
                        <a:pt x="389" y="1747"/>
                        <a:pt x="0" y="1358"/>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1" name="Google Shape;641;p23"/>
                <p:cNvSpPr/>
                <p:nvPr/>
              </p:nvSpPr>
              <p:spPr>
                <a:xfrm>
                  <a:off x="-6329942" y="3131780"/>
                  <a:ext cx="518400" cy="293040"/>
                </a:xfrm>
                <a:custGeom>
                  <a:rect b="b" l="l" r="r" t="t"/>
                  <a:pathLst>
                    <a:path extrusionOk="0" h="814" w="1440">
                      <a:moveTo>
                        <a:pt x="1440" y="0"/>
                      </a:moveTo>
                      <a:lnTo>
                        <a:pt x="1440" y="0"/>
                      </a:lnTo>
                      <a:cubicBezTo>
                        <a:pt x="1440" y="400"/>
                        <a:pt x="1119" y="720"/>
                        <a:pt x="720" y="720"/>
                      </a:cubicBezTo>
                      <a:cubicBezTo>
                        <a:pt x="320" y="720"/>
                        <a:pt x="0" y="400"/>
                        <a:pt x="0" y="0"/>
                      </a:cubicBezTo>
                      <a:cubicBezTo>
                        <a:pt x="0" y="400"/>
                        <a:pt x="300" y="814"/>
                        <a:pt x="735" y="814"/>
                      </a:cubicBezTo>
                      <a:cubicBezTo>
                        <a:pt x="1164" y="814"/>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2" name="Google Shape;642;p23"/>
                <p:cNvSpPr/>
                <p:nvPr/>
              </p:nvSpPr>
              <p:spPr>
                <a:xfrm>
                  <a:off x="-6329942" y="2872220"/>
                  <a:ext cx="518400" cy="518760"/>
                </a:xfrm>
                <a:custGeom>
                  <a:rect b="b" l="l" r="r" t="t"/>
                  <a:pathLst>
                    <a:path extrusionOk="0" h="1441" w="1440">
                      <a:moveTo>
                        <a:pt x="1440" y="721"/>
                      </a:moveTo>
                      <a:lnTo>
                        <a:pt x="1440" y="721"/>
                      </a:lnTo>
                      <a:cubicBezTo>
                        <a:pt x="1440" y="1121"/>
                        <a:pt x="1119" y="1441"/>
                        <a:pt x="720" y="1441"/>
                      </a:cubicBezTo>
                      <a:cubicBezTo>
                        <a:pt x="320" y="1441"/>
                        <a:pt x="0" y="1121"/>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3" name="Google Shape;643;p23"/>
                <p:cNvSpPr/>
                <p:nvPr/>
              </p:nvSpPr>
              <p:spPr>
                <a:xfrm>
                  <a:off x="-6266222" y="293630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5"/>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4" name="Google Shape;644;p23"/>
                <p:cNvSpPr/>
                <p:nvPr/>
              </p:nvSpPr>
              <p:spPr>
                <a:xfrm>
                  <a:off x="-6329942" y="3131780"/>
                  <a:ext cx="518400" cy="0"/>
                </a:xfrm>
                <a:custGeom>
                  <a:rect b="b" l="l" r="r" t="t"/>
                  <a:pathLst>
                    <a:path extrusionOk="0" h="120000" w="1440">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5" name="Google Shape;645;p23"/>
                <p:cNvSpPr/>
                <p:nvPr/>
              </p:nvSpPr>
              <p:spPr>
                <a:xfrm>
                  <a:off x="-6266222" y="293630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0"/>
                        <a:pt x="64" y="1046"/>
                        <a:pt x="20" y="997"/>
                      </a:cubicBezTo>
                      <a:moveTo>
                        <a:pt x="1017" y="0"/>
                      </a:moveTo>
                      <a:lnTo>
                        <a:pt x="1017" y="0"/>
                      </a:lnTo>
                      <a:cubicBezTo>
                        <a:pt x="997" y="20"/>
                        <a:pt x="997" y="20"/>
                        <a:pt x="997" y="20"/>
                      </a:cubicBezTo>
                      <a:cubicBezTo>
                        <a:pt x="1046" y="64"/>
                        <a:pt x="1091" y="118"/>
                        <a:pt x="1125" y="173"/>
                      </a:cubicBezTo>
                      <a:cubicBezTo>
                        <a:pt x="1150" y="153"/>
                        <a:pt x="1150" y="153"/>
                        <a:pt x="1150" y="153"/>
                      </a:cubicBezTo>
                      <a:cubicBezTo>
                        <a:pt x="1111" y="94"/>
                        <a:pt x="1066" y="45"/>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6" name="Google Shape;646;p23"/>
                <p:cNvSpPr/>
                <p:nvPr/>
              </p:nvSpPr>
              <p:spPr>
                <a:xfrm>
                  <a:off x="-5481062" y="2817140"/>
                  <a:ext cx="628920" cy="628920"/>
                </a:xfrm>
                <a:custGeom>
                  <a:rect b="b" l="l" r="r" t="t"/>
                  <a:pathLst>
                    <a:path extrusionOk="0" h="1747" w="1747">
                      <a:moveTo>
                        <a:pt x="1747" y="874"/>
                      </a:moveTo>
                      <a:lnTo>
                        <a:pt x="1747" y="874"/>
                      </a:lnTo>
                      <a:cubicBezTo>
                        <a:pt x="1747" y="1358"/>
                        <a:pt x="1357" y="1747"/>
                        <a:pt x="874" y="1747"/>
                      </a:cubicBezTo>
                      <a:cubicBezTo>
                        <a:pt x="390" y="1747"/>
                        <a:pt x="0" y="1358"/>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7" name="Google Shape;647;p23"/>
                <p:cNvSpPr/>
                <p:nvPr/>
              </p:nvSpPr>
              <p:spPr>
                <a:xfrm>
                  <a:off x="-5425982" y="3131780"/>
                  <a:ext cx="518760" cy="293040"/>
                </a:xfrm>
                <a:custGeom>
                  <a:rect b="b" l="l" r="r" t="t"/>
                  <a:pathLst>
                    <a:path extrusionOk="0" h="814" w="1441">
                      <a:moveTo>
                        <a:pt x="0" y="0"/>
                      </a:moveTo>
                      <a:lnTo>
                        <a:pt x="0" y="0"/>
                      </a:lnTo>
                      <a:moveTo>
                        <a:pt x="1441" y="0"/>
                      </a:moveTo>
                      <a:lnTo>
                        <a:pt x="1441" y="0"/>
                      </a:lnTo>
                      <a:cubicBezTo>
                        <a:pt x="1441" y="237"/>
                        <a:pt x="1327" y="449"/>
                        <a:pt x="1150" y="577"/>
                      </a:cubicBezTo>
                      <a:cubicBezTo>
                        <a:pt x="1031" y="666"/>
                        <a:pt x="883" y="720"/>
                        <a:pt x="721" y="720"/>
                      </a:cubicBezTo>
                      <a:cubicBezTo>
                        <a:pt x="326" y="720"/>
                        <a:pt x="0" y="400"/>
                        <a:pt x="0" y="0"/>
                      </a:cubicBezTo>
                      <a:cubicBezTo>
                        <a:pt x="0" y="400"/>
                        <a:pt x="306" y="814"/>
                        <a:pt x="735" y="814"/>
                      </a:cubicBezTo>
                      <a:cubicBezTo>
                        <a:pt x="1170" y="814"/>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8" name="Google Shape;648;p23"/>
                <p:cNvSpPr/>
                <p:nvPr/>
              </p:nvSpPr>
              <p:spPr>
                <a:xfrm>
                  <a:off x="-5425982" y="2872220"/>
                  <a:ext cx="518760" cy="518760"/>
                </a:xfrm>
                <a:custGeom>
                  <a:rect b="b" l="l" r="r" t="t"/>
                  <a:pathLst>
                    <a:path extrusionOk="0" h="1441" w="1441">
                      <a:moveTo>
                        <a:pt x="1441" y="721"/>
                      </a:moveTo>
                      <a:lnTo>
                        <a:pt x="1441" y="721"/>
                      </a:lnTo>
                      <a:cubicBezTo>
                        <a:pt x="1441" y="1121"/>
                        <a:pt x="1120" y="1441"/>
                        <a:pt x="721" y="1441"/>
                      </a:cubicBezTo>
                      <a:cubicBezTo>
                        <a:pt x="326" y="1441"/>
                        <a:pt x="0" y="1121"/>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49" name="Google Shape;649;p23"/>
                <p:cNvSpPr/>
                <p:nvPr/>
              </p:nvSpPr>
              <p:spPr>
                <a:xfrm>
                  <a:off x="-5361903" y="293630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5"/>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0" name="Google Shape;650;p23"/>
                <p:cNvSpPr/>
                <p:nvPr/>
              </p:nvSpPr>
              <p:spPr>
                <a:xfrm>
                  <a:off x="-5425982" y="3131780"/>
                  <a:ext cx="0" cy="0"/>
                </a:xfrm>
                <a:custGeom>
                  <a:rect b="b" l="l" r="r" t="t"/>
                  <a:pathLst>
                    <a:path extrusionOk="0" h="120000" w="120000">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1" name="Google Shape;651;p23"/>
                <p:cNvSpPr/>
                <p:nvPr/>
              </p:nvSpPr>
              <p:spPr>
                <a:xfrm>
                  <a:off x="-5361903" y="293630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0"/>
                        <a:pt x="69" y="1046"/>
                        <a:pt x="24" y="997"/>
                      </a:cubicBezTo>
                      <a:moveTo>
                        <a:pt x="1016" y="0"/>
                      </a:moveTo>
                      <a:lnTo>
                        <a:pt x="1016" y="0"/>
                      </a:lnTo>
                      <a:cubicBezTo>
                        <a:pt x="996" y="20"/>
                        <a:pt x="996" y="20"/>
                        <a:pt x="996" y="20"/>
                      </a:cubicBezTo>
                      <a:cubicBezTo>
                        <a:pt x="1046" y="64"/>
                        <a:pt x="1090" y="118"/>
                        <a:pt x="1130" y="173"/>
                      </a:cubicBezTo>
                      <a:cubicBezTo>
                        <a:pt x="1149" y="153"/>
                        <a:pt x="1149" y="153"/>
                        <a:pt x="1149" y="153"/>
                      </a:cubicBezTo>
                      <a:cubicBezTo>
                        <a:pt x="1115" y="94"/>
                        <a:pt x="1070" y="45"/>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2" name="Google Shape;652;p23"/>
                <p:cNvSpPr/>
                <p:nvPr/>
              </p:nvSpPr>
              <p:spPr>
                <a:xfrm>
                  <a:off x="-7312023" y="-546700"/>
                  <a:ext cx="2482920" cy="0"/>
                </a:xfrm>
                <a:custGeom>
                  <a:rect b="b" l="l" r="r" t="t"/>
                  <a:pathLst>
                    <a:path extrusionOk="0" h="120000" w="6897">
                      <a:moveTo>
                        <a:pt x="6897" y="0"/>
                      </a:moveTo>
                      <a:lnTo>
                        <a:pt x="6897" y="0"/>
                      </a:lnTo>
                      <a:moveTo>
                        <a:pt x="6892" y="0"/>
                      </a:moveTo>
                      <a:lnTo>
                        <a:pt x="6892" y="0"/>
                      </a:lnTo>
                      <a:moveTo>
                        <a:pt x="6892" y="0"/>
                      </a:moveTo>
                      <a:lnTo>
                        <a:pt x="6892" y="0"/>
                      </a:lnTo>
                      <a:moveTo>
                        <a:pt x="6887" y="0"/>
                      </a:moveTo>
                      <a:lnTo>
                        <a:pt x="6887" y="0"/>
                      </a:lnTo>
                      <a:cubicBezTo>
                        <a:pt x="10" y="0"/>
                        <a:pt x="10" y="0"/>
                        <a:pt x="10" y="0"/>
                      </a:cubicBezTo>
                      <a:cubicBezTo>
                        <a:pt x="5" y="0"/>
                        <a:pt x="5" y="0"/>
                        <a:pt x="0" y="0"/>
                      </a:cubicBezTo>
                      <a:lnTo>
                        <a:pt x="0" y="0"/>
                      </a:lnTo>
                      <a:cubicBezTo>
                        <a:pt x="5" y="0"/>
                        <a:pt x="5" y="0"/>
                        <a:pt x="10" y="0"/>
                      </a:cubicBezTo>
                      <a:cubicBezTo>
                        <a:pt x="6887" y="0"/>
                        <a:pt x="6887" y="0"/>
                        <a:pt x="6887" y="0"/>
                      </a:cubicBezTo>
                      <a:cubicBezTo>
                        <a:pt x="6892" y="0"/>
                        <a:pt x="6892" y="0"/>
                        <a:pt x="6892" y="0"/>
                      </a:cubicBezTo>
                      <a:lnTo>
                        <a:pt x="6887" y="0"/>
                      </a:lnTo>
                      <a:close/>
                    </a:path>
                  </a:pathLst>
                </a:custGeom>
                <a:solidFill>
                  <a:srgbClr val="C1CFD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3" name="Google Shape;653;p23"/>
                <p:cNvSpPr/>
                <p:nvPr/>
              </p:nvSpPr>
              <p:spPr>
                <a:xfrm>
                  <a:off x="-7486262" y="-546700"/>
                  <a:ext cx="2831400" cy="4248720"/>
                </a:xfrm>
                <a:custGeom>
                  <a:rect b="b" l="l" r="r" t="t"/>
                  <a:pathLst>
                    <a:path extrusionOk="0" h="11802" w="7865">
                      <a:moveTo>
                        <a:pt x="0" y="11314"/>
                      </a:moveTo>
                      <a:lnTo>
                        <a:pt x="0" y="11314"/>
                      </a:lnTo>
                      <a:moveTo>
                        <a:pt x="0" y="11314"/>
                      </a:moveTo>
                      <a:lnTo>
                        <a:pt x="0" y="11314"/>
                      </a:lnTo>
                      <a:moveTo>
                        <a:pt x="0" y="11308"/>
                      </a:moveTo>
                      <a:lnTo>
                        <a:pt x="0" y="11308"/>
                      </a:lnTo>
                      <a:moveTo>
                        <a:pt x="7386" y="0"/>
                      </a:moveTo>
                      <a:lnTo>
                        <a:pt x="7386" y="0"/>
                      </a:lnTo>
                      <a:cubicBezTo>
                        <a:pt x="7529" y="5"/>
                        <a:pt x="7657" y="69"/>
                        <a:pt x="7746" y="173"/>
                      </a:cubicBezTo>
                      <a:cubicBezTo>
                        <a:pt x="7638" y="336"/>
                        <a:pt x="7638" y="336"/>
                        <a:pt x="7638" y="336"/>
                      </a:cubicBezTo>
                      <a:cubicBezTo>
                        <a:pt x="7697" y="414"/>
                        <a:pt x="7731" y="508"/>
                        <a:pt x="7731" y="616"/>
                      </a:cubicBezTo>
                      <a:cubicBezTo>
                        <a:pt x="7731" y="11185"/>
                        <a:pt x="7731" y="11185"/>
                        <a:pt x="7731" y="11185"/>
                      </a:cubicBezTo>
                      <a:cubicBezTo>
                        <a:pt x="7731" y="11451"/>
                        <a:pt x="7514" y="11664"/>
                        <a:pt x="7253" y="11664"/>
                      </a:cubicBezTo>
                      <a:cubicBezTo>
                        <a:pt x="612" y="11664"/>
                        <a:pt x="612" y="11664"/>
                        <a:pt x="612" y="11664"/>
                      </a:cubicBezTo>
                      <a:cubicBezTo>
                        <a:pt x="430" y="11664"/>
                        <a:pt x="267" y="11560"/>
                        <a:pt x="188" y="11407"/>
                      </a:cubicBezTo>
                      <a:cubicBezTo>
                        <a:pt x="74" y="11570"/>
                        <a:pt x="74" y="11570"/>
                        <a:pt x="74" y="11570"/>
                      </a:cubicBezTo>
                      <a:cubicBezTo>
                        <a:pt x="30" y="11496"/>
                        <a:pt x="0" y="11407"/>
                        <a:pt x="0" y="11314"/>
                      </a:cubicBezTo>
                      <a:cubicBezTo>
                        <a:pt x="0" y="11585"/>
                        <a:pt x="222" y="11802"/>
                        <a:pt x="494" y="11802"/>
                      </a:cubicBezTo>
                      <a:cubicBezTo>
                        <a:pt x="7371" y="11802"/>
                        <a:pt x="7371" y="11802"/>
                        <a:pt x="7371" y="11802"/>
                      </a:cubicBezTo>
                      <a:cubicBezTo>
                        <a:pt x="7647" y="11802"/>
                        <a:pt x="7865" y="11580"/>
                        <a:pt x="7865" y="11308"/>
                      </a:cubicBezTo>
                      <a:cubicBezTo>
                        <a:pt x="7865" y="493"/>
                        <a:pt x="7865" y="493"/>
                        <a:pt x="7865" y="493"/>
                      </a:cubicBezTo>
                      <a:cubicBezTo>
                        <a:pt x="7865" y="227"/>
                        <a:pt x="7653" y="5"/>
                        <a:pt x="7386" y="0"/>
                      </a:cubicBezTo>
                      <a:moveTo>
                        <a:pt x="7381" y="0"/>
                      </a:moveTo>
                      <a:lnTo>
                        <a:pt x="7381" y="0"/>
                      </a:lnTo>
                      <a:moveTo>
                        <a:pt x="7381" y="0"/>
                      </a:moveTo>
                      <a:lnTo>
                        <a:pt x="7381" y="0"/>
                      </a:lnTo>
                      <a:moveTo>
                        <a:pt x="7381" y="0"/>
                      </a:move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4" name="Google Shape;654;p23"/>
                <p:cNvSpPr/>
                <p:nvPr/>
              </p:nvSpPr>
              <p:spPr>
                <a:xfrm>
                  <a:off x="-7312023" y="-546700"/>
                  <a:ext cx="2482920" cy="0"/>
                </a:xfrm>
                <a:custGeom>
                  <a:rect b="b" l="l" r="r" t="t"/>
                  <a:pathLst>
                    <a:path extrusionOk="0" h="120000" w="6897">
                      <a:moveTo>
                        <a:pt x="6887" y="0"/>
                      </a:moveTo>
                      <a:lnTo>
                        <a:pt x="6887" y="0"/>
                      </a:lnTo>
                      <a:cubicBezTo>
                        <a:pt x="10" y="0"/>
                        <a:pt x="10" y="0"/>
                        <a:pt x="10" y="0"/>
                      </a:cubicBezTo>
                      <a:cubicBezTo>
                        <a:pt x="5" y="0"/>
                        <a:pt x="5" y="0"/>
                        <a:pt x="0" y="0"/>
                      </a:cubicBezTo>
                      <a:cubicBezTo>
                        <a:pt x="6897" y="0"/>
                        <a:pt x="6897" y="0"/>
                        <a:pt x="6897" y="0"/>
                      </a:cubicBezTo>
                      <a:lnTo>
                        <a:pt x="6897" y="0"/>
                      </a:lnTo>
                      <a:cubicBezTo>
                        <a:pt x="6892" y="0"/>
                        <a:pt x="6892" y="0"/>
                        <a:pt x="6892" y="0"/>
                      </a:cubicBezTo>
                      <a:lnTo>
                        <a:pt x="6892" y="0"/>
                      </a:lnTo>
                      <a:lnTo>
                        <a:pt x="6892" y="0"/>
                      </a:lnTo>
                      <a:lnTo>
                        <a:pt x="6892" y="0"/>
                      </a:lnTo>
                      <a:lnTo>
                        <a:pt x="6892" y="0"/>
                      </a:lnTo>
                      <a:lnTo>
                        <a:pt x="6887" y="0"/>
                      </a:lnTo>
                      <a:close/>
                    </a:path>
                  </a:pathLst>
                </a:custGeom>
                <a:solidFill>
                  <a:srgbClr val="B8C7D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5" name="Google Shape;655;p23"/>
                <p:cNvSpPr/>
                <p:nvPr/>
              </p:nvSpPr>
              <p:spPr>
                <a:xfrm>
                  <a:off x="-7486262" y="-546700"/>
                  <a:ext cx="2788560" cy="4165200"/>
                </a:xfrm>
                <a:custGeom>
                  <a:rect b="b" l="l" r="r" t="t"/>
                  <a:pathLst>
                    <a:path extrusionOk="0" h="11570" w="7746">
                      <a:moveTo>
                        <a:pt x="7381" y="0"/>
                      </a:moveTo>
                      <a:lnTo>
                        <a:pt x="7381" y="0"/>
                      </a:lnTo>
                      <a:cubicBezTo>
                        <a:pt x="484" y="0"/>
                        <a:pt x="484" y="0"/>
                        <a:pt x="484" y="0"/>
                      </a:cubicBezTo>
                      <a:cubicBezTo>
                        <a:pt x="217" y="5"/>
                        <a:pt x="0" y="222"/>
                        <a:pt x="0" y="493"/>
                      </a:cubicBezTo>
                      <a:cubicBezTo>
                        <a:pt x="0" y="11308"/>
                        <a:pt x="0" y="11308"/>
                        <a:pt x="0" y="11308"/>
                      </a:cubicBezTo>
                      <a:lnTo>
                        <a:pt x="0" y="11308"/>
                      </a:lnTo>
                      <a:lnTo>
                        <a:pt x="0" y="11308"/>
                      </a:lnTo>
                      <a:cubicBezTo>
                        <a:pt x="0" y="11314"/>
                        <a:pt x="0" y="11314"/>
                        <a:pt x="0" y="11314"/>
                      </a:cubicBezTo>
                      <a:lnTo>
                        <a:pt x="0" y="11314"/>
                      </a:lnTo>
                      <a:lnTo>
                        <a:pt x="0" y="11314"/>
                      </a:lnTo>
                      <a:lnTo>
                        <a:pt x="0" y="11314"/>
                      </a:lnTo>
                      <a:lnTo>
                        <a:pt x="0" y="11314"/>
                      </a:lnTo>
                      <a:cubicBezTo>
                        <a:pt x="0" y="11407"/>
                        <a:pt x="30" y="11496"/>
                        <a:pt x="74" y="11570"/>
                      </a:cubicBezTo>
                      <a:cubicBezTo>
                        <a:pt x="188" y="11407"/>
                        <a:pt x="188" y="11407"/>
                        <a:pt x="188" y="11407"/>
                      </a:cubicBezTo>
                      <a:cubicBezTo>
                        <a:pt x="153" y="11338"/>
                        <a:pt x="134" y="11264"/>
                        <a:pt x="134" y="11185"/>
                      </a:cubicBezTo>
                      <a:cubicBezTo>
                        <a:pt x="134" y="616"/>
                        <a:pt x="134" y="616"/>
                        <a:pt x="134" y="616"/>
                      </a:cubicBezTo>
                      <a:cubicBezTo>
                        <a:pt x="134" y="350"/>
                        <a:pt x="351" y="138"/>
                        <a:pt x="612" y="138"/>
                      </a:cubicBezTo>
                      <a:cubicBezTo>
                        <a:pt x="7253" y="138"/>
                        <a:pt x="7253" y="138"/>
                        <a:pt x="7253" y="138"/>
                      </a:cubicBezTo>
                      <a:cubicBezTo>
                        <a:pt x="7410" y="138"/>
                        <a:pt x="7549" y="217"/>
                        <a:pt x="7638" y="336"/>
                      </a:cubicBezTo>
                      <a:cubicBezTo>
                        <a:pt x="7746" y="173"/>
                        <a:pt x="7746" y="173"/>
                        <a:pt x="7746" y="173"/>
                      </a:cubicBezTo>
                      <a:cubicBezTo>
                        <a:pt x="7657" y="69"/>
                        <a:pt x="7529" y="5"/>
                        <a:pt x="7386" y="0"/>
                      </a:cubicBez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656" name="Google Shape;656;p23"/>
              <p:cNvGrpSpPr/>
              <p:nvPr/>
            </p:nvGrpSpPr>
            <p:grpSpPr>
              <a:xfrm>
                <a:off x="1357274" y="1345994"/>
                <a:ext cx="1888501" cy="2851238"/>
                <a:chOff x="-7486623" y="-546700"/>
                <a:chExt cx="2831760" cy="4275360"/>
              </a:xfrm>
            </p:grpSpPr>
            <p:sp>
              <p:nvSpPr>
                <p:cNvPr id="657" name="Google Shape;657;p23"/>
                <p:cNvSpPr/>
                <p:nvPr/>
              </p:nvSpPr>
              <p:spPr>
                <a:xfrm>
                  <a:off x="-6915662" y="86180"/>
                  <a:ext cx="629640" cy="629640"/>
                </a:xfrm>
                <a:custGeom>
                  <a:rect b="b" l="l" r="r" t="t"/>
                  <a:pathLst>
                    <a:path extrusionOk="0" h="1749" w="1749">
                      <a:moveTo>
                        <a:pt x="1691" y="566"/>
                      </a:moveTo>
                      <a:lnTo>
                        <a:pt x="1691" y="566"/>
                      </a:lnTo>
                      <a:cubicBezTo>
                        <a:pt x="1863" y="1015"/>
                        <a:pt x="1637" y="1523"/>
                        <a:pt x="1182" y="1691"/>
                      </a:cubicBezTo>
                      <a:cubicBezTo>
                        <a:pt x="733" y="1864"/>
                        <a:pt x="231" y="1637"/>
                        <a:pt x="58" y="1183"/>
                      </a:cubicBezTo>
                      <a:cubicBezTo>
                        <a:pt x="-114" y="734"/>
                        <a:pt x="113" y="230"/>
                        <a:pt x="566" y="58"/>
                      </a:cubicBezTo>
                      <a:cubicBezTo>
                        <a:pt x="1015" y="-115"/>
                        <a:pt x="1523"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8" name="Google Shape;658;p23"/>
                <p:cNvSpPr/>
                <p:nvPr/>
              </p:nvSpPr>
              <p:spPr>
                <a:xfrm>
                  <a:off x="-6860583" y="141260"/>
                  <a:ext cx="519480" cy="519480"/>
                </a:xfrm>
                <a:custGeom>
                  <a:rect b="b" l="l" r="r" t="t"/>
                  <a:pathLst>
                    <a:path extrusionOk="0" h="1443" w="1443">
                      <a:moveTo>
                        <a:pt x="1395" y="467"/>
                      </a:moveTo>
                      <a:lnTo>
                        <a:pt x="1395" y="467"/>
                      </a:lnTo>
                      <a:cubicBezTo>
                        <a:pt x="1538" y="837"/>
                        <a:pt x="1350" y="1257"/>
                        <a:pt x="975" y="1395"/>
                      </a:cubicBezTo>
                      <a:cubicBezTo>
                        <a:pt x="605" y="1538"/>
                        <a:pt x="186" y="1351"/>
                        <a:pt x="48" y="975"/>
                      </a:cubicBezTo>
                      <a:cubicBezTo>
                        <a:pt x="-95" y="606"/>
                        <a:pt x="93"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59" name="Google Shape;659;p23"/>
                <p:cNvSpPr/>
                <p:nvPr/>
              </p:nvSpPr>
              <p:spPr>
                <a:xfrm>
                  <a:off x="-6722702" y="158540"/>
                  <a:ext cx="277200" cy="495720"/>
                </a:xfrm>
                <a:custGeom>
                  <a:rect b="b" l="l" r="r" t="t"/>
                  <a:pathLst>
                    <a:path extrusionOk="0" h="1377" w="770">
                      <a:moveTo>
                        <a:pt x="592" y="0"/>
                      </a:moveTo>
                      <a:lnTo>
                        <a:pt x="592" y="0"/>
                      </a:lnTo>
                      <a:cubicBezTo>
                        <a:pt x="0" y="1307"/>
                        <a:pt x="0" y="1307"/>
                        <a:pt x="0" y="1307"/>
                      </a:cubicBezTo>
                      <a:cubicBezTo>
                        <a:pt x="59" y="1342"/>
                        <a:pt x="123" y="1367"/>
                        <a:pt x="188" y="1377"/>
                      </a:cubicBezTo>
                      <a:cubicBezTo>
                        <a:pt x="770" y="94"/>
                        <a:pt x="770" y="94"/>
                        <a:pt x="770" y="94"/>
                      </a:cubicBezTo>
                      <a:cubicBezTo>
                        <a:pt x="715" y="54"/>
                        <a:pt x="651"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0" name="Google Shape;660;p23"/>
                <p:cNvSpPr/>
                <p:nvPr/>
              </p:nvSpPr>
              <p:spPr>
                <a:xfrm>
                  <a:off x="-7486623" y="1133060"/>
                  <a:ext cx="629640" cy="629640"/>
                </a:xfrm>
                <a:custGeom>
                  <a:rect b="b" l="l" r="r" t="t"/>
                  <a:pathLst>
                    <a:path extrusionOk="0" h="1749" w="1749">
                      <a:moveTo>
                        <a:pt x="1694" y="564"/>
                      </a:moveTo>
                      <a:lnTo>
                        <a:pt x="1694" y="564"/>
                      </a:lnTo>
                      <a:cubicBezTo>
                        <a:pt x="1862" y="1018"/>
                        <a:pt x="1634" y="1522"/>
                        <a:pt x="1186" y="1694"/>
                      </a:cubicBezTo>
                      <a:cubicBezTo>
                        <a:pt x="731" y="1862"/>
                        <a:pt x="228" y="1635"/>
                        <a:pt x="55" y="1186"/>
                      </a:cubicBezTo>
                      <a:cubicBezTo>
                        <a:pt x="-112" y="732"/>
                        <a:pt x="115" y="229"/>
                        <a:pt x="564" y="56"/>
                      </a:cubicBezTo>
                      <a:cubicBezTo>
                        <a:pt x="1018" y="-112"/>
                        <a:pt x="1521" y="115"/>
                        <a:pt x="1694" y="564"/>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1" name="Google Shape;661;p23"/>
                <p:cNvSpPr/>
                <p:nvPr/>
              </p:nvSpPr>
              <p:spPr>
                <a:xfrm>
                  <a:off x="-7431542" y="1188140"/>
                  <a:ext cx="519120" cy="519480"/>
                </a:xfrm>
                <a:custGeom>
                  <a:rect b="b" l="l" r="r" t="t"/>
                  <a:pathLst>
                    <a:path extrusionOk="0" h="1443" w="1442">
                      <a:moveTo>
                        <a:pt x="1397" y="465"/>
                      </a:moveTo>
                      <a:lnTo>
                        <a:pt x="1397" y="465"/>
                      </a:lnTo>
                      <a:cubicBezTo>
                        <a:pt x="1536" y="841"/>
                        <a:pt x="1348" y="1255"/>
                        <a:pt x="978" y="1398"/>
                      </a:cubicBezTo>
                      <a:cubicBezTo>
                        <a:pt x="603" y="1536"/>
                        <a:pt x="189" y="1349"/>
                        <a:pt x="46" y="979"/>
                      </a:cubicBezTo>
                      <a:cubicBezTo>
                        <a:pt x="-92" y="604"/>
                        <a:pt x="95" y="189"/>
                        <a:pt x="465" y="46"/>
                      </a:cubicBezTo>
                      <a:cubicBezTo>
                        <a:pt x="840" y="-92"/>
                        <a:pt x="1254" y="95"/>
                        <a:pt x="1397"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2" name="Google Shape;662;p23"/>
                <p:cNvSpPr/>
                <p:nvPr/>
              </p:nvSpPr>
              <p:spPr>
                <a:xfrm>
                  <a:off x="-7294382" y="1204700"/>
                  <a:ext cx="277200" cy="497520"/>
                </a:xfrm>
                <a:custGeom>
                  <a:rect b="b" l="l" r="r" t="t"/>
                  <a:pathLst>
                    <a:path extrusionOk="0" h="1382" w="770">
                      <a:moveTo>
                        <a:pt x="593" y="0"/>
                      </a:moveTo>
                      <a:lnTo>
                        <a:pt x="593" y="0"/>
                      </a:lnTo>
                      <a:cubicBezTo>
                        <a:pt x="0" y="1313"/>
                        <a:pt x="0" y="1313"/>
                        <a:pt x="0" y="1313"/>
                      </a:cubicBezTo>
                      <a:cubicBezTo>
                        <a:pt x="60" y="1342"/>
                        <a:pt x="124" y="1367"/>
                        <a:pt x="193" y="1382"/>
                      </a:cubicBezTo>
                      <a:cubicBezTo>
                        <a:pt x="770" y="99"/>
                        <a:pt x="770" y="99"/>
                        <a:pt x="770" y="99"/>
                      </a:cubicBezTo>
                      <a:cubicBezTo>
                        <a:pt x="716" y="55"/>
                        <a:pt x="656" y="25"/>
                        <a:pt x="593"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3" name="Google Shape;663;p23"/>
                <p:cNvSpPr/>
                <p:nvPr/>
              </p:nvSpPr>
              <p:spPr>
                <a:xfrm>
                  <a:off x="-6640623" y="812660"/>
                  <a:ext cx="630000" cy="629640"/>
                </a:xfrm>
                <a:custGeom>
                  <a:rect b="b" l="l" r="r" t="t"/>
                  <a:pathLst>
                    <a:path extrusionOk="0" h="1749" w="1750">
                      <a:moveTo>
                        <a:pt x="1692" y="566"/>
                      </a:moveTo>
                      <a:lnTo>
                        <a:pt x="1692" y="566"/>
                      </a:lnTo>
                      <a:cubicBezTo>
                        <a:pt x="1864" y="1015"/>
                        <a:pt x="1637" y="1523"/>
                        <a:pt x="1183" y="1691"/>
                      </a:cubicBezTo>
                      <a:cubicBezTo>
                        <a:pt x="734" y="1864"/>
                        <a:pt x="226" y="1637"/>
                        <a:pt x="58" y="1183"/>
                      </a:cubicBezTo>
                      <a:cubicBezTo>
                        <a:pt x="-115" y="734"/>
                        <a:pt x="112" y="231"/>
                        <a:pt x="567" y="58"/>
                      </a:cubicBezTo>
                      <a:cubicBezTo>
                        <a:pt x="1016" y="-115"/>
                        <a:pt x="1519" y="112"/>
                        <a:pt x="1692"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4" name="Google Shape;664;p23"/>
                <p:cNvSpPr/>
                <p:nvPr/>
              </p:nvSpPr>
              <p:spPr>
                <a:xfrm>
                  <a:off x="-6585182" y="867740"/>
                  <a:ext cx="519480" cy="519480"/>
                </a:xfrm>
                <a:custGeom>
                  <a:rect b="b" l="l" r="r" t="t"/>
                  <a:pathLst>
                    <a:path extrusionOk="0" h="1443" w="1443">
                      <a:moveTo>
                        <a:pt x="1395" y="467"/>
                      </a:moveTo>
                      <a:lnTo>
                        <a:pt x="1395" y="467"/>
                      </a:lnTo>
                      <a:cubicBezTo>
                        <a:pt x="1538" y="838"/>
                        <a:pt x="1350" y="1257"/>
                        <a:pt x="975" y="1395"/>
                      </a:cubicBezTo>
                      <a:cubicBezTo>
                        <a:pt x="605" y="1538"/>
                        <a:pt x="186" y="1351"/>
                        <a:pt x="47" y="975"/>
                      </a:cubicBezTo>
                      <a:cubicBezTo>
                        <a:pt x="-96" y="605"/>
                        <a:pt x="92"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5" name="Google Shape;665;p23"/>
                <p:cNvSpPr/>
                <p:nvPr/>
              </p:nvSpPr>
              <p:spPr>
                <a:xfrm>
                  <a:off x="-6447302" y="885020"/>
                  <a:ext cx="275400" cy="495360"/>
                </a:xfrm>
                <a:custGeom>
                  <a:rect b="b" l="l" r="r" t="t"/>
                  <a:pathLst>
                    <a:path extrusionOk="0" h="1376" w="765">
                      <a:moveTo>
                        <a:pt x="587" y="0"/>
                      </a:moveTo>
                      <a:lnTo>
                        <a:pt x="587" y="0"/>
                      </a:lnTo>
                      <a:cubicBezTo>
                        <a:pt x="0" y="1307"/>
                        <a:pt x="0" y="1307"/>
                        <a:pt x="0" y="1307"/>
                      </a:cubicBezTo>
                      <a:cubicBezTo>
                        <a:pt x="59" y="1342"/>
                        <a:pt x="123" y="1367"/>
                        <a:pt x="187" y="1376"/>
                      </a:cubicBezTo>
                      <a:cubicBezTo>
                        <a:pt x="765" y="94"/>
                        <a:pt x="765" y="94"/>
                        <a:pt x="765"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6" name="Google Shape;666;p23"/>
                <p:cNvSpPr/>
                <p:nvPr/>
              </p:nvSpPr>
              <p:spPr>
                <a:xfrm>
                  <a:off x="-7211223" y="1859540"/>
                  <a:ext cx="629280" cy="629640"/>
                </a:xfrm>
                <a:custGeom>
                  <a:rect b="b" l="l" r="r" t="t"/>
                  <a:pathLst>
                    <a:path extrusionOk="0" h="1749" w="1748">
                      <a:moveTo>
                        <a:pt x="1693" y="563"/>
                      </a:moveTo>
                      <a:lnTo>
                        <a:pt x="1693" y="563"/>
                      </a:lnTo>
                      <a:cubicBezTo>
                        <a:pt x="1860" y="1018"/>
                        <a:pt x="1633" y="1521"/>
                        <a:pt x="1184" y="1694"/>
                      </a:cubicBezTo>
                      <a:cubicBezTo>
                        <a:pt x="731" y="1861"/>
                        <a:pt x="228" y="1634"/>
                        <a:pt x="55" y="1185"/>
                      </a:cubicBezTo>
                      <a:cubicBezTo>
                        <a:pt x="-112" y="731"/>
                        <a:pt x="115" y="229"/>
                        <a:pt x="564" y="56"/>
                      </a:cubicBezTo>
                      <a:cubicBezTo>
                        <a:pt x="1018" y="-112"/>
                        <a:pt x="1520" y="115"/>
                        <a:pt x="1693"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7" name="Google Shape;667;p23"/>
                <p:cNvSpPr/>
                <p:nvPr/>
              </p:nvSpPr>
              <p:spPr>
                <a:xfrm>
                  <a:off x="-7156142" y="1914620"/>
                  <a:ext cx="519120" cy="519480"/>
                </a:xfrm>
                <a:custGeom>
                  <a:rect b="b" l="l" r="r" t="t"/>
                  <a:pathLst>
                    <a:path extrusionOk="0" h="1443" w="1442">
                      <a:moveTo>
                        <a:pt x="1396" y="465"/>
                      </a:moveTo>
                      <a:lnTo>
                        <a:pt x="1396" y="465"/>
                      </a:lnTo>
                      <a:cubicBezTo>
                        <a:pt x="1535" y="840"/>
                        <a:pt x="1347" y="1254"/>
                        <a:pt x="977" y="1397"/>
                      </a:cubicBezTo>
                      <a:cubicBezTo>
                        <a:pt x="603" y="1535"/>
                        <a:pt x="189" y="1348"/>
                        <a:pt x="46" y="978"/>
                      </a:cubicBezTo>
                      <a:cubicBezTo>
                        <a:pt x="-93" y="603"/>
                        <a:pt x="95" y="190"/>
                        <a:pt x="465" y="46"/>
                      </a:cubicBezTo>
                      <a:cubicBezTo>
                        <a:pt x="840" y="-92"/>
                        <a:pt x="1253" y="96"/>
                        <a:pt x="1396"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8" name="Google Shape;668;p23"/>
                <p:cNvSpPr/>
                <p:nvPr/>
              </p:nvSpPr>
              <p:spPr>
                <a:xfrm>
                  <a:off x="-7018982" y="1931180"/>
                  <a:ext cx="276840" cy="497160"/>
                </a:xfrm>
                <a:custGeom>
                  <a:rect b="b" l="l" r="r" t="t"/>
                  <a:pathLst>
                    <a:path extrusionOk="0" h="1381" w="769">
                      <a:moveTo>
                        <a:pt x="591" y="0"/>
                      </a:moveTo>
                      <a:lnTo>
                        <a:pt x="591" y="0"/>
                      </a:lnTo>
                      <a:cubicBezTo>
                        <a:pt x="0" y="1312"/>
                        <a:pt x="0" y="1312"/>
                        <a:pt x="0" y="1312"/>
                      </a:cubicBezTo>
                      <a:cubicBezTo>
                        <a:pt x="59" y="1342"/>
                        <a:pt x="124" y="1366"/>
                        <a:pt x="192" y="1381"/>
                      </a:cubicBezTo>
                      <a:cubicBezTo>
                        <a:pt x="769" y="99"/>
                        <a:pt x="769" y="99"/>
                        <a:pt x="769" y="99"/>
                      </a:cubicBezTo>
                      <a:cubicBezTo>
                        <a:pt x="715" y="55"/>
                        <a:pt x="655" y="25"/>
                        <a:pt x="59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69" name="Google Shape;669;p23"/>
                <p:cNvSpPr/>
                <p:nvPr/>
              </p:nvSpPr>
              <p:spPr>
                <a:xfrm>
                  <a:off x="-6365223" y="1539140"/>
                  <a:ext cx="629640" cy="629280"/>
                </a:xfrm>
                <a:custGeom>
                  <a:rect b="b" l="l" r="r" t="t"/>
                  <a:pathLst>
                    <a:path extrusionOk="0" h="1748" w="1749">
                      <a:moveTo>
                        <a:pt x="1691" y="566"/>
                      </a:moveTo>
                      <a:lnTo>
                        <a:pt x="1691" y="566"/>
                      </a:lnTo>
                      <a:cubicBezTo>
                        <a:pt x="1864" y="1015"/>
                        <a:pt x="1637" y="1522"/>
                        <a:pt x="1183" y="1690"/>
                      </a:cubicBezTo>
                      <a:cubicBezTo>
                        <a:pt x="729" y="1863"/>
                        <a:pt x="226" y="1636"/>
                        <a:pt x="58" y="1183"/>
                      </a:cubicBezTo>
                      <a:cubicBezTo>
                        <a:pt x="-115" y="734"/>
                        <a:pt x="112" y="231"/>
                        <a:pt x="566" y="58"/>
                      </a:cubicBezTo>
                      <a:cubicBezTo>
                        <a:pt x="1015" y="-115"/>
                        <a:pt x="1519"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0" name="Google Shape;670;p23"/>
                <p:cNvSpPr/>
                <p:nvPr/>
              </p:nvSpPr>
              <p:spPr>
                <a:xfrm>
                  <a:off x="-6310142" y="1594220"/>
                  <a:ext cx="519480" cy="519480"/>
                </a:xfrm>
                <a:custGeom>
                  <a:rect b="b" l="l" r="r" t="t"/>
                  <a:pathLst>
                    <a:path extrusionOk="0" h="1443" w="1443">
                      <a:moveTo>
                        <a:pt x="1395" y="468"/>
                      </a:moveTo>
                      <a:lnTo>
                        <a:pt x="1395" y="468"/>
                      </a:lnTo>
                      <a:cubicBezTo>
                        <a:pt x="1538" y="838"/>
                        <a:pt x="1351" y="1257"/>
                        <a:pt x="976" y="1394"/>
                      </a:cubicBezTo>
                      <a:cubicBezTo>
                        <a:pt x="606" y="1537"/>
                        <a:pt x="186" y="1350"/>
                        <a:pt x="48" y="976"/>
                      </a:cubicBezTo>
                      <a:cubicBezTo>
                        <a:pt x="-95" y="606"/>
                        <a:pt x="92" y="186"/>
                        <a:pt x="468" y="48"/>
                      </a:cubicBezTo>
                      <a:cubicBezTo>
                        <a:pt x="838" y="-95"/>
                        <a:pt x="1252" y="92"/>
                        <a:pt x="1395"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1" name="Google Shape;671;p23"/>
                <p:cNvSpPr/>
                <p:nvPr/>
              </p:nvSpPr>
              <p:spPr>
                <a:xfrm>
                  <a:off x="-6171903" y="1611500"/>
                  <a:ext cx="275040" cy="495360"/>
                </a:xfrm>
                <a:custGeom>
                  <a:rect b="b" l="l" r="r" t="t"/>
                  <a:pathLst>
                    <a:path extrusionOk="0" h="1376" w="764">
                      <a:moveTo>
                        <a:pt x="587" y="0"/>
                      </a:moveTo>
                      <a:lnTo>
                        <a:pt x="587" y="0"/>
                      </a:lnTo>
                      <a:cubicBezTo>
                        <a:pt x="0" y="1307"/>
                        <a:pt x="0" y="1307"/>
                        <a:pt x="0" y="1307"/>
                      </a:cubicBezTo>
                      <a:cubicBezTo>
                        <a:pt x="59" y="1341"/>
                        <a:pt x="123" y="1366"/>
                        <a:pt x="187" y="1376"/>
                      </a:cubicBezTo>
                      <a:cubicBezTo>
                        <a:pt x="764" y="94"/>
                        <a:pt x="764" y="94"/>
                        <a:pt x="764"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2" name="Google Shape;672;p23"/>
                <p:cNvSpPr/>
                <p:nvPr/>
              </p:nvSpPr>
              <p:spPr>
                <a:xfrm>
                  <a:off x="-6936542" y="2586380"/>
                  <a:ext cx="628920" cy="629280"/>
                </a:xfrm>
                <a:custGeom>
                  <a:rect b="b" l="l" r="r" t="t"/>
                  <a:pathLst>
                    <a:path extrusionOk="0" h="1748" w="1747">
                      <a:moveTo>
                        <a:pt x="1689" y="563"/>
                      </a:moveTo>
                      <a:lnTo>
                        <a:pt x="1689" y="563"/>
                      </a:lnTo>
                      <a:cubicBezTo>
                        <a:pt x="1862" y="1017"/>
                        <a:pt x="1635" y="1520"/>
                        <a:pt x="1186" y="1692"/>
                      </a:cubicBezTo>
                      <a:cubicBezTo>
                        <a:pt x="732" y="1860"/>
                        <a:pt x="230" y="1633"/>
                        <a:pt x="57" y="1184"/>
                      </a:cubicBezTo>
                      <a:cubicBezTo>
                        <a:pt x="-115" y="730"/>
                        <a:pt x="116" y="227"/>
                        <a:pt x="564" y="54"/>
                      </a:cubicBezTo>
                      <a:cubicBezTo>
                        <a:pt x="1018" y="-113"/>
                        <a:pt x="1522" y="114"/>
                        <a:pt x="1689"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3" name="Google Shape;673;p23"/>
                <p:cNvSpPr/>
                <p:nvPr/>
              </p:nvSpPr>
              <p:spPr>
                <a:xfrm>
                  <a:off x="-6881102" y="2641460"/>
                  <a:ext cx="518400" cy="519120"/>
                </a:xfrm>
                <a:custGeom>
                  <a:rect b="b" l="l" r="r" t="t"/>
                  <a:pathLst>
                    <a:path extrusionOk="0" h="1442" w="1440">
                      <a:moveTo>
                        <a:pt x="1392" y="464"/>
                      </a:moveTo>
                      <a:lnTo>
                        <a:pt x="1392" y="464"/>
                      </a:lnTo>
                      <a:cubicBezTo>
                        <a:pt x="1535" y="839"/>
                        <a:pt x="1348" y="1253"/>
                        <a:pt x="978" y="1396"/>
                      </a:cubicBezTo>
                      <a:cubicBezTo>
                        <a:pt x="603" y="1535"/>
                        <a:pt x="189" y="1347"/>
                        <a:pt x="46" y="977"/>
                      </a:cubicBezTo>
                      <a:cubicBezTo>
                        <a:pt x="-92" y="602"/>
                        <a:pt x="96" y="188"/>
                        <a:pt x="465" y="45"/>
                      </a:cubicBezTo>
                      <a:cubicBezTo>
                        <a:pt x="839" y="-94"/>
                        <a:pt x="1254" y="94"/>
                        <a:pt x="1392" y="464"/>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4" name="Google Shape;674;p23"/>
                <p:cNvSpPr/>
                <p:nvPr/>
              </p:nvSpPr>
              <p:spPr>
                <a:xfrm>
                  <a:off x="-6743942" y="2657660"/>
                  <a:ext cx="277200" cy="497160"/>
                </a:xfrm>
                <a:custGeom>
                  <a:rect b="b" l="l" r="r" t="t"/>
                  <a:pathLst>
                    <a:path extrusionOk="0" h="1381" w="770">
                      <a:moveTo>
                        <a:pt x="592" y="0"/>
                      </a:moveTo>
                      <a:lnTo>
                        <a:pt x="592" y="0"/>
                      </a:lnTo>
                      <a:cubicBezTo>
                        <a:pt x="0" y="1312"/>
                        <a:pt x="0" y="1312"/>
                        <a:pt x="0" y="1312"/>
                      </a:cubicBezTo>
                      <a:cubicBezTo>
                        <a:pt x="59" y="1341"/>
                        <a:pt x="123" y="1366"/>
                        <a:pt x="192" y="1381"/>
                      </a:cubicBezTo>
                      <a:cubicBezTo>
                        <a:pt x="770" y="98"/>
                        <a:pt x="770" y="98"/>
                        <a:pt x="770" y="98"/>
                      </a:cubicBezTo>
                      <a:cubicBezTo>
                        <a:pt x="715" y="54"/>
                        <a:pt x="656" y="24"/>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5" name="Google Shape;675;p23"/>
                <p:cNvSpPr/>
                <p:nvPr/>
              </p:nvSpPr>
              <p:spPr>
                <a:xfrm>
                  <a:off x="-6090542" y="2265260"/>
                  <a:ext cx="629640" cy="630000"/>
                </a:xfrm>
                <a:custGeom>
                  <a:rect b="b" l="l" r="r" t="t"/>
                  <a:pathLst>
                    <a:path extrusionOk="0" h="1750" w="1749">
                      <a:moveTo>
                        <a:pt x="1693" y="567"/>
                      </a:moveTo>
                      <a:lnTo>
                        <a:pt x="1693" y="567"/>
                      </a:lnTo>
                      <a:cubicBezTo>
                        <a:pt x="1861" y="1016"/>
                        <a:pt x="1634" y="1524"/>
                        <a:pt x="1185" y="1692"/>
                      </a:cubicBezTo>
                      <a:cubicBezTo>
                        <a:pt x="731" y="1864"/>
                        <a:pt x="228" y="1637"/>
                        <a:pt x="55" y="1183"/>
                      </a:cubicBezTo>
                      <a:cubicBezTo>
                        <a:pt x="-113" y="734"/>
                        <a:pt x="114" y="231"/>
                        <a:pt x="563" y="58"/>
                      </a:cubicBezTo>
                      <a:cubicBezTo>
                        <a:pt x="1017" y="-115"/>
                        <a:pt x="1520" y="112"/>
                        <a:pt x="1693" y="567"/>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6" name="Google Shape;676;p23"/>
                <p:cNvSpPr/>
                <p:nvPr/>
              </p:nvSpPr>
              <p:spPr>
                <a:xfrm>
                  <a:off x="-6035462" y="2320700"/>
                  <a:ext cx="519480" cy="519480"/>
                </a:xfrm>
                <a:custGeom>
                  <a:rect b="b" l="l" r="r" t="t"/>
                  <a:pathLst>
                    <a:path extrusionOk="0" h="1443" w="1443">
                      <a:moveTo>
                        <a:pt x="1397" y="467"/>
                      </a:moveTo>
                      <a:lnTo>
                        <a:pt x="1397" y="467"/>
                      </a:lnTo>
                      <a:cubicBezTo>
                        <a:pt x="1535" y="837"/>
                        <a:pt x="1348" y="1256"/>
                        <a:pt x="977" y="1395"/>
                      </a:cubicBezTo>
                      <a:cubicBezTo>
                        <a:pt x="603" y="1538"/>
                        <a:pt x="188" y="1350"/>
                        <a:pt x="45" y="975"/>
                      </a:cubicBezTo>
                      <a:cubicBezTo>
                        <a:pt x="-93" y="605"/>
                        <a:pt x="94" y="190"/>
                        <a:pt x="464" y="47"/>
                      </a:cubicBezTo>
                      <a:cubicBezTo>
                        <a:pt x="840" y="-96"/>
                        <a:pt x="1254" y="92"/>
                        <a:pt x="1397"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7" name="Google Shape;677;p23"/>
                <p:cNvSpPr/>
                <p:nvPr/>
              </p:nvSpPr>
              <p:spPr>
                <a:xfrm>
                  <a:off x="-5898303" y="2337620"/>
                  <a:ext cx="276840" cy="495720"/>
                </a:xfrm>
                <a:custGeom>
                  <a:rect b="b" l="l" r="r" t="t"/>
                  <a:pathLst>
                    <a:path extrusionOk="0" h="1377" w="769">
                      <a:moveTo>
                        <a:pt x="592" y="0"/>
                      </a:moveTo>
                      <a:lnTo>
                        <a:pt x="592" y="0"/>
                      </a:lnTo>
                      <a:cubicBezTo>
                        <a:pt x="0" y="1308"/>
                        <a:pt x="0" y="1308"/>
                        <a:pt x="0" y="1308"/>
                      </a:cubicBezTo>
                      <a:cubicBezTo>
                        <a:pt x="59" y="1342"/>
                        <a:pt x="123" y="1367"/>
                        <a:pt x="192" y="1377"/>
                      </a:cubicBezTo>
                      <a:cubicBezTo>
                        <a:pt x="769" y="94"/>
                        <a:pt x="769" y="94"/>
                        <a:pt x="769" y="94"/>
                      </a:cubicBezTo>
                      <a:cubicBezTo>
                        <a:pt x="715" y="54"/>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8" name="Google Shape;678;p23"/>
                <p:cNvSpPr/>
                <p:nvPr/>
              </p:nvSpPr>
              <p:spPr>
                <a:xfrm>
                  <a:off x="-5815142" y="2992100"/>
                  <a:ext cx="629640" cy="629640"/>
                </a:xfrm>
                <a:custGeom>
                  <a:rect b="b" l="l" r="r" t="t"/>
                  <a:pathLst>
                    <a:path extrusionOk="0" h="1749" w="1749">
                      <a:moveTo>
                        <a:pt x="1693" y="565"/>
                      </a:moveTo>
                      <a:lnTo>
                        <a:pt x="1693" y="565"/>
                      </a:lnTo>
                      <a:cubicBezTo>
                        <a:pt x="1861" y="1015"/>
                        <a:pt x="1634" y="1523"/>
                        <a:pt x="1185" y="1691"/>
                      </a:cubicBezTo>
                      <a:cubicBezTo>
                        <a:pt x="731" y="1863"/>
                        <a:pt x="228" y="1637"/>
                        <a:pt x="55" y="1182"/>
                      </a:cubicBezTo>
                      <a:cubicBezTo>
                        <a:pt x="-113" y="733"/>
                        <a:pt x="114" y="230"/>
                        <a:pt x="563" y="57"/>
                      </a:cubicBezTo>
                      <a:cubicBezTo>
                        <a:pt x="1017" y="-115"/>
                        <a:pt x="1520" y="112"/>
                        <a:pt x="1693" y="565"/>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79" name="Google Shape;679;p23"/>
                <p:cNvSpPr/>
                <p:nvPr/>
              </p:nvSpPr>
              <p:spPr>
                <a:xfrm>
                  <a:off x="-5760062" y="3046820"/>
                  <a:ext cx="519120" cy="519840"/>
                </a:xfrm>
                <a:custGeom>
                  <a:rect b="b" l="l" r="r" t="t"/>
                  <a:pathLst>
                    <a:path extrusionOk="0" h="1444" w="1442">
                      <a:moveTo>
                        <a:pt x="1397" y="468"/>
                      </a:moveTo>
                      <a:lnTo>
                        <a:pt x="1397" y="468"/>
                      </a:lnTo>
                      <a:cubicBezTo>
                        <a:pt x="1535" y="838"/>
                        <a:pt x="1347" y="1257"/>
                        <a:pt x="977" y="1395"/>
                      </a:cubicBezTo>
                      <a:cubicBezTo>
                        <a:pt x="602" y="1539"/>
                        <a:pt x="188" y="1351"/>
                        <a:pt x="45" y="976"/>
                      </a:cubicBezTo>
                      <a:cubicBezTo>
                        <a:pt x="-93" y="606"/>
                        <a:pt x="94" y="191"/>
                        <a:pt x="464" y="48"/>
                      </a:cubicBezTo>
                      <a:cubicBezTo>
                        <a:pt x="839" y="-95"/>
                        <a:pt x="1254" y="93"/>
                        <a:pt x="1397"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0" name="Google Shape;680;p23"/>
                <p:cNvSpPr/>
                <p:nvPr/>
              </p:nvSpPr>
              <p:spPr>
                <a:xfrm>
                  <a:off x="-5622903" y="3064100"/>
                  <a:ext cx="276840" cy="497520"/>
                </a:xfrm>
                <a:custGeom>
                  <a:rect b="b" l="l" r="r" t="t"/>
                  <a:pathLst>
                    <a:path extrusionOk="0" h="1382" w="769">
                      <a:moveTo>
                        <a:pt x="592" y="0"/>
                      </a:moveTo>
                      <a:lnTo>
                        <a:pt x="592" y="0"/>
                      </a:lnTo>
                      <a:cubicBezTo>
                        <a:pt x="0" y="1308"/>
                        <a:pt x="0" y="1308"/>
                        <a:pt x="0" y="1308"/>
                      </a:cubicBezTo>
                      <a:cubicBezTo>
                        <a:pt x="59" y="1343"/>
                        <a:pt x="123" y="1367"/>
                        <a:pt x="192" y="1382"/>
                      </a:cubicBezTo>
                      <a:cubicBezTo>
                        <a:pt x="769" y="94"/>
                        <a:pt x="769" y="94"/>
                        <a:pt x="769" y="94"/>
                      </a:cubicBezTo>
                      <a:cubicBezTo>
                        <a:pt x="715" y="55"/>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1" name="Google Shape;681;p23"/>
                <p:cNvSpPr/>
                <p:nvPr/>
              </p:nvSpPr>
              <p:spPr>
                <a:xfrm>
                  <a:off x="-4987142" y="3702020"/>
                  <a:ext cx="38880" cy="21240"/>
                </a:xfrm>
                <a:custGeom>
                  <a:rect b="b" l="l" r="r" t="t"/>
                  <a:pathLst>
                    <a:path extrusionOk="0" h="59" w="108">
                      <a:moveTo>
                        <a:pt x="108" y="0"/>
                      </a:moveTo>
                      <a:lnTo>
                        <a:pt x="108" y="0"/>
                      </a:lnTo>
                      <a:cubicBezTo>
                        <a:pt x="99" y="0"/>
                        <a:pt x="99" y="0"/>
                        <a:pt x="99" y="0"/>
                      </a:cubicBezTo>
                      <a:cubicBezTo>
                        <a:pt x="69" y="20"/>
                        <a:pt x="35" y="39"/>
                        <a:pt x="0" y="59"/>
                      </a:cubicBezTo>
                      <a:cubicBezTo>
                        <a:pt x="5" y="54"/>
                        <a:pt x="5" y="54"/>
                        <a:pt x="5" y="54"/>
                      </a:cubicBezTo>
                      <a:cubicBezTo>
                        <a:pt x="39" y="39"/>
                        <a:pt x="79" y="20"/>
                        <a:pt x="108" y="0"/>
                      </a:cubicBezTo>
                      <a:close/>
                    </a:path>
                  </a:pathLst>
                </a:custGeom>
                <a:solidFill>
                  <a:srgbClr val="92A8B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2" name="Google Shape;682;p23"/>
                <p:cNvSpPr/>
                <p:nvPr/>
              </p:nvSpPr>
              <p:spPr>
                <a:xfrm>
                  <a:off x="-6594902" y="3702020"/>
                  <a:ext cx="9000" cy="26640"/>
                </a:xfrm>
                <a:custGeom>
                  <a:rect b="b" l="l" r="r" t="t"/>
                  <a:pathLst>
                    <a:path extrusionOk="0" h="74" w="25">
                      <a:moveTo>
                        <a:pt x="0" y="0"/>
                      </a:moveTo>
                      <a:lnTo>
                        <a:pt x="0" y="0"/>
                      </a:lnTo>
                      <a:lnTo>
                        <a:pt x="0" y="0"/>
                      </a:lnTo>
                      <a:cubicBezTo>
                        <a:pt x="5" y="15"/>
                        <a:pt x="10" y="29"/>
                        <a:pt x="15" y="49"/>
                      </a:cubicBezTo>
                      <a:cubicBezTo>
                        <a:pt x="20" y="54"/>
                        <a:pt x="20" y="64"/>
                        <a:pt x="25" y="74"/>
                      </a:cubicBezTo>
                      <a:cubicBezTo>
                        <a:pt x="20" y="64"/>
                        <a:pt x="20" y="54"/>
                        <a:pt x="15" y="49"/>
                      </a:cubicBezTo>
                      <a:cubicBezTo>
                        <a:pt x="10" y="29"/>
                        <a:pt x="5" y="15"/>
                        <a:pt x="0"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3" name="Google Shape;683;p23"/>
                <p:cNvSpPr/>
                <p:nvPr/>
              </p:nvSpPr>
              <p:spPr>
                <a:xfrm>
                  <a:off x="-6532622" y="3702020"/>
                  <a:ext cx="62280" cy="9000"/>
                </a:xfrm>
                <a:custGeom>
                  <a:rect b="b" l="l" r="r" t="t"/>
                  <a:pathLst>
                    <a:path extrusionOk="0" h="25" w="173">
                      <a:moveTo>
                        <a:pt x="173" y="0"/>
                      </a:moveTo>
                      <a:lnTo>
                        <a:pt x="173" y="0"/>
                      </a:lnTo>
                      <a:cubicBezTo>
                        <a:pt x="0" y="0"/>
                        <a:pt x="0" y="0"/>
                        <a:pt x="0" y="0"/>
                      </a:cubicBezTo>
                      <a:cubicBezTo>
                        <a:pt x="10" y="5"/>
                        <a:pt x="15" y="10"/>
                        <a:pt x="20" y="10"/>
                      </a:cubicBezTo>
                      <a:cubicBezTo>
                        <a:pt x="40" y="20"/>
                        <a:pt x="59" y="25"/>
                        <a:pt x="79" y="25"/>
                      </a:cubicBezTo>
                      <a:cubicBezTo>
                        <a:pt x="108" y="25"/>
                        <a:pt x="143" y="15"/>
                        <a:pt x="173"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4" name="Google Shape;684;p23"/>
                <p:cNvSpPr/>
                <p:nvPr/>
              </p:nvSpPr>
              <p:spPr>
                <a:xfrm>
                  <a:off x="-4830902" y="-546700"/>
                  <a:ext cx="1800" cy="0"/>
                </a:xfrm>
                <a:custGeom>
                  <a:rect b="b" l="l" r="r" t="t"/>
                  <a:pathLst>
                    <a:path extrusionOk="0" h="120000" w="5">
                      <a:moveTo>
                        <a:pt x="0" y="0"/>
                      </a:moveTo>
                      <a:lnTo>
                        <a:pt x="0" y="0"/>
                      </a:lnTo>
                      <a:lnTo>
                        <a:pt x="5" y="0"/>
                      </a:lnTo>
                      <a:cubicBezTo>
                        <a:pt x="0" y="0"/>
                        <a:pt x="0" y="0"/>
                        <a:pt x="0" y="0"/>
                      </a:cubicBezTo>
                      <a:moveTo>
                        <a:pt x="0" y="0"/>
                      </a:moveTo>
                      <a:lnTo>
                        <a:pt x="0" y="0"/>
                      </a:lnTo>
                      <a:moveTo>
                        <a:pt x="0" y="0"/>
                      </a:moveTo>
                      <a:lnTo>
                        <a:pt x="0" y="0"/>
                      </a:lnTo>
                      <a:close/>
                    </a:path>
                  </a:pathLst>
                </a:custGeom>
                <a:solidFill>
                  <a:srgbClr val="F3F5F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5" name="Google Shape;685;p23"/>
                <p:cNvSpPr/>
                <p:nvPr/>
              </p:nvSpPr>
              <p:spPr>
                <a:xfrm>
                  <a:off x="-7444175" y="-478625"/>
                  <a:ext cx="2749800" cy="4165200"/>
                </a:xfrm>
                <a:prstGeom prst="roundRect">
                  <a:avLst>
                    <a:gd fmla="val 4885" name="adj"/>
                  </a:avLst>
                </a:prstGeom>
                <a:solidFill>
                  <a:schemeClr val="accent6"/>
                </a:solidFill>
                <a:ln cap="flat" cmpd="sng" w="9525">
                  <a:solidFill>
                    <a:schemeClr val="dk2"/>
                  </a:solidFill>
                  <a:prstDash val="solid"/>
                  <a:round/>
                  <a:headEnd len="sm" w="sm" type="none"/>
                  <a:tailEnd len="sm" w="sm" type="none"/>
                </a:ln>
                <a:effectLst>
                  <a:outerShdw blurRad="57150" rotWithShape="0" algn="bl" dir="5400000" dist="19050">
                    <a:schemeClr val="dk1">
                      <a:alpha val="2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686" name="Google Shape;686;p23"/>
                <p:cNvSpPr/>
                <p:nvPr/>
              </p:nvSpPr>
              <p:spPr>
                <a:xfrm>
                  <a:off x="-7486262" y="-546700"/>
                  <a:ext cx="2749680" cy="4106520"/>
                </a:xfrm>
                <a:custGeom>
                  <a:rect b="b" l="l" r="r" t="t"/>
                  <a:pathLst>
                    <a:path extrusionOk="0" h="11407" w="7638">
                      <a:moveTo>
                        <a:pt x="0" y="11314"/>
                      </a:moveTo>
                      <a:lnTo>
                        <a:pt x="0" y="11314"/>
                      </a:lnTo>
                      <a:moveTo>
                        <a:pt x="0" y="11314"/>
                      </a:moveTo>
                      <a:lnTo>
                        <a:pt x="0" y="11314"/>
                      </a:lnTo>
                      <a:moveTo>
                        <a:pt x="0" y="11308"/>
                      </a:moveTo>
                      <a:lnTo>
                        <a:pt x="0" y="11308"/>
                      </a:lnTo>
                      <a:cubicBezTo>
                        <a:pt x="0" y="11314"/>
                        <a:pt x="0" y="11314"/>
                        <a:pt x="0" y="11314"/>
                      </a:cubicBezTo>
                      <a:lnTo>
                        <a:pt x="0" y="11308"/>
                      </a:lnTo>
                      <a:moveTo>
                        <a:pt x="0" y="493"/>
                      </a:moveTo>
                      <a:lnTo>
                        <a:pt x="0" y="493"/>
                      </a:lnTo>
                      <a:lnTo>
                        <a:pt x="0" y="493"/>
                      </a:lnTo>
                      <a:cubicBezTo>
                        <a:pt x="0" y="11308"/>
                        <a:pt x="0" y="11308"/>
                        <a:pt x="0" y="11308"/>
                      </a:cubicBezTo>
                      <a:lnTo>
                        <a:pt x="0" y="11308"/>
                      </a:lnTo>
                      <a:lnTo>
                        <a:pt x="0" y="11308"/>
                      </a:lnTo>
                      <a:cubicBezTo>
                        <a:pt x="0" y="493"/>
                        <a:pt x="0" y="493"/>
                        <a:pt x="0" y="493"/>
                      </a:cubicBezTo>
                      <a:moveTo>
                        <a:pt x="1422" y="6775"/>
                      </a:moveTo>
                      <a:lnTo>
                        <a:pt x="1422" y="6775"/>
                      </a:lnTo>
                      <a:cubicBezTo>
                        <a:pt x="938" y="6775"/>
                        <a:pt x="543" y="6385"/>
                        <a:pt x="543" y="5902"/>
                      </a:cubicBezTo>
                      <a:cubicBezTo>
                        <a:pt x="543" y="5418"/>
                        <a:pt x="938" y="5028"/>
                        <a:pt x="1422" y="5028"/>
                      </a:cubicBezTo>
                      <a:cubicBezTo>
                        <a:pt x="1899" y="5028"/>
                        <a:pt x="2294" y="5418"/>
                        <a:pt x="2294" y="5902"/>
                      </a:cubicBezTo>
                      <a:cubicBezTo>
                        <a:pt x="2294" y="6385"/>
                        <a:pt x="1899" y="6775"/>
                        <a:pt x="1422" y="6775"/>
                      </a:cubicBezTo>
                      <a:moveTo>
                        <a:pt x="1422" y="4618"/>
                      </a:moveTo>
                      <a:lnTo>
                        <a:pt x="1422" y="4618"/>
                      </a:lnTo>
                      <a:cubicBezTo>
                        <a:pt x="938" y="4618"/>
                        <a:pt x="543" y="4228"/>
                        <a:pt x="543" y="3745"/>
                      </a:cubicBezTo>
                      <a:cubicBezTo>
                        <a:pt x="543" y="3262"/>
                        <a:pt x="938" y="2872"/>
                        <a:pt x="1422" y="2872"/>
                      </a:cubicBezTo>
                      <a:cubicBezTo>
                        <a:pt x="1899" y="2872"/>
                        <a:pt x="2294" y="3262"/>
                        <a:pt x="2294" y="3745"/>
                      </a:cubicBezTo>
                      <a:cubicBezTo>
                        <a:pt x="2294" y="4228"/>
                        <a:pt x="1899" y="4618"/>
                        <a:pt x="1422" y="4618"/>
                      </a:cubicBezTo>
                      <a:moveTo>
                        <a:pt x="3932" y="4618"/>
                      </a:moveTo>
                      <a:lnTo>
                        <a:pt x="3932" y="4618"/>
                      </a:lnTo>
                      <a:cubicBezTo>
                        <a:pt x="3448" y="4618"/>
                        <a:pt x="3059" y="4228"/>
                        <a:pt x="3059" y="3745"/>
                      </a:cubicBezTo>
                      <a:cubicBezTo>
                        <a:pt x="3059" y="3262"/>
                        <a:pt x="3448" y="2872"/>
                        <a:pt x="3932" y="2872"/>
                      </a:cubicBezTo>
                      <a:cubicBezTo>
                        <a:pt x="4415" y="2872"/>
                        <a:pt x="4805" y="3262"/>
                        <a:pt x="4805" y="3745"/>
                      </a:cubicBezTo>
                      <a:cubicBezTo>
                        <a:pt x="4805" y="4228"/>
                        <a:pt x="4415" y="4618"/>
                        <a:pt x="3932" y="4618"/>
                      </a:cubicBezTo>
                      <a:moveTo>
                        <a:pt x="1422" y="2462"/>
                      </a:moveTo>
                      <a:lnTo>
                        <a:pt x="1422" y="2462"/>
                      </a:lnTo>
                      <a:cubicBezTo>
                        <a:pt x="938" y="2462"/>
                        <a:pt x="543" y="2067"/>
                        <a:pt x="543" y="1584"/>
                      </a:cubicBezTo>
                      <a:cubicBezTo>
                        <a:pt x="543" y="1105"/>
                        <a:pt x="938" y="710"/>
                        <a:pt x="1422" y="710"/>
                      </a:cubicBezTo>
                      <a:cubicBezTo>
                        <a:pt x="1899" y="710"/>
                        <a:pt x="2294" y="1105"/>
                        <a:pt x="2294" y="1584"/>
                      </a:cubicBezTo>
                      <a:cubicBezTo>
                        <a:pt x="2294" y="2067"/>
                        <a:pt x="1899" y="2462"/>
                        <a:pt x="1422" y="2462"/>
                      </a:cubicBezTo>
                      <a:moveTo>
                        <a:pt x="3932" y="2462"/>
                      </a:moveTo>
                      <a:lnTo>
                        <a:pt x="3932" y="2462"/>
                      </a:lnTo>
                      <a:cubicBezTo>
                        <a:pt x="3448" y="2462"/>
                        <a:pt x="3059" y="2067"/>
                        <a:pt x="3059" y="1584"/>
                      </a:cubicBezTo>
                      <a:cubicBezTo>
                        <a:pt x="3059" y="1105"/>
                        <a:pt x="3448" y="710"/>
                        <a:pt x="3932" y="710"/>
                      </a:cubicBezTo>
                      <a:cubicBezTo>
                        <a:pt x="4415" y="710"/>
                        <a:pt x="4805" y="1105"/>
                        <a:pt x="4805" y="1584"/>
                      </a:cubicBezTo>
                      <a:cubicBezTo>
                        <a:pt x="4805" y="2067"/>
                        <a:pt x="4415" y="2462"/>
                        <a:pt x="3932" y="2462"/>
                      </a:cubicBezTo>
                      <a:moveTo>
                        <a:pt x="7253" y="138"/>
                      </a:moveTo>
                      <a:lnTo>
                        <a:pt x="7253" y="138"/>
                      </a:lnTo>
                      <a:cubicBezTo>
                        <a:pt x="612" y="138"/>
                        <a:pt x="612" y="138"/>
                        <a:pt x="612" y="138"/>
                      </a:cubicBezTo>
                      <a:cubicBezTo>
                        <a:pt x="351" y="138"/>
                        <a:pt x="134" y="350"/>
                        <a:pt x="134" y="616"/>
                      </a:cubicBezTo>
                      <a:cubicBezTo>
                        <a:pt x="134" y="11185"/>
                        <a:pt x="134" y="11185"/>
                        <a:pt x="134" y="11185"/>
                      </a:cubicBezTo>
                      <a:cubicBezTo>
                        <a:pt x="134" y="11264"/>
                        <a:pt x="153" y="11338"/>
                        <a:pt x="188" y="11407"/>
                      </a:cubicBezTo>
                      <a:cubicBezTo>
                        <a:pt x="676" y="10677"/>
                        <a:pt x="676" y="10677"/>
                        <a:pt x="676" y="10677"/>
                      </a:cubicBezTo>
                      <a:cubicBezTo>
                        <a:pt x="593" y="10544"/>
                        <a:pt x="543" y="10386"/>
                        <a:pt x="543" y="10218"/>
                      </a:cubicBezTo>
                      <a:cubicBezTo>
                        <a:pt x="543" y="9734"/>
                        <a:pt x="938" y="9344"/>
                        <a:pt x="1422" y="9344"/>
                      </a:cubicBezTo>
                      <a:cubicBezTo>
                        <a:pt x="1471" y="9344"/>
                        <a:pt x="1520" y="9344"/>
                        <a:pt x="1569" y="9354"/>
                      </a:cubicBezTo>
                      <a:cubicBezTo>
                        <a:pt x="1998" y="8713"/>
                        <a:pt x="1998" y="8713"/>
                        <a:pt x="1998" y="8713"/>
                      </a:cubicBezTo>
                      <a:cubicBezTo>
                        <a:pt x="1846" y="8851"/>
                        <a:pt x="1643" y="8935"/>
                        <a:pt x="1422" y="8935"/>
                      </a:cubicBezTo>
                      <a:cubicBezTo>
                        <a:pt x="938" y="8935"/>
                        <a:pt x="543" y="8540"/>
                        <a:pt x="543" y="8057"/>
                      </a:cubicBezTo>
                      <a:cubicBezTo>
                        <a:pt x="543" y="7578"/>
                        <a:pt x="938" y="7184"/>
                        <a:pt x="1422" y="7184"/>
                      </a:cubicBezTo>
                      <a:cubicBezTo>
                        <a:pt x="1899" y="7184"/>
                        <a:pt x="2294" y="7578"/>
                        <a:pt x="2294" y="8057"/>
                      </a:cubicBezTo>
                      <a:cubicBezTo>
                        <a:pt x="2294" y="8160"/>
                        <a:pt x="2274" y="8259"/>
                        <a:pt x="2244" y="8348"/>
                      </a:cubicBezTo>
                      <a:cubicBezTo>
                        <a:pt x="3414" y="6607"/>
                        <a:pt x="3414" y="6607"/>
                        <a:pt x="3414" y="6607"/>
                      </a:cubicBezTo>
                      <a:cubicBezTo>
                        <a:pt x="3197" y="6449"/>
                        <a:pt x="3059" y="6192"/>
                        <a:pt x="3059" y="5902"/>
                      </a:cubicBezTo>
                      <a:cubicBezTo>
                        <a:pt x="3059" y="5418"/>
                        <a:pt x="3448" y="5028"/>
                        <a:pt x="3932" y="5028"/>
                      </a:cubicBezTo>
                      <a:cubicBezTo>
                        <a:pt x="4100" y="5028"/>
                        <a:pt x="4258" y="5077"/>
                        <a:pt x="4391" y="5156"/>
                      </a:cubicBezTo>
                      <a:cubicBezTo>
                        <a:pt x="6226" y="2433"/>
                        <a:pt x="6226" y="2433"/>
                        <a:pt x="6226" y="2433"/>
                      </a:cubicBezTo>
                      <a:cubicBezTo>
                        <a:pt x="5846" y="2334"/>
                        <a:pt x="5570" y="1994"/>
                        <a:pt x="5570" y="1584"/>
                      </a:cubicBezTo>
                      <a:cubicBezTo>
                        <a:pt x="5570" y="1105"/>
                        <a:pt x="5960" y="710"/>
                        <a:pt x="6444" y="710"/>
                      </a:cubicBezTo>
                      <a:cubicBezTo>
                        <a:pt x="6730" y="710"/>
                        <a:pt x="6987" y="849"/>
                        <a:pt x="7144" y="1061"/>
                      </a:cubicBezTo>
                      <a:cubicBezTo>
                        <a:pt x="7638" y="336"/>
                        <a:pt x="7638" y="336"/>
                        <a:pt x="7638" y="336"/>
                      </a:cubicBezTo>
                      <a:cubicBezTo>
                        <a:pt x="7549" y="217"/>
                        <a:pt x="7410" y="138"/>
                        <a:pt x="7253" y="138"/>
                      </a:cubicBezTo>
                      <a:moveTo>
                        <a:pt x="7381" y="0"/>
                      </a:moveTo>
                      <a:lnTo>
                        <a:pt x="7381" y="0"/>
                      </a:lnTo>
                      <a:cubicBezTo>
                        <a:pt x="7386" y="0"/>
                        <a:pt x="7386" y="0"/>
                        <a:pt x="7386" y="0"/>
                      </a:cubicBezTo>
                      <a:lnTo>
                        <a:pt x="7381" y="0"/>
                      </a:lnTo>
                      <a:moveTo>
                        <a:pt x="7381" y="0"/>
                      </a:moveTo>
                      <a:lnTo>
                        <a:pt x="7381" y="0"/>
                      </a:lnTo>
                      <a:moveTo>
                        <a:pt x="7381" y="0"/>
                      </a:moveTo>
                      <a:lnTo>
                        <a:pt x="7381"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7" name="Google Shape;687;p23"/>
                <p:cNvSpPr/>
                <p:nvPr/>
              </p:nvSpPr>
              <p:spPr>
                <a:xfrm>
                  <a:off x="-6575462" y="-376420"/>
                  <a:ext cx="69480" cy="3907800"/>
                </a:xfrm>
                <a:custGeom>
                  <a:rect b="b" l="l" r="r" t="t"/>
                  <a:pathLst>
                    <a:path extrusionOk="0" h="10855" w="193">
                      <a:moveTo>
                        <a:pt x="99" y="10855"/>
                      </a:moveTo>
                      <a:lnTo>
                        <a:pt x="99" y="10855"/>
                      </a:lnTo>
                      <a:lnTo>
                        <a:pt x="99" y="10855"/>
                      </a:lnTo>
                      <a:cubicBezTo>
                        <a:pt x="45" y="10855"/>
                        <a:pt x="0" y="10811"/>
                        <a:pt x="0" y="10757"/>
                      </a:cubicBezTo>
                      <a:cubicBezTo>
                        <a:pt x="0" y="99"/>
                        <a:pt x="0" y="99"/>
                        <a:pt x="0" y="99"/>
                      </a:cubicBezTo>
                      <a:cubicBezTo>
                        <a:pt x="0" y="45"/>
                        <a:pt x="45" y="0"/>
                        <a:pt x="99" y="0"/>
                      </a:cubicBezTo>
                      <a:cubicBezTo>
                        <a:pt x="153" y="0"/>
                        <a:pt x="193" y="45"/>
                        <a:pt x="193" y="99"/>
                      </a:cubicBezTo>
                      <a:cubicBezTo>
                        <a:pt x="193" y="10757"/>
                        <a:pt x="193" y="10757"/>
                        <a:pt x="193" y="10757"/>
                      </a:cubicBezTo>
                      <a:cubicBezTo>
                        <a:pt x="193" y="10811"/>
                        <a:pt x="153" y="10855"/>
                        <a:pt x="99"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8" name="Google Shape;688;p23"/>
                <p:cNvSpPr/>
                <p:nvPr/>
              </p:nvSpPr>
              <p:spPr>
                <a:xfrm>
                  <a:off x="-5635502" y="-376420"/>
                  <a:ext cx="69120" cy="3907800"/>
                </a:xfrm>
                <a:custGeom>
                  <a:rect b="b" l="l" r="r" t="t"/>
                  <a:pathLst>
                    <a:path extrusionOk="0" h="10855" w="192">
                      <a:moveTo>
                        <a:pt x="94" y="10855"/>
                      </a:moveTo>
                      <a:lnTo>
                        <a:pt x="94" y="10855"/>
                      </a:lnTo>
                      <a:lnTo>
                        <a:pt x="94" y="10855"/>
                      </a:lnTo>
                      <a:cubicBezTo>
                        <a:pt x="39" y="10855"/>
                        <a:pt x="0" y="10811"/>
                        <a:pt x="0" y="10757"/>
                      </a:cubicBezTo>
                      <a:cubicBezTo>
                        <a:pt x="0" y="99"/>
                        <a:pt x="0" y="99"/>
                        <a:pt x="0" y="99"/>
                      </a:cubicBezTo>
                      <a:cubicBezTo>
                        <a:pt x="0" y="45"/>
                        <a:pt x="39" y="0"/>
                        <a:pt x="94" y="0"/>
                      </a:cubicBezTo>
                      <a:cubicBezTo>
                        <a:pt x="148" y="0"/>
                        <a:pt x="192" y="45"/>
                        <a:pt x="192" y="99"/>
                      </a:cubicBezTo>
                      <a:cubicBezTo>
                        <a:pt x="192" y="10757"/>
                        <a:pt x="192" y="10757"/>
                        <a:pt x="192" y="10757"/>
                      </a:cubicBezTo>
                      <a:cubicBezTo>
                        <a:pt x="192" y="10811"/>
                        <a:pt x="148" y="10855"/>
                        <a:pt x="94"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89" name="Google Shape;689;p23"/>
                <p:cNvSpPr/>
                <p:nvPr/>
              </p:nvSpPr>
              <p:spPr>
                <a:xfrm>
                  <a:off x="-7290782" y="-291100"/>
                  <a:ext cx="630360" cy="630720"/>
                </a:xfrm>
                <a:custGeom>
                  <a:rect b="b" l="l" r="r" t="t"/>
                  <a:pathLst>
                    <a:path extrusionOk="0" h="1752" w="1751">
                      <a:moveTo>
                        <a:pt x="1751" y="874"/>
                      </a:moveTo>
                      <a:lnTo>
                        <a:pt x="1751" y="874"/>
                      </a:lnTo>
                      <a:cubicBezTo>
                        <a:pt x="1751" y="1357"/>
                        <a:pt x="1356" y="1752"/>
                        <a:pt x="879" y="1752"/>
                      </a:cubicBezTo>
                      <a:cubicBezTo>
                        <a:pt x="395" y="1752"/>
                        <a:pt x="0" y="1357"/>
                        <a:pt x="0" y="874"/>
                      </a:cubicBezTo>
                      <a:cubicBezTo>
                        <a:pt x="0" y="395"/>
                        <a:pt x="395" y="0"/>
                        <a:pt x="879" y="0"/>
                      </a:cubicBezTo>
                      <a:cubicBezTo>
                        <a:pt x="1356" y="0"/>
                        <a:pt x="1751" y="395"/>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0" name="Google Shape;690;p23"/>
                <p:cNvSpPr/>
                <p:nvPr/>
              </p:nvSpPr>
              <p:spPr>
                <a:xfrm>
                  <a:off x="-7233902" y="23540"/>
                  <a:ext cx="518400" cy="294840"/>
                </a:xfrm>
                <a:custGeom>
                  <a:rect b="b" l="l" r="r" t="t"/>
                  <a:pathLst>
                    <a:path extrusionOk="0" h="819" w="1440">
                      <a:moveTo>
                        <a:pt x="1440" y="0"/>
                      </a:moveTo>
                      <a:lnTo>
                        <a:pt x="1440" y="0"/>
                      </a:lnTo>
                      <a:cubicBezTo>
                        <a:pt x="1440" y="207"/>
                        <a:pt x="1351" y="394"/>
                        <a:pt x="1213" y="528"/>
                      </a:cubicBezTo>
                      <a:cubicBezTo>
                        <a:pt x="1085" y="646"/>
                        <a:pt x="908" y="725"/>
                        <a:pt x="721" y="725"/>
                      </a:cubicBezTo>
                      <a:cubicBezTo>
                        <a:pt x="331" y="725"/>
                        <a:pt x="15" y="414"/>
                        <a:pt x="0" y="29"/>
                      </a:cubicBezTo>
                      <a:cubicBezTo>
                        <a:pt x="15" y="419"/>
                        <a:pt x="311" y="819"/>
                        <a:pt x="735" y="819"/>
                      </a:cubicBezTo>
                      <a:cubicBezTo>
                        <a:pt x="1164" y="819"/>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1" name="Google Shape;691;p23"/>
                <p:cNvSpPr/>
                <p:nvPr/>
              </p:nvSpPr>
              <p:spPr>
                <a:xfrm>
                  <a:off x="-7233902" y="-236020"/>
                  <a:ext cx="518400" cy="520560"/>
                </a:xfrm>
                <a:custGeom>
                  <a:rect b="b" l="l" r="r" t="t"/>
                  <a:pathLst>
                    <a:path extrusionOk="0" h="1446" w="1440">
                      <a:moveTo>
                        <a:pt x="1440" y="721"/>
                      </a:moveTo>
                      <a:lnTo>
                        <a:pt x="1440" y="721"/>
                      </a:lnTo>
                      <a:cubicBezTo>
                        <a:pt x="1440" y="1121"/>
                        <a:pt x="1115" y="1446"/>
                        <a:pt x="721" y="1446"/>
                      </a:cubicBezTo>
                      <a:cubicBezTo>
                        <a:pt x="321" y="1446"/>
                        <a:pt x="0" y="1121"/>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2" name="Google Shape;692;p23"/>
                <p:cNvSpPr/>
                <p:nvPr/>
              </p:nvSpPr>
              <p:spPr>
                <a:xfrm>
                  <a:off x="-7169823" y="-171940"/>
                  <a:ext cx="413280" cy="414000"/>
                </a:xfrm>
                <a:custGeom>
                  <a:rect b="b" l="l" r="r" t="t"/>
                  <a:pathLst>
                    <a:path extrusionOk="0" h="1150" w="1148">
                      <a:moveTo>
                        <a:pt x="1015" y="0"/>
                      </a:moveTo>
                      <a:lnTo>
                        <a:pt x="1015" y="0"/>
                      </a:lnTo>
                      <a:cubicBezTo>
                        <a:pt x="0" y="1021"/>
                        <a:pt x="0" y="1021"/>
                        <a:pt x="0" y="1021"/>
                      </a:cubicBezTo>
                      <a:cubicBezTo>
                        <a:pt x="44" y="1071"/>
                        <a:pt x="94" y="1115"/>
                        <a:pt x="153" y="1150"/>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3" name="Google Shape;693;p23"/>
                <p:cNvSpPr/>
                <p:nvPr/>
              </p:nvSpPr>
              <p:spPr>
                <a:xfrm>
                  <a:off x="-7235702" y="-189580"/>
                  <a:ext cx="111960" cy="223560"/>
                </a:xfrm>
                <a:custGeom>
                  <a:rect b="b" l="l" r="r" t="t"/>
                  <a:pathLst>
                    <a:path extrusionOk="0" h="621" w="311">
                      <a:moveTo>
                        <a:pt x="311" y="0"/>
                      </a:moveTo>
                      <a:lnTo>
                        <a:pt x="311" y="0"/>
                      </a:lnTo>
                      <a:cubicBezTo>
                        <a:pt x="123" y="133"/>
                        <a:pt x="0" y="350"/>
                        <a:pt x="0" y="592"/>
                      </a:cubicBezTo>
                      <a:cubicBezTo>
                        <a:pt x="0" y="602"/>
                        <a:pt x="5" y="612"/>
                        <a:pt x="5" y="621"/>
                      </a:cubicBezTo>
                      <a:cubicBezTo>
                        <a:pt x="5" y="612"/>
                        <a:pt x="5" y="602"/>
                        <a:pt x="5" y="592"/>
                      </a:cubicBezTo>
                      <a:lnTo>
                        <a:pt x="5" y="592"/>
                      </a:lnTo>
                      <a:lnTo>
                        <a:pt x="5" y="592"/>
                      </a:lnTo>
                      <a:cubicBezTo>
                        <a:pt x="5" y="350"/>
                        <a:pt x="123" y="133"/>
                        <a:pt x="31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4" name="Google Shape;694;p23"/>
                <p:cNvSpPr/>
                <p:nvPr/>
              </p:nvSpPr>
              <p:spPr>
                <a:xfrm>
                  <a:off x="-7169823" y="-171940"/>
                  <a:ext cx="413280" cy="414000"/>
                </a:xfrm>
                <a:custGeom>
                  <a:rect b="b" l="l" r="r" t="t"/>
                  <a:pathLst>
                    <a:path extrusionOk="0" h="1150" w="1148">
                      <a:moveTo>
                        <a:pt x="19" y="997"/>
                      </a:moveTo>
                      <a:lnTo>
                        <a:pt x="19" y="997"/>
                      </a:lnTo>
                      <a:cubicBezTo>
                        <a:pt x="0" y="1021"/>
                        <a:pt x="0" y="1021"/>
                        <a:pt x="0" y="1021"/>
                      </a:cubicBezTo>
                      <a:cubicBezTo>
                        <a:pt x="44" y="1071"/>
                        <a:pt x="94" y="1115"/>
                        <a:pt x="153" y="1150"/>
                      </a:cubicBezTo>
                      <a:cubicBezTo>
                        <a:pt x="172" y="1130"/>
                        <a:pt x="172" y="1130"/>
                        <a:pt x="172" y="1130"/>
                      </a:cubicBezTo>
                      <a:cubicBezTo>
                        <a:pt x="118" y="1096"/>
                        <a:pt x="64" y="1051"/>
                        <a:pt x="19" y="997"/>
                      </a:cubicBezTo>
                      <a:moveTo>
                        <a:pt x="1015" y="0"/>
                      </a:moveTo>
                      <a:lnTo>
                        <a:pt x="1015" y="0"/>
                      </a:lnTo>
                      <a:cubicBezTo>
                        <a:pt x="991" y="25"/>
                        <a:pt x="991" y="25"/>
                        <a:pt x="991" y="25"/>
                      </a:cubicBezTo>
                      <a:cubicBezTo>
                        <a:pt x="1045" y="69"/>
                        <a:pt x="1089" y="118"/>
                        <a:pt x="1124" y="178"/>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5" name="Google Shape;695;p23"/>
                <p:cNvSpPr/>
                <p:nvPr/>
              </p:nvSpPr>
              <p:spPr>
                <a:xfrm>
                  <a:off x="-6385022" y="-291100"/>
                  <a:ext cx="628560" cy="630720"/>
                </a:xfrm>
                <a:custGeom>
                  <a:rect b="b" l="l" r="r" t="t"/>
                  <a:pathLst>
                    <a:path extrusionOk="0" h="1752" w="1746">
                      <a:moveTo>
                        <a:pt x="1746" y="874"/>
                      </a:moveTo>
                      <a:lnTo>
                        <a:pt x="1746" y="874"/>
                      </a:lnTo>
                      <a:cubicBezTo>
                        <a:pt x="1746" y="1357"/>
                        <a:pt x="1356" y="1752"/>
                        <a:pt x="873" y="1752"/>
                      </a:cubicBezTo>
                      <a:cubicBezTo>
                        <a:pt x="389" y="1752"/>
                        <a:pt x="0" y="1357"/>
                        <a:pt x="0" y="874"/>
                      </a:cubicBezTo>
                      <a:cubicBezTo>
                        <a:pt x="0" y="395"/>
                        <a:pt x="389" y="0"/>
                        <a:pt x="873" y="0"/>
                      </a:cubicBezTo>
                      <a:cubicBezTo>
                        <a:pt x="1356" y="0"/>
                        <a:pt x="1746" y="395"/>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6" name="Google Shape;696;p23"/>
                <p:cNvSpPr/>
                <p:nvPr/>
              </p:nvSpPr>
              <p:spPr>
                <a:xfrm>
                  <a:off x="-6329942" y="23540"/>
                  <a:ext cx="518400" cy="294840"/>
                </a:xfrm>
                <a:custGeom>
                  <a:rect b="b" l="l" r="r" t="t"/>
                  <a:pathLst>
                    <a:path extrusionOk="0" h="819" w="1440">
                      <a:moveTo>
                        <a:pt x="0" y="0"/>
                      </a:moveTo>
                      <a:lnTo>
                        <a:pt x="0" y="0"/>
                      </a:lnTo>
                      <a:cubicBezTo>
                        <a:pt x="0" y="5"/>
                        <a:pt x="0" y="5"/>
                        <a:pt x="0" y="5"/>
                      </a:cubicBezTo>
                      <a:lnTo>
                        <a:pt x="0" y="0"/>
                      </a:lnTo>
                      <a:moveTo>
                        <a:pt x="1440" y="0"/>
                      </a:moveTo>
                      <a:lnTo>
                        <a:pt x="1440" y="0"/>
                      </a:lnTo>
                      <a:cubicBezTo>
                        <a:pt x="1440" y="400"/>
                        <a:pt x="1119" y="725"/>
                        <a:pt x="720" y="725"/>
                      </a:cubicBezTo>
                      <a:cubicBezTo>
                        <a:pt x="320" y="725"/>
                        <a:pt x="0" y="400"/>
                        <a:pt x="0" y="5"/>
                      </a:cubicBezTo>
                      <a:cubicBezTo>
                        <a:pt x="0" y="400"/>
                        <a:pt x="300" y="819"/>
                        <a:pt x="735" y="819"/>
                      </a:cubicBezTo>
                      <a:cubicBezTo>
                        <a:pt x="1164" y="819"/>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7" name="Google Shape;697;p23"/>
                <p:cNvSpPr/>
                <p:nvPr/>
              </p:nvSpPr>
              <p:spPr>
                <a:xfrm>
                  <a:off x="-6329942" y="-236020"/>
                  <a:ext cx="518400" cy="520560"/>
                </a:xfrm>
                <a:custGeom>
                  <a:rect b="b" l="l" r="r" t="t"/>
                  <a:pathLst>
                    <a:path extrusionOk="0" h="1446" w="1440">
                      <a:moveTo>
                        <a:pt x="1440" y="721"/>
                      </a:moveTo>
                      <a:lnTo>
                        <a:pt x="1440" y="721"/>
                      </a:lnTo>
                      <a:cubicBezTo>
                        <a:pt x="1440" y="1121"/>
                        <a:pt x="1119" y="1446"/>
                        <a:pt x="720" y="1446"/>
                      </a:cubicBezTo>
                      <a:cubicBezTo>
                        <a:pt x="320" y="1446"/>
                        <a:pt x="0" y="1121"/>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8" name="Google Shape;698;p23"/>
                <p:cNvSpPr/>
                <p:nvPr/>
              </p:nvSpPr>
              <p:spPr>
                <a:xfrm>
                  <a:off x="-6266222" y="-171940"/>
                  <a:ext cx="414000" cy="414000"/>
                </a:xfrm>
                <a:custGeom>
                  <a:rect b="b" l="l" r="r" t="t"/>
                  <a:pathLst>
                    <a:path extrusionOk="0" h="1150" w="1150">
                      <a:moveTo>
                        <a:pt x="1017" y="0"/>
                      </a:moveTo>
                      <a:lnTo>
                        <a:pt x="1017" y="0"/>
                      </a:lnTo>
                      <a:cubicBezTo>
                        <a:pt x="0" y="1021"/>
                        <a:pt x="0" y="1021"/>
                        <a:pt x="0" y="1021"/>
                      </a:cubicBezTo>
                      <a:cubicBezTo>
                        <a:pt x="45" y="1071"/>
                        <a:pt x="99" y="1115"/>
                        <a:pt x="153" y="1150"/>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699" name="Google Shape;699;p23"/>
                <p:cNvSpPr/>
                <p:nvPr/>
              </p:nvSpPr>
              <p:spPr>
                <a:xfrm>
                  <a:off x="-6329942" y="23540"/>
                  <a:ext cx="518400" cy="1800"/>
                </a:xfrm>
                <a:custGeom>
                  <a:rect b="b" l="l" r="r" t="t"/>
                  <a:pathLst>
                    <a:path extrusionOk="0" h="5" w="1440">
                      <a:moveTo>
                        <a:pt x="0" y="5"/>
                      </a:moveTo>
                      <a:lnTo>
                        <a:pt x="0" y="5"/>
                      </a:lnTo>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0" name="Google Shape;700;p23"/>
                <p:cNvSpPr/>
                <p:nvPr/>
              </p:nvSpPr>
              <p:spPr>
                <a:xfrm>
                  <a:off x="-6266222" y="-171940"/>
                  <a:ext cx="414000" cy="414000"/>
                </a:xfrm>
                <a:custGeom>
                  <a:rect b="b" l="l" r="r" t="t"/>
                  <a:pathLst>
                    <a:path extrusionOk="0" h="1150" w="1150">
                      <a:moveTo>
                        <a:pt x="20" y="997"/>
                      </a:moveTo>
                      <a:lnTo>
                        <a:pt x="20" y="997"/>
                      </a:lnTo>
                      <a:cubicBezTo>
                        <a:pt x="0" y="1021"/>
                        <a:pt x="0" y="1021"/>
                        <a:pt x="0" y="1021"/>
                      </a:cubicBezTo>
                      <a:cubicBezTo>
                        <a:pt x="45" y="1071"/>
                        <a:pt x="99" y="1115"/>
                        <a:pt x="153" y="1150"/>
                      </a:cubicBezTo>
                      <a:cubicBezTo>
                        <a:pt x="173" y="1130"/>
                        <a:pt x="173" y="1130"/>
                        <a:pt x="173" y="1130"/>
                      </a:cubicBezTo>
                      <a:cubicBezTo>
                        <a:pt x="119" y="1096"/>
                        <a:pt x="64" y="1051"/>
                        <a:pt x="20" y="997"/>
                      </a:cubicBezTo>
                      <a:moveTo>
                        <a:pt x="1017" y="0"/>
                      </a:moveTo>
                      <a:lnTo>
                        <a:pt x="1017" y="0"/>
                      </a:lnTo>
                      <a:cubicBezTo>
                        <a:pt x="997" y="25"/>
                        <a:pt x="997" y="25"/>
                        <a:pt x="997" y="25"/>
                      </a:cubicBezTo>
                      <a:cubicBezTo>
                        <a:pt x="1046" y="69"/>
                        <a:pt x="1091" y="118"/>
                        <a:pt x="1125" y="178"/>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1" name="Google Shape;701;p23"/>
                <p:cNvSpPr/>
                <p:nvPr/>
              </p:nvSpPr>
              <p:spPr>
                <a:xfrm>
                  <a:off x="-5481062" y="-291100"/>
                  <a:ext cx="628920" cy="630720"/>
                </a:xfrm>
                <a:custGeom>
                  <a:rect b="b" l="l" r="r" t="t"/>
                  <a:pathLst>
                    <a:path extrusionOk="0" h="1752" w="1747">
                      <a:moveTo>
                        <a:pt x="1747" y="874"/>
                      </a:moveTo>
                      <a:lnTo>
                        <a:pt x="1747" y="874"/>
                      </a:lnTo>
                      <a:cubicBezTo>
                        <a:pt x="1747" y="1357"/>
                        <a:pt x="1357" y="1752"/>
                        <a:pt x="874" y="1752"/>
                      </a:cubicBezTo>
                      <a:cubicBezTo>
                        <a:pt x="390" y="1752"/>
                        <a:pt x="0" y="1357"/>
                        <a:pt x="0" y="874"/>
                      </a:cubicBezTo>
                      <a:cubicBezTo>
                        <a:pt x="0" y="395"/>
                        <a:pt x="390" y="0"/>
                        <a:pt x="874" y="0"/>
                      </a:cubicBezTo>
                      <a:cubicBezTo>
                        <a:pt x="1357" y="0"/>
                        <a:pt x="1747" y="395"/>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2" name="Google Shape;702;p23"/>
                <p:cNvSpPr/>
                <p:nvPr/>
              </p:nvSpPr>
              <p:spPr>
                <a:xfrm>
                  <a:off x="-5425982" y="23540"/>
                  <a:ext cx="518760" cy="294840"/>
                </a:xfrm>
                <a:custGeom>
                  <a:rect b="b" l="l" r="r" t="t"/>
                  <a:pathLst>
                    <a:path extrusionOk="0" h="819" w="1441">
                      <a:moveTo>
                        <a:pt x="0" y="0"/>
                      </a:moveTo>
                      <a:lnTo>
                        <a:pt x="0" y="0"/>
                      </a:lnTo>
                      <a:cubicBezTo>
                        <a:pt x="0" y="5"/>
                        <a:pt x="0" y="5"/>
                        <a:pt x="0" y="5"/>
                      </a:cubicBezTo>
                      <a:lnTo>
                        <a:pt x="0" y="0"/>
                      </a:lnTo>
                      <a:moveTo>
                        <a:pt x="0" y="0"/>
                      </a:moveTo>
                      <a:lnTo>
                        <a:pt x="0" y="0"/>
                      </a:lnTo>
                      <a:moveTo>
                        <a:pt x="1441" y="0"/>
                      </a:moveTo>
                      <a:lnTo>
                        <a:pt x="1441" y="0"/>
                      </a:lnTo>
                      <a:cubicBezTo>
                        <a:pt x="1441" y="251"/>
                        <a:pt x="1313" y="473"/>
                        <a:pt x="1120" y="602"/>
                      </a:cubicBezTo>
                      <a:cubicBezTo>
                        <a:pt x="1007" y="680"/>
                        <a:pt x="868" y="725"/>
                        <a:pt x="721" y="725"/>
                      </a:cubicBezTo>
                      <a:cubicBezTo>
                        <a:pt x="326" y="725"/>
                        <a:pt x="0" y="400"/>
                        <a:pt x="0" y="5"/>
                      </a:cubicBezTo>
                      <a:cubicBezTo>
                        <a:pt x="0" y="400"/>
                        <a:pt x="306" y="819"/>
                        <a:pt x="735" y="819"/>
                      </a:cubicBezTo>
                      <a:cubicBezTo>
                        <a:pt x="1170" y="819"/>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3" name="Google Shape;703;p23"/>
                <p:cNvSpPr/>
                <p:nvPr/>
              </p:nvSpPr>
              <p:spPr>
                <a:xfrm>
                  <a:off x="-5425982" y="-236020"/>
                  <a:ext cx="518760" cy="520560"/>
                </a:xfrm>
                <a:custGeom>
                  <a:rect b="b" l="l" r="r" t="t"/>
                  <a:pathLst>
                    <a:path extrusionOk="0" h="1446" w="1441">
                      <a:moveTo>
                        <a:pt x="1441" y="721"/>
                      </a:moveTo>
                      <a:lnTo>
                        <a:pt x="1441" y="721"/>
                      </a:lnTo>
                      <a:cubicBezTo>
                        <a:pt x="1441" y="1121"/>
                        <a:pt x="1120" y="1446"/>
                        <a:pt x="721" y="1446"/>
                      </a:cubicBezTo>
                      <a:cubicBezTo>
                        <a:pt x="326" y="1446"/>
                        <a:pt x="0" y="1121"/>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4" name="Google Shape;704;p23"/>
                <p:cNvSpPr/>
                <p:nvPr/>
              </p:nvSpPr>
              <p:spPr>
                <a:xfrm>
                  <a:off x="-5361903" y="-171940"/>
                  <a:ext cx="413640" cy="414000"/>
                </a:xfrm>
                <a:custGeom>
                  <a:rect b="b" l="l" r="r" t="t"/>
                  <a:pathLst>
                    <a:path extrusionOk="0" h="1150" w="1149">
                      <a:moveTo>
                        <a:pt x="1016" y="0"/>
                      </a:moveTo>
                      <a:lnTo>
                        <a:pt x="1016" y="0"/>
                      </a:lnTo>
                      <a:cubicBezTo>
                        <a:pt x="0" y="1021"/>
                        <a:pt x="0" y="1021"/>
                        <a:pt x="0" y="1021"/>
                      </a:cubicBezTo>
                      <a:cubicBezTo>
                        <a:pt x="44" y="1071"/>
                        <a:pt x="98" y="1115"/>
                        <a:pt x="153" y="1150"/>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5" name="Google Shape;705;p23"/>
                <p:cNvSpPr/>
                <p:nvPr/>
              </p:nvSpPr>
              <p:spPr>
                <a:xfrm>
                  <a:off x="-5425982" y="23540"/>
                  <a:ext cx="0" cy="1800"/>
                </a:xfrm>
                <a:custGeom>
                  <a:rect b="b" l="l" r="r" t="t"/>
                  <a:pathLst>
                    <a:path extrusionOk="0" h="5" w="120000">
                      <a:moveTo>
                        <a:pt x="0" y="5"/>
                      </a:moveTo>
                      <a:lnTo>
                        <a:pt x="0" y="5"/>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6" name="Google Shape;706;p23"/>
                <p:cNvSpPr/>
                <p:nvPr/>
              </p:nvSpPr>
              <p:spPr>
                <a:xfrm>
                  <a:off x="-5361903" y="-171940"/>
                  <a:ext cx="413640" cy="414000"/>
                </a:xfrm>
                <a:custGeom>
                  <a:rect b="b" l="l" r="r" t="t"/>
                  <a:pathLst>
                    <a:path extrusionOk="0" h="1150" w="1149">
                      <a:moveTo>
                        <a:pt x="24" y="997"/>
                      </a:moveTo>
                      <a:lnTo>
                        <a:pt x="24" y="997"/>
                      </a:lnTo>
                      <a:cubicBezTo>
                        <a:pt x="0" y="1021"/>
                        <a:pt x="0" y="1021"/>
                        <a:pt x="0" y="1021"/>
                      </a:cubicBezTo>
                      <a:cubicBezTo>
                        <a:pt x="44" y="1071"/>
                        <a:pt x="98" y="1115"/>
                        <a:pt x="153" y="1150"/>
                      </a:cubicBezTo>
                      <a:cubicBezTo>
                        <a:pt x="177" y="1130"/>
                        <a:pt x="177" y="1130"/>
                        <a:pt x="177" y="1130"/>
                      </a:cubicBezTo>
                      <a:cubicBezTo>
                        <a:pt x="118" y="1096"/>
                        <a:pt x="69" y="1051"/>
                        <a:pt x="24" y="997"/>
                      </a:cubicBezTo>
                      <a:moveTo>
                        <a:pt x="1016" y="0"/>
                      </a:moveTo>
                      <a:lnTo>
                        <a:pt x="1016" y="0"/>
                      </a:lnTo>
                      <a:cubicBezTo>
                        <a:pt x="996" y="25"/>
                        <a:pt x="996" y="25"/>
                        <a:pt x="996" y="25"/>
                      </a:cubicBezTo>
                      <a:cubicBezTo>
                        <a:pt x="1046" y="69"/>
                        <a:pt x="1090" y="118"/>
                        <a:pt x="1130" y="178"/>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7" name="Google Shape;707;p23"/>
                <p:cNvSpPr/>
                <p:nvPr/>
              </p:nvSpPr>
              <p:spPr>
                <a:xfrm>
                  <a:off x="-7290782" y="487220"/>
                  <a:ext cx="630360" cy="628560"/>
                </a:xfrm>
                <a:custGeom>
                  <a:rect b="b" l="l" r="r" t="t"/>
                  <a:pathLst>
                    <a:path extrusionOk="0" h="1746" w="1751">
                      <a:moveTo>
                        <a:pt x="1751" y="873"/>
                      </a:moveTo>
                      <a:lnTo>
                        <a:pt x="1751" y="873"/>
                      </a:lnTo>
                      <a:cubicBezTo>
                        <a:pt x="1751" y="1356"/>
                        <a:pt x="1356" y="1746"/>
                        <a:pt x="879" y="1746"/>
                      </a:cubicBezTo>
                      <a:cubicBezTo>
                        <a:pt x="395" y="1746"/>
                        <a:pt x="0" y="1356"/>
                        <a:pt x="0" y="873"/>
                      </a:cubicBezTo>
                      <a:cubicBezTo>
                        <a:pt x="0" y="390"/>
                        <a:pt x="395" y="0"/>
                        <a:pt x="879" y="0"/>
                      </a:cubicBezTo>
                      <a:cubicBezTo>
                        <a:pt x="1356" y="0"/>
                        <a:pt x="1751" y="390"/>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8" name="Google Shape;708;p23"/>
                <p:cNvSpPr/>
                <p:nvPr/>
              </p:nvSpPr>
              <p:spPr>
                <a:xfrm>
                  <a:off x="-7233902" y="801500"/>
                  <a:ext cx="518400" cy="293040"/>
                </a:xfrm>
                <a:custGeom>
                  <a:rect b="b" l="l" r="r" t="t"/>
                  <a:pathLst>
                    <a:path extrusionOk="0" h="814" w="1440">
                      <a:moveTo>
                        <a:pt x="1440" y="0"/>
                      </a:moveTo>
                      <a:lnTo>
                        <a:pt x="1440" y="0"/>
                      </a:lnTo>
                      <a:cubicBezTo>
                        <a:pt x="1440" y="395"/>
                        <a:pt x="1115" y="720"/>
                        <a:pt x="721" y="720"/>
                      </a:cubicBezTo>
                      <a:lnTo>
                        <a:pt x="721" y="720"/>
                      </a:lnTo>
                      <a:lnTo>
                        <a:pt x="721" y="720"/>
                      </a:lnTo>
                      <a:cubicBezTo>
                        <a:pt x="331" y="720"/>
                        <a:pt x="15" y="414"/>
                        <a:pt x="0" y="30"/>
                      </a:cubicBezTo>
                      <a:cubicBezTo>
                        <a:pt x="10" y="414"/>
                        <a:pt x="311"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09" name="Google Shape;709;p23"/>
                <p:cNvSpPr/>
                <p:nvPr/>
              </p:nvSpPr>
              <p:spPr>
                <a:xfrm>
                  <a:off x="-7233902" y="542300"/>
                  <a:ext cx="518400" cy="518400"/>
                </a:xfrm>
                <a:custGeom>
                  <a:rect b="b" l="l" r="r" t="t"/>
                  <a:pathLst>
                    <a:path extrusionOk="0" h="1440" w="1440">
                      <a:moveTo>
                        <a:pt x="1440" y="720"/>
                      </a:moveTo>
                      <a:lnTo>
                        <a:pt x="1440" y="720"/>
                      </a:lnTo>
                      <a:cubicBezTo>
                        <a:pt x="1440" y="1115"/>
                        <a:pt x="1115" y="1440"/>
                        <a:pt x="721" y="1440"/>
                      </a:cubicBezTo>
                      <a:cubicBezTo>
                        <a:pt x="321" y="1440"/>
                        <a:pt x="0" y="1115"/>
                        <a:pt x="0" y="720"/>
                      </a:cubicBezTo>
                      <a:cubicBezTo>
                        <a:pt x="0" y="320"/>
                        <a:pt x="321" y="0"/>
                        <a:pt x="721" y="0"/>
                      </a:cubicBezTo>
                      <a:cubicBezTo>
                        <a:pt x="1115"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0" name="Google Shape;710;p23"/>
                <p:cNvSpPr/>
                <p:nvPr/>
              </p:nvSpPr>
              <p:spPr>
                <a:xfrm>
                  <a:off x="-7169823" y="60602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1" name="Google Shape;711;p23"/>
                <p:cNvSpPr/>
                <p:nvPr/>
              </p:nvSpPr>
              <p:spPr>
                <a:xfrm>
                  <a:off x="-7235702" y="542300"/>
                  <a:ext cx="261360" cy="270000"/>
                </a:xfrm>
                <a:custGeom>
                  <a:rect b="b" l="l" r="r" t="t"/>
                  <a:pathLst>
                    <a:path extrusionOk="0" h="750" w="726">
                      <a:moveTo>
                        <a:pt x="726" y="0"/>
                      </a:moveTo>
                      <a:lnTo>
                        <a:pt x="726" y="0"/>
                      </a:lnTo>
                      <a:cubicBezTo>
                        <a:pt x="326" y="0"/>
                        <a:pt x="0" y="320"/>
                        <a:pt x="0" y="720"/>
                      </a:cubicBezTo>
                      <a:cubicBezTo>
                        <a:pt x="0" y="730"/>
                        <a:pt x="5" y="740"/>
                        <a:pt x="5" y="750"/>
                      </a:cubicBezTo>
                      <a:cubicBezTo>
                        <a:pt x="5" y="740"/>
                        <a:pt x="5" y="730"/>
                        <a:pt x="5" y="720"/>
                      </a:cubicBezTo>
                      <a:lnTo>
                        <a:pt x="5" y="720"/>
                      </a:lnTo>
                      <a:lnTo>
                        <a:pt x="5" y="720"/>
                      </a:lnTo>
                      <a:cubicBezTo>
                        <a:pt x="5" y="320"/>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2" name="Google Shape;712;p23"/>
                <p:cNvSpPr/>
                <p:nvPr/>
              </p:nvSpPr>
              <p:spPr>
                <a:xfrm>
                  <a:off x="-7169823" y="60602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1"/>
                        <a:pt x="64" y="1046"/>
                        <a:pt x="19" y="997"/>
                      </a:cubicBezTo>
                      <a:moveTo>
                        <a:pt x="1015" y="0"/>
                      </a:moveTo>
                      <a:lnTo>
                        <a:pt x="1015" y="0"/>
                      </a:lnTo>
                      <a:cubicBezTo>
                        <a:pt x="991" y="20"/>
                        <a:pt x="991" y="20"/>
                        <a:pt x="991" y="20"/>
                      </a:cubicBezTo>
                      <a:cubicBezTo>
                        <a:pt x="1045" y="64"/>
                        <a:pt x="1089" y="119"/>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3" name="Google Shape;713;p23"/>
                <p:cNvSpPr/>
                <p:nvPr/>
              </p:nvSpPr>
              <p:spPr>
                <a:xfrm>
                  <a:off x="-6385022" y="487220"/>
                  <a:ext cx="628560" cy="628560"/>
                </a:xfrm>
                <a:custGeom>
                  <a:rect b="b" l="l" r="r" t="t"/>
                  <a:pathLst>
                    <a:path extrusionOk="0" h="1746" w="1746">
                      <a:moveTo>
                        <a:pt x="1746" y="873"/>
                      </a:moveTo>
                      <a:lnTo>
                        <a:pt x="1746" y="873"/>
                      </a:lnTo>
                      <a:cubicBezTo>
                        <a:pt x="1746" y="1356"/>
                        <a:pt x="1356" y="1746"/>
                        <a:pt x="873" y="1746"/>
                      </a:cubicBezTo>
                      <a:cubicBezTo>
                        <a:pt x="389" y="1746"/>
                        <a:pt x="0" y="1356"/>
                        <a:pt x="0" y="873"/>
                      </a:cubicBezTo>
                      <a:cubicBezTo>
                        <a:pt x="0" y="390"/>
                        <a:pt x="389" y="0"/>
                        <a:pt x="873" y="0"/>
                      </a:cubicBezTo>
                      <a:cubicBezTo>
                        <a:pt x="1356" y="0"/>
                        <a:pt x="1746" y="390"/>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4" name="Google Shape;714;p23"/>
                <p:cNvSpPr/>
                <p:nvPr/>
              </p:nvSpPr>
              <p:spPr>
                <a:xfrm>
                  <a:off x="-6329942" y="801500"/>
                  <a:ext cx="518400" cy="293040"/>
                </a:xfrm>
                <a:custGeom>
                  <a:rect b="b" l="l" r="r" t="t"/>
                  <a:pathLst>
                    <a:path extrusionOk="0" h="814" w="1440">
                      <a:moveTo>
                        <a:pt x="1440" y="0"/>
                      </a:moveTo>
                      <a:lnTo>
                        <a:pt x="1440" y="0"/>
                      </a:lnTo>
                      <a:lnTo>
                        <a:pt x="1440" y="0"/>
                      </a:lnTo>
                      <a:cubicBezTo>
                        <a:pt x="1440" y="395"/>
                        <a:pt x="1125" y="716"/>
                        <a:pt x="730" y="720"/>
                      </a:cubicBezTo>
                      <a:cubicBezTo>
                        <a:pt x="730" y="720"/>
                        <a:pt x="725" y="720"/>
                        <a:pt x="720" y="720"/>
                      </a:cubicBezTo>
                      <a:lnTo>
                        <a:pt x="720" y="720"/>
                      </a:lnTo>
                      <a:cubicBezTo>
                        <a:pt x="320" y="720"/>
                        <a:pt x="0" y="395"/>
                        <a:pt x="0" y="0"/>
                      </a:cubicBezTo>
                      <a:lnTo>
                        <a:pt x="0" y="0"/>
                      </a:lnTo>
                      <a:lnTo>
                        <a:pt x="0" y="0"/>
                      </a:lnTo>
                      <a:cubicBezTo>
                        <a:pt x="0" y="395"/>
                        <a:pt x="300"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5" name="Google Shape;715;p23"/>
                <p:cNvSpPr/>
                <p:nvPr/>
              </p:nvSpPr>
              <p:spPr>
                <a:xfrm>
                  <a:off x="-6329942" y="542300"/>
                  <a:ext cx="518400" cy="518400"/>
                </a:xfrm>
                <a:custGeom>
                  <a:rect b="b" l="l" r="r" t="t"/>
                  <a:pathLst>
                    <a:path extrusionOk="0" h="1440" w="1440">
                      <a:moveTo>
                        <a:pt x="1440" y="720"/>
                      </a:moveTo>
                      <a:lnTo>
                        <a:pt x="1440" y="720"/>
                      </a:lnTo>
                      <a:cubicBezTo>
                        <a:pt x="1440" y="1115"/>
                        <a:pt x="1119" y="1440"/>
                        <a:pt x="720" y="1440"/>
                      </a:cubicBezTo>
                      <a:cubicBezTo>
                        <a:pt x="320" y="1440"/>
                        <a:pt x="0" y="1115"/>
                        <a:pt x="0" y="720"/>
                      </a:cubicBezTo>
                      <a:cubicBezTo>
                        <a:pt x="0" y="320"/>
                        <a:pt x="320" y="0"/>
                        <a:pt x="720" y="0"/>
                      </a:cubicBezTo>
                      <a:cubicBezTo>
                        <a:pt x="1119"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6" name="Google Shape;716;p23"/>
                <p:cNvSpPr/>
                <p:nvPr/>
              </p:nvSpPr>
              <p:spPr>
                <a:xfrm>
                  <a:off x="-6266222" y="60602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7" name="Google Shape;717;p23"/>
                <p:cNvSpPr/>
                <p:nvPr/>
              </p:nvSpPr>
              <p:spPr>
                <a:xfrm>
                  <a:off x="-6329942" y="542300"/>
                  <a:ext cx="518400" cy="259200"/>
                </a:xfrm>
                <a:custGeom>
                  <a:rect b="b" l="l" r="r" t="t"/>
                  <a:pathLst>
                    <a:path extrusionOk="0" h="720" w="1440">
                      <a:moveTo>
                        <a:pt x="720" y="0"/>
                      </a:moveTo>
                      <a:lnTo>
                        <a:pt x="720" y="0"/>
                      </a:lnTo>
                      <a:cubicBezTo>
                        <a:pt x="320" y="0"/>
                        <a:pt x="0" y="320"/>
                        <a:pt x="0" y="720"/>
                      </a:cubicBezTo>
                      <a:lnTo>
                        <a:pt x="0" y="720"/>
                      </a:lnTo>
                      <a:cubicBezTo>
                        <a:pt x="0" y="320"/>
                        <a:pt x="320" y="0"/>
                        <a:pt x="720" y="0"/>
                      </a:cubicBezTo>
                      <a:cubicBezTo>
                        <a:pt x="1119" y="0"/>
                        <a:pt x="1440" y="320"/>
                        <a:pt x="1440" y="720"/>
                      </a:cubicBezTo>
                      <a:lnTo>
                        <a:pt x="1440" y="720"/>
                      </a:lnTo>
                      <a:cubicBezTo>
                        <a:pt x="1440" y="320"/>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8" name="Google Shape;718;p23"/>
                <p:cNvSpPr/>
                <p:nvPr/>
              </p:nvSpPr>
              <p:spPr>
                <a:xfrm>
                  <a:off x="-6266222" y="60602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1"/>
                        <a:pt x="64" y="1046"/>
                        <a:pt x="20" y="997"/>
                      </a:cubicBezTo>
                      <a:moveTo>
                        <a:pt x="1017" y="0"/>
                      </a:moveTo>
                      <a:lnTo>
                        <a:pt x="1017" y="0"/>
                      </a:lnTo>
                      <a:cubicBezTo>
                        <a:pt x="997" y="20"/>
                        <a:pt x="997" y="20"/>
                        <a:pt x="997" y="20"/>
                      </a:cubicBezTo>
                      <a:cubicBezTo>
                        <a:pt x="1046" y="64"/>
                        <a:pt x="1091" y="119"/>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19" name="Google Shape;719;p23"/>
                <p:cNvSpPr/>
                <p:nvPr/>
              </p:nvSpPr>
              <p:spPr>
                <a:xfrm>
                  <a:off x="-5481062" y="487220"/>
                  <a:ext cx="628920" cy="628560"/>
                </a:xfrm>
                <a:custGeom>
                  <a:rect b="b" l="l" r="r" t="t"/>
                  <a:pathLst>
                    <a:path extrusionOk="0" h="1746" w="1747">
                      <a:moveTo>
                        <a:pt x="1747" y="873"/>
                      </a:moveTo>
                      <a:lnTo>
                        <a:pt x="1747" y="873"/>
                      </a:lnTo>
                      <a:cubicBezTo>
                        <a:pt x="1747" y="1356"/>
                        <a:pt x="1357" y="1746"/>
                        <a:pt x="874" y="1746"/>
                      </a:cubicBezTo>
                      <a:cubicBezTo>
                        <a:pt x="390" y="1746"/>
                        <a:pt x="0" y="1356"/>
                        <a:pt x="0" y="873"/>
                      </a:cubicBezTo>
                      <a:cubicBezTo>
                        <a:pt x="0" y="390"/>
                        <a:pt x="390" y="0"/>
                        <a:pt x="874" y="0"/>
                      </a:cubicBezTo>
                      <a:cubicBezTo>
                        <a:pt x="1357" y="0"/>
                        <a:pt x="1747" y="390"/>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0" name="Google Shape;720;p23"/>
                <p:cNvSpPr/>
                <p:nvPr/>
              </p:nvSpPr>
              <p:spPr>
                <a:xfrm>
                  <a:off x="-5425982" y="801500"/>
                  <a:ext cx="518760" cy="293040"/>
                </a:xfrm>
                <a:custGeom>
                  <a:rect b="b" l="l" r="r" t="t"/>
                  <a:pathLst>
                    <a:path extrusionOk="0" h="814" w="1441">
                      <a:moveTo>
                        <a:pt x="1441" y="0"/>
                      </a:moveTo>
                      <a:lnTo>
                        <a:pt x="1441" y="0"/>
                      </a:lnTo>
                      <a:cubicBezTo>
                        <a:pt x="1441" y="395"/>
                        <a:pt x="1120" y="720"/>
                        <a:pt x="721" y="720"/>
                      </a:cubicBezTo>
                      <a:lnTo>
                        <a:pt x="721" y="720"/>
                      </a:lnTo>
                      <a:lnTo>
                        <a:pt x="721" y="720"/>
                      </a:lnTo>
                      <a:cubicBezTo>
                        <a:pt x="326" y="720"/>
                        <a:pt x="0" y="395"/>
                        <a:pt x="0" y="0"/>
                      </a:cubicBezTo>
                      <a:lnTo>
                        <a:pt x="0" y="0"/>
                      </a:lnTo>
                      <a:lnTo>
                        <a:pt x="0" y="0"/>
                      </a:lnTo>
                      <a:cubicBezTo>
                        <a:pt x="0" y="395"/>
                        <a:pt x="306" y="814"/>
                        <a:pt x="735" y="814"/>
                      </a:cubicBezTo>
                      <a:cubicBezTo>
                        <a:pt x="1170" y="814"/>
                        <a:pt x="1441" y="395"/>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1" name="Google Shape;721;p23"/>
                <p:cNvSpPr/>
                <p:nvPr/>
              </p:nvSpPr>
              <p:spPr>
                <a:xfrm>
                  <a:off x="-5425982" y="542300"/>
                  <a:ext cx="518760" cy="518400"/>
                </a:xfrm>
                <a:custGeom>
                  <a:rect b="b" l="l" r="r" t="t"/>
                  <a:pathLst>
                    <a:path extrusionOk="0" h="1440" w="1441">
                      <a:moveTo>
                        <a:pt x="1441" y="720"/>
                      </a:moveTo>
                      <a:lnTo>
                        <a:pt x="1441" y="720"/>
                      </a:lnTo>
                      <a:cubicBezTo>
                        <a:pt x="1441" y="1115"/>
                        <a:pt x="1120" y="1440"/>
                        <a:pt x="721" y="1440"/>
                      </a:cubicBezTo>
                      <a:cubicBezTo>
                        <a:pt x="326" y="1440"/>
                        <a:pt x="0" y="1115"/>
                        <a:pt x="0" y="720"/>
                      </a:cubicBezTo>
                      <a:cubicBezTo>
                        <a:pt x="0" y="320"/>
                        <a:pt x="326" y="0"/>
                        <a:pt x="721" y="0"/>
                      </a:cubicBezTo>
                      <a:cubicBezTo>
                        <a:pt x="1120" y="0"/>
                        <a:pt x="1441" y="320"/>
                        <a:pt x="1441"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2" name="Google Shape;722;p23"/>
                <p:cNvSpPr/>
                <p:nvPr/>
              </p:nvSpPr>
              <p:spPr>
                <a:xfrm>
                  <a:off x="-5361903" y="60602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3" name="Google Shape;723;p23"/>
                <p:cNvSpPr/>
                <p:nvPr/>
              </p:nvSpPr>
              <p:spPr>
                <a:xfrm>
                  <a:off x="-5425982" y="542300"/>
                  <a:ext cx="259560" cy="259200"/>
                </a:xfrm>
                <a:custGeom>
                  <a:rect b="b" l="l" r="r" t="t"/>
                  <a:pathLst>
                    <a:path extrusionOk="0" h="720" w="721">
                      <a:moveTo>
                        <a:pt x="721" y="0"/>
                      </a:moveTo>
                      <a:lnTo>
                        <a:pt x="721" y="0"/>
                      </a:lnTo>
                      <a:cubicBezTo>
                        <a:pt x="326" y="0"/>
                        <a:pt x="0" y="320"/>
                        <a:pt x="0" y="720"/>
                      </a:cubicBezTo>
                      <a:lnTo>
                        <a:pt x="0" y="720"/>
                      </a:lnTo>
                      <a:cubicBezTo>
                        <a:pt x="0" y="320"/>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4" name="Google Shape;724;p23"/>
                <p:cNvSpPr/>
                <p:nvPr/>
              </p:nvSpPr>
              <p:spPr>
                <a:xfrm>
                  <a:off x="-5361903" y="60602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1"/>
                        <a:pt x="69" y="1046"/>
                        <a:pt x="24" y="997"/>
                      </a:cubicBezTo>
                      <a:moveTo>
                        <a:pt x="1016" y="0"/>
                      </a:moveTo>
                      <a:lnTo>
                        <a:pt x="1016" y="0"/>
                      </a:lnTo>
                      <a:cubicBezTo>
                        <a:pt x="996" y="20"/>
                        <a:pt x="996" y="20"/>
                        <a:pt x="996" y="20"/>
                      </a:cubicBezTo>
                      <a:cubicBezTo>
                        <a:pt x="1046" y="64"/>
                        <a:pt x="1090" y="119"/>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5" name="Google Shape;725;p23"/>
                <p:cNvSpPr/>
                <p:nvPr/>
              </p:nvSpPr>
              <p:spPr>
                <a:xfrm>
                  <a:off x="-7290782" y="1263380"/>
                  <a:ext cx="630360" cy="628920"/>
                </a:xfrm>
                <a:custGeom>
                  <a:rect b="b" l="l" r="r" t="t"/>
                  <a:pathLst>
                    <a:path extrusionOk="0" h="1747" w="1751">
                      <a:moveTo>
                        <a:pt x="1751" y="874"/>
                      </a:moveTo>
                      <a:lnTo>
                        <a:pt x="1751" y="874"/>
                      </a:lnTo>
                      <a:cubicBezTo>
                        <a:pt x="1751" y="1357"/>
                        <a:pt x="1356" y="1747"/>
                        <a:pt x="879" y="1747"/>
                      </a:cubicBezTo>
                      <a:cubicBezTo>
                        <a:pt x="395" y="1747"/>
                        <a:pt x="0" y="1357"/>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6" name="Google Shape;726;p23"/>
                <p:cNvSpPr/>
                <p:nvPr/>
              </p:nvSpPr>
              <p:spPr>
                <a:xfrm>
                  <a:off x="-7233902" y="1578020"/>
                  <a:ext cx="518400" cy="292680"/>
                </a:xfrm>
                <a:custGeom>
                  <a:rect b="b" l="l" r="r" t="t"/>
                  <a:pathLst>
                    <a:path extrusionOk="0" h="813" w="1440">
                      <a:moveTo>
                        <a:pt x="1440" y="0"/>
                      </a:moveTo>
                      <a:lnTo>
                        <a:pt x="1440" y="0"/>
                      </a:lnTo>
                      <a:cubicBezTo>
                        <a:pt x="1440" y="399"/>
                        <a:pt x="1115" y="720"/>
                        <a:pt x="721" y="720"/>
                      </a:cubicBezTo>
                      <a:lnTo>
                        <a:pt x="721" y="720"/>
                      </a:lnTo>
                      <a:lnTo>
                        <a:pt x="721" y="720"/>
                      </a:lnTo>
                      <a:cubicBezTo>
                        <a:pt x="331" y="720"/>
                        <a:pt x="15" y="414"/>
                        <a:pt x="0" y="29"/>
                      </a:cubicBezTo>
                      <a:cubicBezTo>
                        <a:pt x="10" y="419"/>
                        <a:pt x="311"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7" name="Google Shape;727;p23"/>
                <p:cNvSpPr/>
                <p:nvPr/>
              </p:nvSpPr>
              <p:spPr>
                <a:xfrm>
                  <a:off x="-7233902" y="1318460"/>
                  <a:ext cx="518400" cy="518760"/>
                </a:xfrm>
                <a:custGeom>
                  <a:rect b="b" l="l" r="r" t="t"/>
                  <a:pathLst>
                    <a:path extrusionOk="0" h="1441" w="1440">
                      <a:moveTo>
                        <a:pt x="1440" y="721"/>
                      </a:moveTo>
                      <a:lnTo>
                        <a:pt x="1440" y="721"/>
                      </a:lnTo>
                      <a:cubicBezTo>
                        <a:pt x="1440" y="1120"/>
                        <a:pt x="1115" y="1441"/>
                        <a:pt x="721" y="1441"/>
                      </a:cubicBezTo>
                      <a:cubicBezTo>
                        <a:pt x="321" y="1441"/>
                        <a:pt x="0" y="1120"/>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8" name="Google Shape;728;p23"/>
                <p:cNvSpPr/>
                <p:nvPr/>
              </p:nvSpPr>
              <p:spPr>
                <a:xfrm>
                  <a:off x="-7169823" y="1382540"/>
                  <a:ext cx="413280" cy="413640"/>
                </a:xfrm>
                <a:custGeom>
                  <a:rect b="b" l="l" r="r" t="t"/>
                  <a:pathLst>
                    <a:path extrusionOk="0" h="1149" w="1148">
                      <a:moveTo>
                        <a:pt x="1015" y="0"/>
                      </a:moveTo>
                      <a:lnTo>
                        <a:pt x="1015" y="0"/>
                      </a:lnTo>
                      <a:cubicBezTo>
                        <a:pt x="0" y="1016"/>
                        <a:pt x="0" y="1016"/>
                        <a:pt x="0" y="1016"/>
                      </a:cubicBezTo>
                      <a:cubicBezTo>
                        <a:pt x="44" y="1070"/>
                        <a:pt x="94" y="1115"/>
                        <a:pt x="153" y="1149"/>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29" name="Google Shape;729;p23"/>
                <p:cNvSpPr/>
                <p:nvPr/>
              </p:nvSpPr>
              <p:spPr>
                <a:xfrm>
                  <a:off x="-7235702" y="1318460"/>
                  <a:ext cx="261360" cy="270000"/>
                </a:xfrm>
                <a:custGeom>
                  <a:rect b="b" l="l" r="r" t="t"/>
                  <a:pathLst>
                    <a:path extrusionOk="0" h="750" w="726">
                      <a:moveTo>
                        <a:pt x="726" y="0"/>
                      </a:moveTo>
                      <a:lnTo>
                        <a:pt x="726" y="0"/>
                      </a:lnTo>
                      <a:cubicBezTo>
                        <a:pt x="326" y="0"/>
                        <a:pt x="0" y="321"/>
                        <a:pt x="0" y="721"/>
                      </a:cubicBezTo>
                      <a:cubicBezTo>
                        <a:pt x="0" y="730"/>
                        <a:pt x="5" y="740"/>
                        <a:pt x="5" y="750"/>
                      </a:cubicBezTo>
                      <a:cubicBezTo>
                        <a:pt x="5" y="740"/>
                        <a:pt x="5" y="730"/>
                        <a:pt x="5" y="721"/>
                      </a:cubicBezTo>
                      <a:lnTo>
                        <a:pt x="5" y="721"/>
                      </a:lnTo>
                      <a:lnTo>
                        <a:pt x="5" y="721"/>
                      </a:lnTo>
                      <a:cubicBezTo>
                        <a:pt x="5" y="321"/>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0" name="Google Shape;730;p23"/>
                <p:cNvSpPr/>
                <p:nvPr/>
              </p:nvSpPr>
              <p:spPr>
                <a:xfrm>
                  <a:off x="-7169823" y="1382540"/>
                  <a:ext cx="413280" cy="413640"/>
                </a:xfrm>
                <a:custGeom>
                  <a:rect b="b" l="l" r="r" t="t"/>
                  <a:pathLst>
                    <a:path extrusionOk="0" h="1149" w="1148">
                      <a:moveTo>
                        <a:pt x="19" y="996"/>
                      </a:moveTo>
                      <a:lnTo>
                        <a:pt x="19" y="996"/>
                      </a:lnTo>
                      <a:cubicBezTo>
                        <a:pt x="0" y="1016"/>
                        <a:pt x="0" y="1016"/>
                        <a:pt x="0" y="1016"/>
                      </a:cubicBezTo>
                      <a:cubicBezTo>
                        <a:pt x="44" y="1070"/>
                        <a:pt x="94" y="1115"/>
                        <a:pt x="153" y="1149"/>
                      </a:cubicBezTo>
                      <a:cubicBezTo>
                        <a:pt x="172" y="1129"/>
                        <a:pt x="172" y="1129"/>
                        <a:pt x="172" y="1129"/>
                      </a:cubicBezTo>
                      <a:cubicBezTo>
                        <a:pt x="118" y="1090"/>
                        <a:pt x="64" y="1046"/>
                        <a:pt x="19" y="996"/>
                      </a:cubicBezTo>
                      <a:moveTo>
                        <a:pt x="1015" y="0"/>
                      </a:moveTo>
                      <a:lnTo>
                        <a:pt x="1015" y="0"/>
                      </a:lnTo>
                      <a:cubicBezTo>
                        <a:pt x="991" y="19"/>
                        <a:pt x="991" y="19"/>
                        <a:pt x="991" y="19"/>
                      </a:cubicBezTo>
                      <a:cubicBezTo>
                        <a:pt x="1045" y="64"/>
                        <a:pt x="1089" y="118"/>
                        <a:pt x="1124" y="177"/>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1" name="Google Shape;731;p23"/>
                <p:cNvSpPr/>
                <p:nvPr/>
              </p:nvSpPr>
              <p:spPr>
                <a:xfrm>
                  <a:off x="-6385022" y="1263380"/>
                  <a:ext cx="628560" cy="628920"/>
                </a:xfrm>
                <a:custGeom>
                  <a:rect b="b" l="l" r="r" t="t"/>
                  <a:pathLst>
                    <a:path extrusionOk="0" h="1747" w="1746">
                      <a:moveTo>
                        <a:pt x="1746" y="874"/>
                      </a:moveTo>
                      <a:lnTo>
                        <a:pt x="1746" y="874"/>
                      </a:lnTo>
                      <a:cubicBezTo>
                        <a:pt x="1746" y="1357"/>
                        <a:pt x="1356" y="1747"/>
                        <a:pt x="873" y="1747"/>
                      </a:cubicBezTo>
                      <a:cubicBezTo>
                        <a:pt x="389" y="1747"/>
                        <a:pt x="0" y="1357"/>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2" name="Google Shape;732;p23"/>
                <p:cNvSpPr/>
                <p:nvPr/>
              </p:nvSpPr>
              <p:spPr>
                <a:xfrm>
                  <a:off x="-6329942" y="1578020"/>
                  <a:ext cx="518400" cy="292680"/>
                </a:xfrm>
                <a:custGeom>
                  <a:rect b="b" l="l" r="r" t="t"/>
                  <a:pathLst>
                    <a:path extrusionOk="0" h="813" w="1440">
                      <a:moveTo>
                        <a:pt x="1440" y="0"/>
                      </a:moveTo>
                      <a:lnTo>
                        <a:pt x="1440" y="0"/>
                      </a:lnTo>
                      <a:cubicBezTo>
                        <a:pt x="1440" y="399"/>
                        <a:pt x="1119" y="720"/>
                        <a:pt x="720" y="720"/>
                      </a:cubicBezTo>
                      <a:lnTo>
                        <a:pt x="720" y="720"/>
                      </a:lnTo>
                      <a:cubicBezTo>
                        <a:pt x="325" y="720"/>
                        <a:pt x="4" y="404"/>
                        <a:pt x="0" y="9"/>
                      </a:cubicBezTo>
                      <a:cubicBezTo>
                        <a:pt x="0" y="9"/>
                        <a:pt x="0" y="4"/>
                        <a:pt x="0" y="0"/>
                      </a:cubicBezTo>
                      <a:lnTo>
                        <a:pt x="0" y="0"/>
                      </a:lnTo>
                      <a:cubicBezTo>
                        <a:pt x="0" y="399"/>
                        <a:pt x="300"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3" name="Google Shape;733;p23"/>
                <p:cNvSpPr/>
                <p:nvPr/>
              </p:nvSpPr>
              <p:spPr>
                <a:xfrm>
                  <a:off x="-6329942" y="1318460"/>
                  <a:ext cx="518400" cy="518760"/>
                </a:xfrm>
                <a:custGeom>
                  <a:rect b="b" l="l" r="r" t="t"/>
                  <a:pathLst>
                    <a:path extrusionOk="0" h="1441" w="1440">
                      <a:moveTo>
                        <a:pt x="1440" y="721"/>
                      </a:moveTo>
                      <a:lnTo>
                        <a:pt x="1440" y="721"/>
                      </a:lnTo>
                      <a:cubicBezTo>
                        <a:pt x="1440" y="1120"/>
                        <a:pt x="1119" y="1441"/>
                        <a:pt x="720" y="1441"/>
                      </a:cubicBezTo>
                      <a:cubicBezTo>
                        <a:pt x="320" y="1441"/>
                        <a:pt x="0" y="1120"/>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4" name="Google Shape;734;p23"/>
                <p:cNvSpPr/>
                <p:nvPr/>
              </p:nvSpPr>
              <p:spPr>
                <a:xfrm>
                  <a:off x="-6266222" y="1382540"/>
                  <a:ext cx="414000" cy="413640"/>
                </a:xfrm>
                <a:custGeom>
                  <a:rect b="b" l="l" r="r" t="t"/>
                  <a:pathLst>
                    <a:path extrusionOk="0" h="1149" w="1150">
                      <a:moveTo>
                        <a:pt x="1017" y="0"/>
                      </a:moveTo>
                      <a:lnTo>
                        <a:pt x="1017" y="0"/>
                      </a:lnTo>
                      <a:cubicBezTo>
                        <a:pt x="0" y="1016"/>
                        <a:pt x="0" y="1016"/>
                        <a:pt x="0" y="1016"/>
                      </a:cubicBezTo>
                      <a:cubicBezTo>
                        <a:pt x="45" y="1070"/>
                        <a:pt x="99" y="1115"/>
                        <a:pt x="153" y="1149"/>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5" name="Google Shape;735;p23"/>
                <p:cNvSpPr/>
                <p:nvPr/>
              </p:nvSpPr>
              <p:spPr>
                <a:xfrm>
                  <a:off x="-6329942" y="1318460"/>
                  <a:ext cx="518400" cy="259560"/>
                </a:xfrm>
                <a:custGeom>
                  <a:rect b="b" l="l" r="r" t="t"/>
                  <a:pathLst>
                    <a:path extrusionOk="0" h="721" w="1440">
                      <a:moveTo>
                        <a:pt x="720" y="0"/>
                      </a:moveTo>
                      <a:lnTo>
                        <a:pt x="720" y="0"/>
                      </a:lnTo>
                      <a:cubicBezTo>
                        <a:pt x="320" y="0"/>
                        <a:pt x="0" y="321"/>
                        <a:pt x="0" y="721"/>
                      </a:cubicBezTo>
                      <a:lnTo>
                        <a:pt x="0" y="721"/>
                      </a:lnTo>
                      <a:cubicBezTo>
                        <a:pt x="0" y="321"/>
                        <a:pt x="320" y="0"/>
                        <a:pt x="720" y="0"/>
                      </a:cubicBezTo>
                      <a:cubicBezTo>
                        <a:pt x="1119" y="0"/>
                        <a:pt x="1440" y="321"/>
                        <a:pt x="1440" y="721"/>
                      </a:cubicBezTo>
                      <a:lnTo>
                        <a:pt x="1440" y="721"/>
                      </a:lnTo>
                      <a:cubicBezTo>
                        <a:pt x="1440" y="321"/>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6" name="Google Shape;736;p23"/>
                <p:cNvSpPr/>
                <p:nvPr/>
              </p:nvSpPr>
              <p:spPr>
                <a:xfrm>
                  <a:off x="-6266222" y="1382540"/>
                  <a:ext cx="414000" cy="413640"/>
                </a:xfrm>
                <a:custGeom>
                  <a:rect b="b" l="l" r="r" t="t"/>
                  <a:pathLst>
                    <a:path extrusionOk="0" h="1149" w="1150">
                      <a:moveTo>
                        <a:pt x="20" y="996"/>
                      </a:moveTo>
                      <a:lnTo>
                        <a:pt x="20" y="996"/>
                      </a:lnTo>
                      <a:cubicBezTo>
                        <a:pt x="0" y="1016"/>
                        <a:pt x="0" y="1016"/>
                        <a:pt x="0" y="1016"/>
                      </a:cubicBezTo>
                      <a:cubicBezTo>
                        <a:pt x="45" y="1070"/>
                        <a:pt x="99" y="1115"/>
                        <a:pt x="153" y="1149"/>
                      </a:cubicBezTo>
                      <a:cubicBezTo>
                        <a:pt x="173" y="1129"/>
                        <a:pt x="173" y="1129"/>
                        <a:pt x="173" y="1129"/>
                      </a:cubicBezTo>
                      <a:cubicBezTo>
                        <a:pt x="119" y="1090"/>
                        <a:pt x="64" y="1046"/>
                        <a:pt x="20" y="996"/>
                      </a:cubicBezTo>
                      <a:moveTo>
                        <a:pt x="1017" y="0"/>
                      </a:moveTo>
                      <a:lnTo>
                        <a:pt x="1017" y="0"/>
                      </a:lnTo>
                      <a:cubicBezTo>
                        <a:pt x="997" y="19"/>
                        <a:pt x="997" y="19"/>
                        <a:pt x="997" y="19"/>
                      </a:cubicBezTo>
                      <a:cubicBezTo>
                        <a:pt x="1046" y="64"/>
                        <a:pt x="1091" y="118"/>
                        <a:pt x="1125" y="177"/>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7" name="Google Shape;737;p23"/>
                <p:cNvSpPr/>
                <p:nvPr/>
              </p:nvSpPr>
              <p:spPr>
                <a:xfrm>
                  <a:off x="-5481062" y="1263380"/>
                  <a:ext cx="628920" cy="628920"/>
                </a:xfrm>
                <a:custGeom>
                  <a:rect b="b" l="l" r="r" t="t"/>
                  <a:pathLst>
                    <a:path extrusionOk="0" h="1747" w="1747">
                      <a:moveTo>
                        <a:pt x="1747" y="874"/>
                      </a:moveTo>
                      <a:lnTo>
                        <a:pt x="1747" y="874"/>
                      </a:lnTo>
                      <a:cubicBezTo>
                        <a:pt x="1747" y="1357"/>
                        <a:pt x="1357" y="1747"/>
                        <a:pt x="874" y="1747"/>
                      </a:cubicBezTo>
                      <a:cubicBezTo>
                        <a:pt x="390" y="1747"/>
                        <a:pt x="0" y="1357"/>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8" name="Google Shape;738;p23"/>
                <p:cNvSpPr/>
                <p:nvPr/>
              </p:nvSpPr>
              <p:spPr>
                <a:xfrm>
                  <a:off x="-5425982" y="1578020"/>
                  <a:ext cx="518760" cy="292680"/>
                </a:xfrm>
                <a:custGeom>
                  <a:rect b="b" l="l" r="r" t="t"/>
                  <a:pathLst>
                    <a:path extrusionOk="0" h="813" w="1441">
                      <a:moveTo>
                        <a:pt x="1441" y="0"/>
                      </a:moveTo>
                      <a:lnTo>
                        <a:pt x="1441" y="0"/>
                      </a:lnTo>
                      <a:cubicBezTo>
                        <a:pt x="1441" y="399"/>
                        <a:pt x="1120" y="720"/>
                        <a:pt x="721" y="720"/>
                      </a:cubicBezTo>
                      <a:lnTo>
                        <a:pt x="721" y="720"/>
                      </a:lnTo>
                      <a:lnTo>
                        <a:pt x="721" y="720"/>
                      </a:lnTo>
                      <a:cubicBezTo>
                        <a:pt x="360" y="720"/>
                        <a:pt x="64" y="458"/>
                        <a:pt x="10" y="113"/>
                      </a:cubicBezTo>
                      <a:cubicBezTo>
                        <a:pt x="5" y="78"/>
                        <a:pt x="0" y="39"/>
                        <a:pt x="0" y="0"/>
                      </a:cubicBezTo>
                      <a:lnTo>
                        <a:pt x="0" y="0"/>
                      </a:lnTo>
                      <a:cubicBezTo>
                        <a:pt x="0" y="399"/>
                        <a:pt x="306" y="813"/>
                        <a:pt x="735" y="813"/>
                      </a:cubicBezTo>
                      <a:cubicBezTo>
                        <a:pt x="1170" y="813"/>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39" name="Google Shape;739;p23"/>
                <p:cNvSpPr/>
                <p:nvPr/>
              </p:nvSpPr>
              <p:spPr>
                <a:xfrm>
                  <a:off x="-5425982" y="1318460"/>
                  <a:ext cx="518760" cy="518760"/>
                </a:xfrm>
                <a:custGeom>
                  <a:rect b="b" l="l" r="r" t="t"/>
                  <a:pathLst>
                    <a:path extrusionOk="0" h="1441" w="1441">
                      <a:moveTo>
                        <a:pt x="1441" y="721"/>
                      </a:moveTo>
                      <a:lnTo>
                        <a:pt x="1441" y="721"/>
                      </a:lnTo>
                      <a:cubicBezTo>
                        <a:pt x="1441" y="1120"/>
                        <a:pt x="1120" y="1441"/>
                        <a:pt x="721" y="1441"/>
                      </a:cubicBezTo>
                      <a:cubicBezTo>
                        <a:pt x="326" y="1441"/>
                        <a:pt x="0" y="1120"/>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0" name="Google Shape;740;p23"/>
                <p:cNvSpPr/>
                <p:nvPr/>
              </p:nvSpPr>
              <p:spPr>
                <a:xfrm>
                  <a:off x="-5361903" y="1382540"/>
                  <a:ext cx="413640" cy="413640"/>
                </a:xfrm>
                <a:custGeom>
                  <a:rect b="b" l="l" r="r" t="t"/>
                  <a:pathLst>
                    <a:path extrusionOk="0" h="1149" w="1149">
                      <a:moveTo>
                        <a:pt x="1016" y="0"/>
                      </a:moveTo>
                      <a:lnTo>
                        <a:pt x="1016" y="0"/>
                      </a:lnTo>
                      <a:cubicBezTo>
                        <a:pt x="0" y="1016"/>
                        <a:pt x="0" y="1016"/>
                        <a:pt x="0" y="1016"/>
                      </a:cubicBezTo>
                      <a:cubicBezTo>
                        <a:pt x="44" y="1070"/>
                        <a:pt x="98" y="1115"/>
                        <a:pt x="153" y="1149"/>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1" name="Google Shape;741;p23"/>
                <p:cNvSpPr/>
                <p:nvPr/>
              </p:nvSpPr>
              <p:spPr>
                <a:xfrm>
                  <a:off x="-5425982" y="1318460"/>
                  <a:ext cx="259560" cy="259560"/>
                </a:xfrm>
                <a:custGeom>
                  <a:rect b="b" l="l" r="r" t="t"/>
                  <a:pathLst>
                    <a:path extrusionOk="0" h="721" w="721">
                      <a:moveTo>
                        <a:pt x="721" y="0"/>
                      </a:moveTo>
                      <a:lnTo>
                        <a:pt x="721" y="0"/>
                      </a:lnTo>
                      <a:cubicBezTo>
                        <a:pt x="326" y="0"/>
                        <a:pt x="0" y="321"/>
                        <a:pt x="0" y="721"/>
                      </a:cubicBezTo>
                      <a:lnTo>
                        <a:pt x="0" y="721"/>
                      </a:lnTo>
                      <a:cubicBezTo>
                        <a:pt x="0" y="321"/>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2" name="Google Shape;742;p23"/>
                <p:cNvSpPr/>
                <p:nvPr/>
              </p:nvSpPr>
              <p:spPr>
                <a:xfrm>
                  <a:off x="-5361903" y="1382540"/>
                  <a:ext cx="413640" cy="413640"/>
                </a:xfrm>
                <a:custGeom>
                  <a:rect b="b" l="l" r="r" t="t"/>
                  <a:pathLst>
                    <a:path extrusionOk="0" h="1149" w="1149">
                      <a:moveTo>
                        <a:pt x="24" y="996"/>
                      </a:moveTo>
                      <a:lnTo>
                        <a:pt x="24" y="996"/>
                      </a:lnTo>
                      <a:cubicBezTo>
                        <a:pt x="0" y="1016"/>
                        <a:pt x="0" y="1016"/>
                        <a:pt x="0" y="1016"/>
                      </a:cubicBezTo>
                      <a:cubicBezTo>
                        <a:pt x="44" y="1070"/>
                        <a:pt x="98" y="1115"/>
                        <a:pt x="153" y="1149"/>
                      </a:cubicBezTo>
                      <a:cubicBezTo>
                        <a:pt x="177" y="1129"/>
                        <a:pt x="177" y="1129"/>
                        <a:pt x="177" y="1129"/>
                      </a:cubicBezTo>
                      <a:cubicBezTo>
                        <a:pt x="118" y="1090"/>
                        <a:pt x="69" y="1046"/>
                        <a:pt x="24" y="996"/>
                      </a:cubicBezTo>
                      <a:moveTo>
                        <a:pt x="1016" y="0"/>
                      </a:moveTo>
                      <a:lnTo>
                        <a:pt x="1016" y="0"/>
                      </a:lnTo>
                      <a:cubicBezTo>
                        <a:pt x="996" y="19"/>
                        <a:pt x="996" y="19"/>
                        <a:pt x="996" y="19"/>
                      </a:cubicBezTo>
                      <a:cubicBezTo>
                        <a:pt x="1046" y="64"/>
                        <a:pt x="1090" y="118"/>
                        <a:pt x="1130" y="177"/>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3" name="Google Shape;743;p23"/>
                <p:cNvSpPr/>
                <p:nvPr/>
              </p:nvSpPr>
              <p:spPr>
                <a:xfrm>
                  <a:off x="-7290782" y="2039540"/>
                  <a:ext cx="630360" cy="630360"/>
                </a:xfrm>
                <a:custGeom>
                  <a:rect b="b" l="l" r="r" t="t"/>
                  <a:pathLst>
                    <a:path extrusionOk="0" h="1751" w="1751">
                      <a:moveTo>
                        <a:pt x="1751" y="873"/>
                      </a:moveTo>
                      <a:lnTo>
                        <a:pt x="1751" y="873"/>
                      </a:lnTo>
                      <a:cubicBezTo>
                        <a:pt x="1751" y="1356"/>
                        <a:pt x="1356" y="1751"/>
                        <a:pt x="879" y="1751"/>
                      </a:cubicBezTo>
                      <a:cubicBezTo>
                        <a:pt x="395" y="1751"/>
                        <a:pt x="0" y="1356"/>
                        <a:pt x="0" y="873"/>
                      </a:cubicBezTo>
                      <a:cubicBezTo>
                        <a:pt x="0" y="394"/>
                        <a:pt x="395" y="0"/>
                        <a:pt x="879" y="0"/>
                      </a:cubicBezTo>
                      <a:cubicBezTo>
                        <a:pt x="1356" y="0"/>
                        <a:pt x="1751" y="394"/>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4" name="Google Shape;744;p23"/>
                <p:cNvSpPr/>
                <p:nvPr/>
              </p:nvSpPr>
              <p:spPr>
                <a:xfrm>
                  <a:off x="-7233902" y="2353820"/>
                  <a:ext cx="518400" cy="294840"/>
                </a:xfrm>
                <a:custGeom>
                  <a:rect b="b" l="l" r="r" t="t"/>
                  <a:pathLst>
                    <a:path extrusionOk="0" h="819" w="1440">
                      <a:moveTo>
                        <a:pt x="1440" y="0"/>
                      </a:moveTo>
                      <a:lnTo>
                        <a:pt x="1440" y="0"/>
                      </a:lnTo>
                      <a:cubicBezTo>
                        <a:pt x="1440" y="399"/>
                        <a:pt x="1115" y="725"/>
                        <a:pt x="721" y="725"/>
                      </a:cubicBezTo>
                      <a:lnTo>
                        <a:pt x="721" y="725"/>
                      </a:lnTo>
                      <a:lnTo>
                        <a:pt x="721" y="725"/>
                      </a:lnTo>
                      <a:cubicBezTo>
                        <a:pt x="331" y="725"/>
                        <a:pt x="15" y="414"/>
                        <a:pt x="0" y="29"/>
                      </a:cubicBezTo>
                      <a:cubicBezTo>
                        <a:pt x="10" y="419"/>
                        <a:pt x="311"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5" name="Google Shape;745;p23"/>
                <p:cNvSpPr/>
                <p:nvPr/>
              </p:nvSpPr>
              <p:spPr>
                <a:xfrm>
                  <a:off x="-7233902" y="2094260"/>
                  <a:ext cx="518400" cy="520560"/>
                </a:xfrm>
                <a:custGeom>
                  <a:rect b="b" l="l" r="r" t="t"/>
                  <a:pathLst>
                    <a:path extrusionOk="0" h="1446" w="1440">
                      <a:moveTo>
                        <a:pt x="1440" y="721"/>
                      </a:moveTo>
                      <a:lnTo>
                        <a:pt x="1440" y="721"/>
                      </a:lnTo>
                      <a:cubicBezTo>
                        <a:pt x="1440" y="1120"/>
                        <a:pt x="1115" y="1446"/>
                        <a:pt x="721" y="1446"/>
                      </a:cubicBezTo>
                      <a:cubicBezTo>
                        <a:pt x="321" y="1446"/>
                        <a:pt x="0" y="1120"/>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6" name="Google Shape;746;p23"/>
                <p:cNvSpPr/>
                <p:nvPr/>
              </p:nvSpPr>
              <p:spPr>
                <a:xfrm>
                  <a:off x="-7169823" y="2160140"/>
                  <a:ext cx="413280" cy="412200"/>
                </a:xfrm>
                <a:custGeom>
                  <a:rect b="b" l="l" r="r" t="t"/>
                  <a:pathLst>
                    <a:path extrusionOk="0" h="1145" w="1148">
                      <a:moveTo>
                        <a:pt x="1015" y="0"/>
                      </a:moveTo>
                      <a:lnTo>
                        <a:pt x="1015" y="0"/>
                      </a:lnTo>
                      <a:cubicBezTo>
                        <a:pt x="0" y="1016"/>
                        <a:pt x="0" y="1016"/>
                        <a:pt x="0" y="1016"/>
                      </a:cubicBezTo>
                      <a:cubicBezTo>
                        <a:pt x="44" y="1066"/>
                        <a:pt x="94" y="1110"/>
                        <a:pt x="153" y="1145"/>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7" name="Google Shape;747;p23"/>
                <p:cNvSpPr/>
                <p:nvPr/>
              </p:nvSpPr>
              <p:spPr>
                <a:xfrm>
                  <a:off x="-7235702" y="2094260"/>
                  <a:ext cx="261360" cy="270000"/>
                </a:xfrm>
                <a:custGeom>
                  <a:rect b="b" l="l" r="r" t="t"/>
                  <a:pathLst>
                    <a:path extrusionOk="0" h="750" w="726">
                      <a:moveTo>
                        <a:pt x="726" y="0"/>
                      </a:moveTo>
                      <a:lnTo>
                        <a:pt x="726" y="0"/>
                      </a:lnTo>
                      <a:cubicBezTo>
                        <a:pt x="326" y="0"/>
                        <a:pt x="0" y="326"/>
                        <a:pt x="0" y="721"/>
                      </a:cubicBezTo>
                      <a:cubicBezTo>
                        <a:pt x="0" y="730"/>
                        <a:pt x="5" y="740"/>
                        <a:pt x="5" y="750"/>
                      </a:cubicBezTo>
                      <a:cubicBezTo>
                        <a:pt x="5" y="740"/>
                        <a:pt x="5" y="730"/>
                        <a:pt x="5" y="721"/>
                      </a:cubicBezTo>
                      <a:lnTo>
                        <a:pt x="5" y="721"/>
                      </a:lnTo>
                      <a:lnTo>
                        <a:pt x="5" y="721"/>
                      </a:lnTo>
                      <a:cubicBezTo>
                        <a:pt x="5" y="326"/>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8" name="Google Shape;748;p23"/>
                <p:cNvSpPr/>
                <p:nvPr/>
              </p:nvSpPr>
              <p:spPr>
                <a:xfrm>
                  <a:off x="-7233902" y="2353820"/>
                  <a:ext cx="259560" cy="261000"/>
                </a:xfrm>
                <a:custGeom>
                  <a:rect b="b" l="l" r="r" t="t"/>
                  <a:pathLst>
                    <a:path extrusionOk="0" h="725" w="721">
                      <a:moveTo>
                        <a:pt x="0" y="0"/>
                      </a:moveTo>
                      <a:lnTo>
                        <a:pt x="0" y="0"/>
                      </a:lnTo>
                      <a:lnTo>
                        <a:pt x="0" y="0"/>
                      </a:lnTo>
                      <a:cubicBezTo>
                        <a:pt x="0" y="9"/>
                        <a:pt x="0" y="19"/>
                        <a:pt x="0" y="29"/>
                      </a:cubicBezTo>
                      <a:cubicBezTo>
                        <a:pt x="15" y="414"/>
                        <a:pt x="331" y="725"/>
                        <a:pt x="721" y="725"/>
                      </a:cubicBezTo>
                      <a:lnTo>
                        <a:pt x="721" y="725"/>
                      </a:lnTo>
                      <a:cubicBezTo>
                        <a:pt x="321" y="725"/>
                        <a:pt x="0" y="39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49" name="Google Shape;749;p23"/>
                <p:cNvSpPr/>
                <p:nvPr/>
              </p:nvSpPr>
              <p:spPr>
                <a:xfrm>
                  <a:off x="-7169823" y="2160140"/>
                  <a:ext cx="413280" cy="412200"/>
                </a:xfrm>
                <a:custGeom>
                  <a:rect b="b" l="l" r="r" t="t"/>
                  <a:pathLst>
                    <a:path extrusionOk="0" h="1145" w="1148">
                      <a:moveTo>
                        <a:pt x="19" y="992"/>
                      </a:moveTo>
                      <a:lnTo>
                        <a:pt x="19" y="992"/>
                      </a:lnTo>
                      <a:cubicBezTo>
                        <a:pt x="0" y="1016"/>
                        <a:pt x="0" y="1016"/>
                        <a:pt x="0" y="1016"/>
                      </a:cubicBezTo>
                      <a:cubicBezTo>
                        <a:pt x="44" y="1066"/>
                        <a:pt x="94" y="1110"/>
                        <a:pt x="153" y="1145"/>
                      </a:cubicBezTo>
                      <a:cubicBezTo>
                        <a:pt x="172" y="1125"/>
                        <a:pt x="172" y="1125"/>
                        <a:pt x="172" y="1125"/>
                      </a:cubicBezTo>
                      <a:cubicBezTo>
                        <a:pt x="118" y="1090"/>
                        <a:pt x="64" y="1046"/>
                        <a:pt x="19" y="992"/>
                      </a:cubicBezTo>
                      <a:moveTo>
                        <a:pt x="1015" y="0"/>
                      </a:moveTo>
                      <a:lnTo>
                        <a:pt x="1015" y="0"/>
                      </a:lnTo>
                      <a:cubicBezTo>
                        <a:pt x="991" y="20"/>
                        <a:pt x="991" y="20"/>
                        <a:pt x="991" y="20"/>
                      </a:cubicBezTo>
                      <a:cubicBezTo>
                        <a:pt x="1045" y="64"/>
                        <a:pt x="1089" y="113"/>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0" name="Google Shape;750;p23"/>
                <p:cNvSpPr/>
                <p:nvPr/>
              </p:nvSpPr>
              <p:spPr>
                <a:xfrm>
                  <a:off x="-6385022" y="2039540"/>
                  <a:ext cx="628560" cy="630360"/>
                </a:xfrm>
                <a:custGeom>
                  <a:rect b="b" l="l" r="r" t="t"/>
                  <a:pathLst>
                    <a:path extrusionOk="0" h="1751" w="1746">
                      <a:moveTo>
                        <a:pt x="1746" y="873"/>
                      </a:moveTo>
                      <a:lnTo>
                        <a:pt x="1746" y="873"/>
                      </a:lnTo>
                      <a:cubicBezTo>
                        <a:pt x="1746" y="1356"/>
                        <a:pt x="1356" y="1751"/>
                        <a:pt x="873" y="1751"/>
                      </a:cubicBezTo>
                      <a:cubicBezTo>
                        <a:pt x="389" y="1751"/>
                        <a:pt x="0" y="1356"/>
                        <a:pt x="0" y="873"/>
                      </a:cubicBezTo>
                      <a:cubicBezTo>
                        <a:pt x="0" y="394"/>
                        <a:pt x="389" y="0"/>
                        <a:pt x="873" y="0"/>
                      </a:cubicBezTo>
                      <a:cubicBezTo>
                        <a:pt x="1356" y="0"/>
                        <a:pt x="1746" y="394"/>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1" name="Google Shape;751;p23"/>
                <p:cNvSpPr/>
                <p:nvPr/>
              </p:nvSpPr>
              <p:spPr>
                <a:xfrm>
                  <a:off x="-6329942" y="2353820"/>
                  <a:ext cx="518400" cy="294840"/>
                </a:xfrm>
                <a:custGeom>
                  <a:rect b="b" l="l" r="r" t="t"/>
                  <a:pathLst>
                    <a:path extrusionOk="0" h="819" w="1440">
                      <a:moveTo>
                        <a:pt x="1440" y="0"/>
                      </a:moveTo>
                      <a:lnTo>
                        <a:pt x="1440" y="0"/>
                      </a:lnTo>
                      <a:cubicBezTo>
                        <a:pt x="1440" y="399"/>
                        <a:pt x="1119" y="725"/>
                        <a:pt x="720" y="725"/>
                      </a:cubicBezTo>
                      <a:lnTo>
                        <a:pt x="720" y="725"/>
                      </a:lnTo>
                      <a:cubicBezTo>
                        <a:pt x="325" y="725"/>
                        <a:pt x="4" y="404"/>
                        <a:pt x="0" y="15"/>
                      </a:cubicBezTo>
                      <a:cubicBezTo>
                        <a:pt x="0" y="9"/>
                        <a:pt x="0" y="5"/>
                        <a:pt x="0" y="0"/>
                      </a:cubicBezTo>
                      <a:lnTo>
                        <a:pt x="0" y="0"/>
                      </a:lnTo>
                      <a:cubicBezTo>
                        <a:pt x="0" y="399"/>
                        <a:pt x="300"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2" name="Google Shape;752;p23"/>
                <p:cNvSpPr/>
                <p:nvPr/>
              </p:nvSpPr>
              <p:spPr>
                <a:xfrm>
                  <a:off x="-6329942" y="2094260"/>
                  <a:ext cx="518400" cy="520560"/>
                </a:xfrm>
                <a:custGeom>
                  <a:rect b="b" l="l" r="r" t="t"/>
                  <a:pathLst>
                    <a:path extrusionOk="0" h="1446" w="1440">
                      <a:moveTo>
                        <a:pt x="1440" y="721"/>
                      </a:moveTo>
                      <a:lnTo>
                        <a:pt x="1440" y="721"/>
                      </a:lnTo>
                      <a:cubicBezTo>
                        <a:pt x="1440" y="1120"/>
                        <a:pt x="1119" y="1446"/>
                        <a:pt x="720" y="1446"/>
                      </a:cubicBezTo>
                      <a:cubicBezTo>
                        <a:pt x="320" y="1446"/>
                        <a:pt x="0" y="1120"/>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3" name="Google Shape;753;p23"/>
                <p:cNvSpPr/>
                <p:nvPr/>
              </p:nvSpPr>
              <p:spPr>
                <a:xfrm>
                  <a:off x="-6266222" y="2160140"/>
                  <a:ext cx="414000" cy="412200"/>
                </a:xfrm>
                <a:custGeom>
                  <a:rect b="b" l="l" r="r" t="t"/>
                  <a:pathLst>
                    <a:path extrusionOk="0" h="1145" w="1150">
                      <a:moveTo>
                        <a:pt x="1017" y="0"/>
                      </a:moveTo>
                      <a:lnTo>
                        <a:pt x="1017" y="0"/>
                      </a:lnTo>
                      <a:cubicBezTo>
                        <a:pt x="0" y="1016"/>
                        <a:pt x="0" y="1016"/>
                        <a:pt x="0" y="1016"/>
                      </a:cubicBezTo>
                      <a:cubicBezTo>
                        <a:pt x="45" y="1066"/>
                        <a:pt x="99" y="1110"/>
                        <a:pt x="153" y="1145"/>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4" name="Google Shape;754;p23"/>
                <p:cNvSpPr/>
                <p:nvPr/>
              </p:nvSpPr>
              <p:spPr>
                <a:xfrm>
                  <a:off x="-6329942" y="2094260"/>
                  <a:ext cx="518400" cy="259560"/>
                </a:xfrm>
                <a:custGeom>
                  <a:rect b="b" l="l" r="r" t="t"/>
                  <a:pathLst>
                    <a:path extrusionOk="0" h="721" w="1440">
                      <a:moveTo>
                        <a:pt x="720" y="0"/>
                      </a:moveTo>
                      <a:lnTo>
                        <a:pt x="720" y="0"/>
                      </a:lnTo>
                      <a:cubicBezTo>
                        <a:pt x="320" y="0"/>
                        <a:pt x="0" y="326"/>
                        <a:pt x="0" y="721"/>
                      </a:cubicBezTo>
                      <a:lnTo>
                        <a:pt x="0" y="721"/>
                      </a:lnTo>
                      <a:cubicBezTo>
                        <a:pt x="0" y="326"/>
                        <a:pt x="320" y="0"/>
                        <a:pt x="720" y="0"/>
                      </a:cubicBezTo>
                      <a:cubicBezTo>
                        <a:pt x="1119" y="0"/>
                        <a:pt x="1440" y="326"/>
                        <a:pt x="1440" y="721"/>
                      </a:cubicBezTo>
                      <a:lnTo>
                        <a:pt x="1440" y="721"/>
                      </a:lnTo>
                      <a:cubicBezTo>
                        <a:pt x="1440" y="326"/>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5" name="Google Shape;755;p23"/>
                <p:cNvSpPr/>
                <p:nvPr/>
              </p:nvSpPr>
              <p:spPr>
                <a:xfrm>
                  <a:off x="-6329942" y="2359220"/>
                  <a:ext cx="259200" cy="255600"/>
                </a:xfrm>
                <a:custGeom>
                  <a:rect b="b" l="l" r="r" t="t"/>
                  <a:pathLst>
                    <a:path extrusionOk="0" h="710" w="720">
                      <a:moveTo>
                        <a:pt x="0" y="0"/>
                      </a:moveTo>
                      <a:lnTo>
                        <a:pt x="0" y="0"/>
                      </a:lnTo>
                      <a:cubicBezTo>
                        <a:pt x="4" y="389"/>
                        <a:pt x="325" y="710"/>
                        <a:pt x="720" y="710"/>
                      </a:cubicBezTo>
                      <a:cubicBezTo>
                        <a:pt x="325" y="710"/>
                        <a:pt x="4" y="38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6" name="Google Shape;756;p23"/>
                <p:cNvSpPr/>
                <p:nvPr/>
              </p:nvSpPr>
              <p:spPr>
                <a:xfrm>
                  <a:off x="-6266222" y="2160140"/>
                  <a:ext cx="414000" cy="412200"/>
                </a:xfrm>
                <a:custGeom>
                  <a:rect b="b" l="l" r="r" t="t"/>
                  <a:pathLst>
                    <a:path extrusionOk="0" h="1145" w="1150">
                      <a:moveTo>
                        <a:pt x="20" y="992"/>
                      </a:moveTo>
                      <a:lnTo>
                        <a:pt x="20" y="992"/>
                      </a:lnTo>
                      <a:cubicBezTo>
                        <a:pt x="0" y="1016"/>
                        <a:pt x="0" y="1016"/>
                        <a:pt x="0" y="1016"/>
                      </a:cubicBezTo>
                      <a:cubicBezTo>
                        <a:pt x="45" y="1066"/>
                        <a:pt x="99" y="1110"/>
                        <a:pt x="153" y="1145"/>
                      </a:cubicBezTo>
                      <a:cubicBezTo>
                        <a:pt x="173" y="1125"/>
                        <a:pt x="173" y="1125"/>
                        <a:pt x="173" y="1125"/>
                      </a:cubicBezTo>
                      <a:cubicBezTo>
                        <a:pt x="119" y="1090"/>
                        <a:pt x="64" y="1046"/>
                        <a:pt x="20" y="992"/>
                      </a:cubicBezTo>
                      <a:moveTo>
                        <a:pt x="1017" y="0"/>
                      </a:moveTo>
                      <a:lnTo>
                        <a:pt x="1017" y="0"/>
                      </a:lnTo>
                      <a:cubicBezTo>
                        <a:pt x="997" y="20"/>
                        <a:pt x="997" y="20"/>
                        <a:pt x="997" y="20"/>
                      </a:cubicBezTo>
                      <a:cubicBezTo>
                        <a:pt x="1046" y="64"/>
                        <a:pt x="1091" y="113"/>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7" name="Google Shape;757;p23"/>
                <p:cNvSpPr/>
                <p:nvPr/>
              </p:nvSpPr>
              <p:spPr>
                <a:xfrm>
                  <a:off x="-5481062" y="2039540"/>
                  <a:ext cx="628920" cy="630360"/>
                </a:xfrm>
                <a:custGeom>
                  <a:rect b="b" l="l" r="r" t="t"/>
                  <a:pathLst>
                    <a:path extrusionOk="0" h="1751" w="1747">
                      <a:moveTo>
                        <a:pt x="1747" y="873"/>
                      </a:moveTo>
                      <a:lnTo>
                        <a:pt x="1747" y="873"/>
                      </a:lnTo>
                      <a:cubicBezTo>
                        <a:pt x="1747" y="1356"/>
                        <a:pt x="1357" y="1751"/>
                        <a:pt x="874" y="1751"/>
                      </a:cubicBezTo>
                      <a:cubicBezTo>
                        <a:pt x="390" y="1751"/>
                        <a:pt x="0" y="1356"/>
                        <a:pt x="0" y="873"/>
                      </a:cubicBezTo>
                      <a:cubicBezTo>
                        <a:pt x="0" y="394"/>
                        <a:pt x="390" y="0"/>
                        <a:pt x="874" y="0"/>
                      </a:cubicBezTo>
                      <a:cubicBezTo>
                        <a:pt x="1357" y="0"/>
                        <a:pt x="1747" y="394"/>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8" name="Google Shape;758;p23"/>
                <p:cNvSpPr/>
                <p:nvPr/>
              </p:nvSpPr>
              <p:spPr>
                <a:xfrm>
                  <a:off x="-5425982" y="2353820"/>
                  <a:ext cx="518760" cy="294840"/>
                </a:xfrm>
                <a:custGeom>
                  <a:rect b="b" l="l" r="r" t="t"/>
                  <a:pathLst>
                    <a:path extrusionOk="0" h="819" w="1441">
                      <a:moveTo>
                        <a:pt x="1441" y="0"/>
                      </a:moveTo>
                      <a:lnTo>
                        <a:pt x="1441" y="0"/>
                      </a:lnTo>
                      <a:cubicBezTo>
                        <a:pt x="1441" y="399"/>
                        <a:pt x="1120" y="725"/>
                        <a:pt x="721" y="725"/>
                      </a:cubicBezTo>
                      <a:lnTo>
                        <a:pt x="721" y="725"/>
                      </a:lnTo>
                      <a:lnTo>
                        <a:pt x="721" y="725"/>
                      </a:lnTo>
                      <a:cubicBezTo>
                        <a:pt x="360" y="725"/>
                        <a:pt x="64" y="458"/>
                        <a:pt x="10" y="118"/>
                      </a:cubicBezTo>
                      <a:cubicBezTo>
                        <a:pt x="5" y="78"/>
                        <a:pt x="0" y="39"/>
                        <a:pt x="0" y="0"/>
                      </a:cubicBezTo>
                      <a:lnTo>
                        <a:pt x="0" y="0"/>
                      </a:lnTo>
                      <a:cubicBezTo>
                        <a:pt x="0" y="399"/>
                        <a:pt x="306" y="819"/>
                        <a:pt x="735" y="819"/>
                      </a:cubicBezTo>
                      <a:cubicBezTo>
                        <a:pt x="1170" y="819"/>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59" name="Google Shape;759;p23"/>
                <p:cNvSpPr/>
                <p:nvPr/>
              </p:nvSpPr>
              <p:spPr>
                <a:xfrm>
                  <a:off x="-5425982" y="2094260"/>
                  <a:ext cx="518760" cy="520560"/>
                </a:xfrm>
                <a:custGeom>
                  <a:rect b="b" l="l" r="r" t="t"/>
                  <a:pathLst>
                    <a:path extrusionOk="0" h="1446" w="1441">
                      <a:moveTo>
                        <a:pt x="1441" y="721"/>
                      </a:moveTo>
                      <a:lnTo>
                        <a:pt x="1441" y="721"/>
                      </a:lnTo>
                      <a:cubicBezTo>
                        <a:pt x="1441" y="1120"/>
                        <a:pt x="1120" y="1446"/>
                        <a:pt x="721" y="1446"/>
                      </a:cubicBezTo>
                      <a:cubicBezTo>
                        <a:pt x="326" y="1446"/>
                        <a:pt x="0" y="1120"/>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0" name="Google Shape;760;p23"/>
                <p:cNvSpPr/>
                <p:nvPr/>
              </p:nvSpPr>
              <p:spPr>
                <a:xfrm>
                  <a:off x="-5361903" y="2160140"/>
                  <a:ext cx="413640" cy="412200"/>
                </a:xfrm>
                <a:custGeom>
                  <a:rect b="b" l="l" r="r" t="t"/>
                  <a:pathLst>
                    <a:path extrusionOk="0" h="1145" w="1149">
                      <a:moveTo>
                        <a:pt x="1016" y="0"/>
                      </a:moveTo>
                      <a:lnTo>
                        <a:pt x="1016" y="0"/>
                      </a:lnTo>
                      <a:cubicBezTo>
                        <a:pt x="0" y="1016"/>
                        <a:pt x="0" y="1016"/>
                        <a:pt x="0" y="1016"/>
                      </a:cubicBezTo>
                      <a:cubicBezTo>
                        <a:pt x="44" y="1066"/>
                        <a:pt x="98" y="1110"/>
                        <a:pt x="153" y="1145"/>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1" name="Google Shape;761;p23"/>
                <p:cNvSpPr/>
                <p:nvPr/>
              </p:nvSpPr>
              <p:spPr>
                <a:xfrm>
                  <a:off x="-5425982" y="2094260"/>
                  <a:ext cx="259560" cy="259560"/>
                </a:xfrm>
                <a:custGeom>
                  <a:rect b="b" l="l" r="r" t="t"/>
                  <a:pathLst>
                    <a:path extrusionOk="0" h="721" w="721">
                      <a:moveTo>
                        <a:pt x="721" y="0"/>
                      </a:moveTo>
                      <a:lnTo>
                        <a:pt x="721" y="0"/>
                      </a:lnTo>
                      <a:cubicBezTo>
                        <a:pt x="326" y="0"/>
                        <a:pt x="0" y="326"/>
                        <a:pt x="0" y="721"/>
                      </a:cubicBezTo>
                      <a:lnTo>
                        <a:pt x="0" y="721"/>
                      </a:lnTo>
                      <a:cubicBezTo>
                        <a:pt x="0" y="326"/>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2" name="Google Shape;762;p23"/>
                <p:cNvSpPr/>
                <p:nvPr/>
              </p:nvSpPr>
              <p:spPr>
                <a:xfrm>
                  <a:off x="-5422382" y="2396300"/>
                  <a:ext cx="255960" cy="218520"/>
                </a:xfrm>
                <a:custGeom>
                  <a:rect b="b" l="l" r="r" t="t"/>
                  <a:pathLst>
                    <a:path extrusionOk="0" h="607" w="711">
                      <a:moveTo>
                        <a:pt x="0" y="0"/>
                      </a:moveTo>
                      <a:lnTo>
                        <a:pt x="0" y="0"/>
                      </a:lnTo>
                      <a:cubicBezTo>
                        <a:pt x="54" y="340"/>
                        <a:pt x="350" y="607"/>
                        <a:pt x="711" y="607"/>
                      </a:cubicBezTo>
                      <a:lnTo>
                        <a:pt x="711" y="607"/>
                      </a:lnTo>
                      <a:cubicBezTo>
                        <a:pt x="350" y="607"/>
                        <a:pt x="54" y="34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3" name="Google Shape;763;p23"/>
                <p:cNvSpPr/>
                <p:nvPr/>
              </p:nvSpPr>
              <p:spPr>
                <a:xfrm>
                  <a:off x="-5361903" y="2160140"/>
                  <a:ext cx="413640" cy="412200"/>
                </a:xfrm>
                <a:custGeom>
                  <a:rect b="b" l="l" r="r" t="t"/>
                  <a:pathLst>
                    <a:path extrusionOk="0" h="1145" w="1149">
                      <a:moveTo>
                        <a:pt x="24" y="992"/>
                      </a:moveTo>
                      <a:lnTo>
                        <a:pt x="24" y="992"/>
                      </a:lnTo>
                      <a:cubicBezTo>
                        <a:pt x="0" y="1016"/>
                        <a:pt x="0" y="1016"/>
                        <a:pt x="0" y="1016"/>
                      </a:cubicBezTo>
                      <a:cubicBezTo>
                        <a:pt x="44" y="1066"/>
                        <a:pt x="98" y="1110"/>
                        <a:pt x="153" y="1145"/>
                      </a:cubicBezTo>
                      <a:cubicBezTo>
                        <a:pt x="177" y="1125"/>
                        <a:pt x="177" y="1125"/>
                        <a:pt x="177" y="1125"/>
                      </a:cubicBezTo>
                      <a:cubicBezTo>
                        <a:pt x="118" y="1090"/>
                        <a:pt x="69" y="1046"/>
                        <a:pt x="24" y="992"/>
                      </a:cubicBezTo>
                      <a:moveTo>
                        <a:pt x="1016" y="0"/>
                      </a:moveTo>
                      <a:lnTo>
                        <a:pt x="1016" y="0"/>
                      </a:lnTo>
                      <a:cubicBezTo>
                        <a:pt x="996" y="20"/>
                        <a:pt x="996" y="20"/>
                        <a:pt x="996" y="20"/>
                      </a:cubicBezTo>
                      <a:cubicBezTo>
                        <a:pt x="1046" y="64"/>
                        <a:pt x="1090" y="113"/>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4" name="Google Shape;764;p23"/>
                <p:cNvSpPr/>
                <p:nvPr/>
              </p:nvSpPr>
              <p:spPr>
                <a:xfrm>
                  <a:off x="-7290782" y="2817140"/>
                  <a:ext cx="630360" cy="628920"/>
                </a:xfrm>
                <a:custGeom>
                  <a:rect b="b" l="l" r="r" t="t"/>
                  <a:pathLst>
                    <a:path extrusionOk="0" h="1747" w="1751">
                      <a:moveTo>
                        <a:pt x="1751" y="874"/>
                      </a:moveTo>
                      <a:lnTo>
                        <a:pt x="1751" y="874"/>
                      </a:lnTo>
                      <a:cubicBezTo>
                        <a:pt x="1751" y="1358"/>
                        <a:pt x="1356" y="1747"/>
                        <a:pt x="879" y="1747"/>
                      </a:cubicBezTo>
                      <a:cubicBezTo>
                        <a:pt x="395" y="1747"/>
                        <a:pt x="0" y="1358"/>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5" name="Google Shape;765;p23"/>
                <p:cNvSpPr/>
                <p:nvPr/>
              </p:nvSpPr>
              <p:spPr>
                <a:xfrm>
                  <a:off x="-7233902" y="3131780"/>
                  <a:ext cx="518400" cy="293040"/>
                </a:xfrm>
                <a:custGeom>
                  <a:rect b="b" l="l" r="r" t="t"/>
                  <a:pathLst>
                    <a:path extrusionOk="0" h="814" w="1440">
                      <a:moveTo>
                        <a:pt x="1440" y="0"/>
                      </a:moveTo>
                      <a:lnTo>
                        <a:pt x="1440" y="0"/>
                      </a:lnTo>
                      <a:cubicBezTo>
                        <a:pt x="1440" y="197"/>
                        <a:pt x="1356" y="380"/>
                        <a:pt x="1227" y="508"/>
                      </a:cubicBezTo>
                      <a:cubicBezTo>
                        <a:pt x="1100" y="641"/>
                        <a:pt x="918" y="720"/>
                        <a:pt x="721" y="720"/>
                      </a:cubicBezTo>
                      <a:cubicBezTo>
                        <a:pt x="331" y="720"/>
                        <a:pt x="15" y="414"/>
                        <a:pt x="0" y="30"/>
                      </a:cubicBezTo>
                      <a:cubicBezTo>
                        <a:pt x="15" y="420"/>
                        <a:pt x="311" y="814"/>
                        <a:pt x="735" y="814"/>
                      </a:cubicBezTo>
                      <a:cubicBezTo>
                        <a:pt x="1164" y="814"/>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6" name="Google Shape;766;p23"/>
                <p:cNvSpPr/>
                <p:nvPr/>
              </p:nvSpPr>
              <p:spPr>
                <a:xfrm>
                  <a:off x="-7233902" y="2872220"/>
                  <a:ext cx="518400" cy="518760"/>
                </a:xfrm>
                <a:custGeom>
                  <a:rect b="b" l="l" r="r" t="t"/>
                  <a:pathLst>
                    <a:path extrusionOk="0" h="1441" w="1440">
                      <a:moveTo>
                        <a:pt x="1440" y="721"/>
                      </a:moveTo>
                      <a:lnTo>
                        <a:pt x="1440" y="721"/>
                      </a:lnTo>
                      <a:cubicBezTo>
                        <a:pt x="1440" y="1121"/>
                        <a:pt x="1115" y="1441"/>
                        <a:pt x="721" y="1441"/>
                      </a:cubicBezTo>
                      <a:cubicBezTo>
                        <a:pt x="321" y="1441"/>
                        <a:pt x="0" y="1121"/>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7" name="Google Shape;767;p23"/>
                <p:cNvSpPr/>
                <p:nvPr/>
              </p:nvSpPr>
              <p:spPr>
                <a:xfrm>
                  <a:off x="-7169823" y="293630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5"/>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8" name="Google Shape;768;p23"/>
                <p:cNvSpPr/>
                <p:nvPr/>
              </p:nvSpPr>
              <p:spPr>
                <a:xfrm>
                  <a:off x="-7235702" y="2916860"/>
                  <a:ext cx="113760" cy="225720"/>
                </a:xfrm>
                <a:custGeom>
                  <a:rect b="b" l="l" r="r" t="t"/>
                  <a:pathLst>
                    <a:path extrusionOk="0" h="627" w="316">
                      <a:moveTo>
                        <a:pt x="316" y="0"/>
                      </a:moveTo>
                      <a:lnTo>
                        <a:pt x="316" y="0"/>
                      </a:lnTo>
                      <a:cubicBezTo>
                        <a:pt x="128" y="133"/>
                        <a:pt x="0" y="350"/>
                        <a:pt x="0" y="597"/>
                      </a:cubicBezTo>
                      <a:cubicBezTo>
                        <a:pt x="0" y="607"/>
                        <a:pt x="5" y="617"/>
                        <a:pt x="5" y="627"/>
                      </a:cubicBezTo>
                      <a:cubicBezTo>
                        <a:pt x="5" y="617"/>
                        <a:pt x="5" y="607"/>
                        <a:pt x="5" y="597"/>
                      </a:cubicBezTo>
                      <a:lnTo>
                        <a:pt x="5" y="597"/>
                      </a:lnTo>
                      <a:lnTo>
                        <a:pt x="5" y="597"/>
                      </a:lnTo>
                      <a:cubicBezTo>
                        <a:pt x="5" y="350"/>
                        <a:pt x="128" y="133"/>
                        <a:pt x="3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69" name="Google Shape;769;p23"/>
                <p:cNvSpPr/>
                <p:nvPr/>
              </p:nvSpPr>
              <p:spPr>
                <a:xfrm>
                  <a:off x="-7169823" y="293630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0"/>
                        <a:pt x="64" y="1046"/>
                        <a:pt x="19" y="997"/>
                      </a:cubicBezTo>
                      <a:moveTo>
                        <a:pt x="1015" y="0"/>
                      </a:moveTo>
                      <a:lnTo>
                        <a:pt x="1015" y="0"/>
                      </a:lnTo>
                      <a:cubicBezTo>
                        <a:pt x="991" y="20"/>
                        <a:pt x="991" y="20"/>
                        <a:pt x="991" y="20"/>
                      </a:cubicBezTo>
                      <a:cubicBezTo>
                        <a:pt x="1045" y="64"/>
                        <a:pt x="1089" y="118"/>
                        <a:pt x="1124" y="173"/>
                      </a:cubicBezTo>
                      <a:cubicBezTo>
                        <a:pt x="1148" y="153"/>
                        <a:pt x="1148" y="153"/>
                        <a:pt x="1148" y="153"/>
                      </a:cubicBezTo>
                      <a:cubicBezTo>
                        <a:pt x="1109" y="94"/>
                        <a:pt x="1065" y="45"/>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0" name="Google Shape;770;p23"/>
                <p:cNvSpPr/>
                <p:nvPr/>
              </p:nvSpPr>
              <p:spPr>
                <a:xfrm>
                  <a:off x="-6385022" y="2817140"/>
                  <a:ext cx="628560" cy="628920"/>
                </a:xfrm>
                <a:custGeom>
                  <a:rect b="b" l="l" r="r" t="t"/>
                  <a:pathLst>
                    <a:path extrusionOk="0" h="1747" w="1746">
                      <a:moveTo>
                        <a:pt x="1746" y="874"/>
                      </a:moveTo>
                      <a:lnTo>
                        <a:pt x="1746" y="874"/>
                      </a:lnTo>
                      <a:cubicBezTo>
                        <a:pt x="1746" y="1358"/>
                        <a:pt x="1356" y="1747"/>
                        <a:pt x="873" y="1747"/>
                      </a:cubicBezTo>
                      <a:cubicBezTo>
                        <a:pt x="389" y="1747"/>
                        <a:pt x="0" y="1358"/>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1" name="Google Shape;771;p23"/>
                <p:cNvSpPr/>
                <p:nvPr/>
              </p:nvSpPr>
              <p:spPr>
                <a:xfrm>
                  <a:off x="-6329942" y="3131780"/>
                  <a:ext cx="518400" cy="293040"/>
                </a:xfrm>
                <a:custGeom>
                  <a:rect b="b" l="l" r="r" t="t"/>
                  <a:pathLst>
                    <a:path extrusionOk="0" h="814" w="1440">
                      <a:moveTo>
                        <a:pt x="1440" y="0"/>
                      </a:moveTo>
                      <a:lnTo>
                        <a:pt x="1440" y="0"/>
                      </a:lnTo>
                      <a:cubicBezTo>
                        <a:pt x="1440" y="400"/>
                        <a:pt x="1119" y="720"/>
                        <a:pt x="720" y="720"/>
                      </a:cubicBezTo>
                      <a:cubicBezTo>
                        <a:pt x="320" y="720"/>
                        <a:pt x="0" y="400"/>
                        <a:pt x="0" y="0"/>
                      </a:cubicBezTo>
                      <a:cubicBezTo>
                        <a:pt x="0" y="400"/>
                        <a:pt x="300" y="814"/>
                        <a:pt x="735" y="814"/>
                      </a:cubicBezTo>
                      <a:cubicBezTo>
                        <a:pt x="1164" y="814"/>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2" name="Google Shape;772;p23"/>
                <p:cNvSpPr/>
                <p:nvPr/>
              </p:nvSpPr>
              <p:spPr>
                <a:xfrm>
                  <a:off x="-6329942" y="2872220"/>
                  <a:ext cx="518400" cy="518760"/>
                </a:xfrm>
                <a:custGeom>
                  <a:rect b="b" l="l" r="r" t="t"/>
                  <a:pathLst>
                    <a:path extrusionOk="0" h="1441" w="1440">
                      <a:moveTo>
                        <a:pt x="1440" y="721"/>
                      </a:moveTo>
                      <a:lnTo>
                        <a:pt x="1440" y="721"/>
                      </a:lnTo>
                      <a:cubicBezTo>
                        <a:pt x="1440" y="1121"/>
                        <a:pt x="1119" y="1441"/>
                        <a:pt x="720" y="1441"/>
                      </a:cubicBezTo>
                      <a:cubicBezTo>
                        <a:pt x="320" y="1441"/>
                        <a:pt x="0" y="1121"/>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3" name="Google Shape;773;p23"/>
                <p:cNvSpPr/>
                <p:nvPr/>
              </p:nvSpPr>
              <p:spPr>
                <a:xfrm>
                  <a:off x="-6266222" y="293630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5"/>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4" name="Google Shape;774;p23"/>
                <p:cNvSpPr/>
                <p:nvPr/>
              </p:nvSpPr>
              <p:spPr>
                <a:xfrm>
                  <a:off x="-6329942" y="3131780"/>
                  <a:ext cx="518400" cy="0"/>
                </a:xfrm>
                <a:custGeom>
                  <a:rect b="b" l="l" r="r" t="t"/>
                  <a:pathLst>
                    <a:path extrusionOk="0" h="120000" w="1440">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5" name="Google Shape;775;p23"/>
                <p:cNvSpPr/>
                <p:nvPr/>
              </p:nvSpPr>
              <p:spPr>
                <a:xfrm>
                  <a:off x="-6266222" y="293630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0"/>
                        <a:pt x="64" y="1046"/>
                        <a:pt x="20" y="997"/>
                      </a:cubicBezTo>
                      <a:moveTo>
                        <a:pt x="1017" y="0"/>
                      </a:moveTo>
                      <a:lnTo>
                        <a:pt x="1017" y="0"/>
                      </a:lnTo>
                      <a:cubicBezTo>
                        <a:pt x="997" y="20"/>
                        <a:pt x="997" y="20"/>
                        <a:pt x="997" y="20"/>
                      </a:cubicBezTo>
                      <a:cubicBezTo>
                        <a:pt x="1046" y="64"/>
                        <a:pt x="1091" y="118"/>
                        <a:pt x="1125" y="173"/>
                      </a:cubicBezTo>
                      <a:cubicBezTo>
                        <a:pt x="1150" y="153"/>
                        <a:pt x="1150" y="153"/>
                        <a:pt x="1150" y="153"/>
                      </a:cubicBezTo>
                      <a:cubicBezTo>
                        <a:pt x="1111" y="94"/>
                        <a:pt x="1066" y="45"/>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6" name="Google Shape;776;p23"/>
                <p:cNvSpPr/>
                <p:nvPr/>
              </p:nvSpPr>
              <p:spPr>
                <a:xfrm>
                  <a:off x="-5481062" y="2817140"/>
                  <a:ext cx="628920" cy="628920"/>
                </a:xfrm>
                <a:custGeom>
                  <a:rect b="b" l="l" r="r" t="t"/>
                  <a:pathLst>
                    <a:path extrusionOk="0" h="1747" w="1747">
                      <a:moveTo>
                        <a:pt x="1747" y="874"/>
                      </a:moveTo>
                      <a:lnTo>
                        <a:pt x="1747" y="874"/>
                      </a:lnTo>
                      <a:cubicBezTo>
                        <a:pt x="1747" y="1358"/>
                        <a:pt x="1357" y="1747"/>
                        <a:pt x="874" y="1747"/>
                      </a:cubicBezTo>
                      <a:cubicBezTo>
                        <a:pt x="390" y="1747"/>
                        <a:pt x="0" y="1358"/>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7" name="Google Shape;777;p23"/>
                <p:cNvSpPr/>
                <p:nvPr/>
              </p:nvSpPr>
              <p:spPr>
                <a:xfrm>
                  <a:off x="-5425982" y="3131780"/>
                  <a:ext cx="518760" cy="293040"/>
                </a:xfrm>
                <a:custGeom>
                  <a:rect b="b" l="l" r="r" t="t"/>
                  <a:pathLst>
                    <a:path extrusionOk="0" h="814" w="1441">
                      <a:moveTo>
                        <a:pt x="0" y="0"/>
                      </a:moveTo>
                      <a:lnTo>
                        <a:pt x="0" y="0"/>
                      </a:lnTo>
                      <a:moveTo>
                        <a:pt x="1441" y="0"/>
                      </a:moveTo>
                      <a:lnTo>
                        <a:pt x="1441" y="0"/>
                      </a:lnTo>
                      <a:cubicBezTo>
                        <a:pt x="1441" y="237"/>
                        <a:pt x="1327" y="449"/>
                        <a:pt x="1150" y="577"/>
                      </a:cubicBezTo>
                      <a:cubicBezTo>
                        <a:pt x="1031" y="666"/>
                        <a:pt x="883" y="720"/>
                        <a:pt x="721" y="720"/>
                      </a:cubicBezTo>
                      <a:cubicBezTo>
                        <a:pt x="326" y="720"/>
                        <a:pt x="0" y="400"/>
                        <a:pt x="0" y="0"/>
                      </a:cubicBezTo>
                      <a:cubicBezTo>
                        <a:pt x="0" y="400"/>
                        <a:pt x="306" y="814"/>
                        <a:pt x="735" y="814"/>
                      </a:cubicBezTo>
                      <a:cubicBezTo>
                        <a:pt x="1170" y="814"/>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8" name="Google Shape;778;p23"/>
                <p:cNvSpPr/>
                <p:nvPr/>
              </p:nvSpPr>
              <p:spPr>
                <a:xfrm>
                  <a:off x="-5425982" y="2872220"/>
                  <a:ext cx="518760" cy="518760"/>
                </a:xfrm>
                <a:custGeom>
                  <a:rect b="b" l="l" r="r" t="t"/>
                  <a:pathLst>
                    <a:path extrusionOk="0" h="1441" w="1441">
                      <a:moveTo>
                        <a:pt x="1441" y="721"/>
                      </a:moveTo>
                      <a:lnTo>
                        <a:pt x="1441" y="721"/>
                      </a:lnTo>
                      <a:cubicBezTo>
                        <a:pt x="1441" y="1121"/>
                        <a:pt x="1120" y="1441"/>
                        <a:pt x="721" y="1441"/>
                      </a:cubicBezTo>
                      <a:cubicBezTo>
                        <a:pt x="326" y="1441"/>
                        <a:pt x="0" y="1121"/>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79" name="Google Shape;779;p23"/>
                <p:cNvSpPr/>
                <p:nvPr/>
              </p:nvSpPr>
              <p:spPr>
                <a:xfrm>
                  <a:off x="-5361903" y="293630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5"/>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0" name="Google Shape;780;p23"/>
                <p:cNvSpPr/>
                <p:nvPr/>
              </p:nvSpPr>
              <p:spPr>
                <a:xfrm>
                  <a:off x="-5425982" y="3131780"/>
                  <a:ext cx="0" cy="0"/>
                </a:xfrm>
                <a:custGeom>
                  <a:rect b="b" l="l" r="r" t="t"/>
                  <a:pathLst>
                    <a:path extrusionOk="0" h="120000" w="120000">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1" name="Google Shape;781;p23"/>
                <p:cNvSpPr/>
                <p:nvPr/>
              </p:nvSpPr>
              <p:spPr>
                <a:xfrm>
                  <a:off x="-5361903" y="293630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0"/>
                        <a:pt x="69" y="1046"/>
                        <a:pt x="24" y="997"/>
                      </a:cubicBezTo>
                      <a:moveTo>
                        <a:pt x="1016" y="0"/>
                      </a:moveTo>
                      <a:lnTo>
                        <a:pt x="1016" y="0"/>
                      </a:lnTo>
                      <a:cubicBezTo>
                        <a:pt x="996" y="20"/>
                        <a:pt x="996" y="20"/>
                        <a:pt x="996" y="20"/>
                      </a:cubicBezTo>
                      <a:cubicBezTo>
                        <a:pt x="1046" y="64"/>
                        <a:pt x="1090" y="118"/>
                        <a:pt x="1130" y="173"/>
                      </a:cubicBezTo>
                      <a:cubicBezTo>
                        <a:pt x="1149" y="153"/>
                        <a:pt x="1149" y="153"/>
                        <a:pt x="1149" y="153"/>
                      </a:cubicBezTo>
                      <a:cubicBezTo>
                        <a:pt x="1115" y="94"/>
                        <a:pt x="1070" y="45"/>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2" name="Google Shape;782;p23"/>
                <p:cNvSpPr/>
                <p:nvPr/>
              </p:nvSpPr>
              <p:spPr>
                <a:xfrm>
                  <a:off x="-7312023" y="-546700"/>
                  <a:ext cx="2482920" cy="0"/>
                </a:xfrm>
                <a:custGeom>
                  <a:rect b="b" l="l" r="r" t="t"/>
                  <a:pathLst>
                    <a:path extrusionOk="0" h="120000" w="6897">
                      <a:moveTo>
                        <a:pt x="6897" y="0"/>
                      </a:moveTo>
                      <a:lnTo>
                        <a:pt x="6897" y="0"/>
                      </a:lnTo>
                      <a:moveTo>
                        <a:pt x="6892" y="0"/>
                      </a:moveTo>
                      <a:lnTo>
                        <a:pt x="6892" y="0"/>
                      </a:lnTo>
                      <a:moveTo>
                        <a:pt x="6892" y="0"/>
                      </a:moveTo>
                      <a:lnTo>
                        <a:pt x="6892" y="0"/>
                      </a:lnTo>
                      <a:moveTo>
                        <a:pt x="6887" y="0"/>
                      </a:moveTo>
                      <a:lnTo>
                        <a:pt x="6887" y="0"/>
                      </a:lnTo>
                      <a:cubicBezTo>
                        <a:pt x="10" y="0"/>
                        <a:pt x="10" y="0"/>
                        <a:pt x="10" y="0"/>
                      </a:cubicBezTo>
                      <a:cubicBezTo>
                        <a:pt x="5" y="0"/>
                        <a:pt x="5" y="0"/>
                        <a:pt x="0" y="0"/>
                      </a:cubicBezTo>
                      <a:lnTo>
                        <a:pt x="0" y="0"/>
                      </a:lnTo>
                      <a:cubicBezTo>
                        <a:pt x="5" y="0"/>
                        <a:pt x="5" y="0"/>
                        <a:pt x="10" y="0"/>
                      </a:cubicBezTo>
                      <a:cubicBezTo>
                        <a:pt x="6887" y="0"/>
                        <a:pt x="6887" y="0"/>
                        <a:pt x="6887" y="0"/>
                      </a:cubicBezTo>
                      <a:cubicBezTo>
                        <a:pt x="6892" y="0"/>
                        <a:pt x="6892" y="0"/>
                        <a:pt x="6892" y="0"/>
                      </a:cubicBezTo>
                      <a:lnTo>
                        <a:pt x="6887" y="0"/>
                      </a:lnTo>
                      <a:close/>
                    </a:path>
                  </a:pathLst>
                </a:custGeom>
                <a:solidFill>
                  <a:srgbClr val="C1CFD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3" name="Google Shape;783;p23"/>
                <p:cNvSpPr/>
                <p:nvPr/>
              </p:nvSpPr>
              <p:spPr>
                <a:xfrm>
                  <a:off x="-7486262" y="-546700"/>
                  <a:ext cx="2831400" cy="4248720"/>
                </a:xfrm>
                <a:custGeom>
                  <a:rect b="b" l="l" r="r" t="t"/>
                  <a:pathLst>
                    <a:path extrusionOk="0" h="11802" w="7865">
                      <a:moveTo>
                        <a:pt x="0" y="11314"/>
                      </a:moveTo>
                      <a:lnTo>
                        <a:pt x="0" y="11314"/>
                      </a:lnTo>
                      <a:moveTo>
                        <a:pt x="0" y="11314"/>
                      </a:moveTo>
                      <a:lnTo>
                        <a:pt x="0" y="11314"/>
                      </a:lnTo>
                      <a:moveTo>
                        <a:pt x="0" y="11308"/>
                      </a:moveTo>
                      <a:lnTo>
                        <a:pt x="0" y="11308"/>
                      </a:lnTo>
                      <a:moveTo>
                        <a:pt x="7386" y="0"/>
                      </a:moveTo>
                      <a:lnTo>
                        <a:pt x="7386" y="0"/>
                      </a:lnTo>
                      <a:cubicBezTo>
                        <a:pt x="7529" y="5"/>
                        <a:pt x="7657" y="69"/>
                        <a:pt x="7746" y="173"/>
                      </a:cubicBezTo>
                      <a:cubicBezTo>
                        <a:pt x="7638" y="336"/>
                        <a:pt x="7638" y="336"/>
                        <a:pt x="7638" y="336"/>
                      </a:cubicBezTo>
                      <a:cubicBezTo>
                        <a:pt x="7697" y="414"/>
                        <a:pt x="7731" y="508"/>
                        <a:pt x="7731" y="616"/>
                      </a:cubicBezTo>
                      <a:cubicBezTo>
                        <a:pt x="7731" y="11185"/>
                        <a:pt x="7731" y="11185"/>
                        <a:pt x="7731" y="11185"/>
                      </a:cubicBezTo>
                      <a:cubicBezTo>
                        <a:pt x="7731" y="11451"/>
                        <a:pt x="7514" y="11664"/>
                        <a:pt x="7253" y="11664"/>
                      </a:cubicBezTo>
                      <a:cubicBezTo>
                        <a:pt x="612" y="11664"/>
                        <a:pt x="612" y="11664"/>
                        <a:pt x="612" y="11664"/>
                      </a:cubicBezTo>
                      <a:cubicBezTo>
                        <a:pt x="430" y="11664"/>
                        <a:pt x="267" y="11560"/>
                        <a:pt x="188" y="11407"/>
                      </a:cubicBezTo>
                      <a:cubicBezTo>
                        <a:pt x="74" y="11570"/>
                        <a:pt x="74" y="11570"/>
                        <a:pt x="74" y="11570"/>
                      </a:cubicBezTo>
                      <a:cubicBezTo>
                        <a:pt x="30" y="11496"/>
                        <a:pt x="0" y="11407"/>
                        <a:pt x="0" y="11314"/>
                      </a:cubicBezTo>
                      <a:cubicBezTo>
                        <a:pt x="0" y="11585"/>
                        <a:pt x="222" y="11802"/>
                        <a:pt x="494" y="11802"/>
                      </a:cubicBezTo>
                      <a:cubicBezTo>
                        <a:pt x="7371" y="11802"/>
                        <a:pt x="7371" y="11802"/>
                        <a:pt x="7371" y="11802"/>
                      </a:cubicBezTo>
                      <a:cubicBezTo>
                        <a:pt x="7647" y="11802"/>
                        <a:pt x="7865" y="11580"/>
                        <a:pt x="7865" y="11308"/>
                      </a:cubicBezTo>
                      <a:cubicBezTo>
                        <a:pt x="7865" y="493"/>
                        <a:pt x="7865" y="493"/>
                        <a:pt x="7865" y="493"/>
                      </a:cubicBezTo>
                      <a:cubicBezTo>
                        <a:pt x="7865" y="227"/>
                        <a:pt x="7653" y="5"/>
                        <a:pt x="7386" y="0"/>
                      </a:cubicBezTo>
                      <a:moveTo>
                        <a:pt x="7381" y="0"/>
                      </a:moveTo>
                      <a:lnTo>
                        <a:pt x="7381" y="0"/>
                      </a:lnTo>
                      <a:moveTo>
                        <a:pt x="7381" y="0"/>
                      </a:moveTo>
                      <a:lnTo>
                        <a:pt x="7381" y="0"/>
                      </a:lnTo>
                      <a:moveTo>
                        <a:pt x="7381" y="0"/>
                      </a:move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4" name="Google Shape;784;p23"/>
                <p:cNvSpPr/>
                <p:nvPr/>
              </p:nvSpPr>
              <p:spPr>
                <a:xfrm>
                  <a:off x="-7312023" y="-546700"/>
                  <a:ext cx="2482920" cy="0"/>
                </a:xfrm>
                <a:custGeom>
                  <a:rect b="b" l="l" r="r" t="t"/>
                  <a:pathLst>
                    <a:path extrusionOk="0" h="120000" w="6897">
                      <a:moveTo>
                        <a:pt x="6887" y="0"/>
                      </a:moveTo>
                      <a:lnTo>
                        <a:pt x="6887" y="0"/>
                      </a:lnTo>
                      <a:cubicBezTo>
                        <a:pt x="10" y="0"/>
                        <a:pt x="10" y="0"/>
                        <a:pt x="10" y="0"/>
                      </a:cubicBezTo>
                      <a:cubicBezTo>
                        <a:pt x="5" y="0"/>
                        <a:pt x="5" y="0"/>
                        <a:pt x="0" y="0"/>
                      </a:cubicBezTo>
                      <a:cubicBezTo>
                        <a:pt x="6897" y="0"/>
                        <a:pt x="6897" y="0"/>
                        <a:pt x="6897" y="0"/>
                      </a:cubicBezTo>
                      <a:lnTo>
                        <a:pt x="6897" y="0"/>
                      </a:lnTo>
                      <a:cubicBezTo>
                        <a:pt x="6892" y="0"/>
                        <a:pt x="6892" y="0"/>
                        <a:pt x="6892" y="0"/>
                      </a:cubicBezTo>
                      <a:lnTo>
                        <a:pt x="6892" y="0"/>
                      </a:lnTo>
                      <a:lnTo>
                        <a:pt x="6892" y="0"/>
                      </a:lnTo>
                      <a:lnTo>
                        <a:pt x="6892" y="0"/>
                      </a:lnTo>
                      <a:lnTo>
                        <a:pt x="6892" y="0"/>
                      </a:lnTo>
                      <a:lnTo>
                        <a:pt x="6887" y="0"/>
                      </a:lnTo>
                      <a:close/>
                    </a:path>
                  </a:pathLst>
                </a:custGeom>
                <a:solidFill>
                  <a:srgbClr val="B8C7D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5" name="Google Shape;785;p23"/>
                <p:cNvSpPr/>
                <p:nvPr/>
              </p:nvSpPr>
              <p:spPr>
                <a:xfrm>
                  <a:off x="-7486262" y="-546700"/>
                  <a:ext cx="2788560" cy="4165200"/>
                </a:xfrm>
                <a:custGeom>
                  <a:rect b="b" l="l" r="r" t="t"/>
                  <a:pathLst>
                    <a:path extrusionOk="0" h="11570" w="7746">
                      <a:moveTo>
                        <a:pt x="7381" y="0"/>
                      </a:moveTo>
                      <a:lnTo>
                        <a:pt x="7381" y="0"/>
                      </a:lnTo>
                      <a:cubicBezTo>
                        <a:pt x="484" y="0"/>
                        <a:pt x="484" y="0"/>
                        <a:pt x="484" y="0"/>
                      </a:cubicBezTo>
                      <a:cubicBezTo>
                        <a:pt x="217" y="5"/>
                        <a:pt x="0" y="222"/>
                        <a:pt x="0" y="493"/>
                      </a:cubicBezTo>
                      <a:cubicBezTo>
                        <a:pt x="0" y="11308"/>
                        <a:pt x="0" y="11308"/>
                        <a:pt x="0" y="11308"/>
                      </a:cubicBezTo>
                      <a:lnTo>
                        <a:pt x="0" y="11308"/>
                      </a:lnTo>
                      <a:lnTo>
                        <a:pt x="0" y="11308"/>
                      </a:lnTo>
                      <a:cubicBezTo>
                        <a:pt x="0" y="11314"/>
                        <a:pt x="0" y="11314"/>
                        <a:pt x="0" y="11314"/>
                      </a:cubicBezTo>
                      <a:lnTo>
                        <a:pt x="0" y="11314"/>
                      </a:lnTo>
                      <a:lnTo>
                        <a:pt x="0" y="11314"/>
                      </a:lnTo>
                      <a:lnTo>
                        <a:pt x="0" y="11314"/>
                      </a:lnTo>
                      <a:lnTo>
                        <a:pt x="0" y="11314"/>
                      </a:lnTo>
                      <a:cubicBezTo>
                        <a:pt x="0" y="11407"/>
                        <a:pt x="30" y="11496"/>
                        <a:pt x="74" y="11570"/>
                      </a:cubicBezTo>
                      <a:cubicBezTo>
                        <a:pt x="188" y="11407"/>
                        <a:pt x="188" y="11407"/>
                        <a:pt x="188" y="11407"/>
                      </a:cubicBezTo>
                      <a:cubicBezTo>
                        <a:pt x="153" y="11338"/>
                        <a:pt x="134" y="11264"/>
                        <a:pt x="134" y="11185"/>
                      </a:cubicBezTo>
                      <a:cubicBezTo>
                        <a:pt x="134" y="616"/>
                        <a:pt x="134" y="616"/>
                        <a:pt x="134" y="616"/>
                      </a:cubicBezTo>
                      <a:cubicBezTo>
                        <a:pt x="134" y="350"/>
                        <a:pt x="351" y="138"/>
                        <a:pt x="612" y="138"/>
                      </a:cubicBezTo>
                      <a:cubicBezTo>
                        <a:pt x="7253" y="138"/>
                        <a:pt x="7253" y="138"/>
                        <a:pt x="7253" y="138"/>
                      </a:cubicBezTo>
                      <a:cubicBezTo>
                        <a:pt x="7410" y="138"/>
                        <a:pt x="7549" y="217"/>
                        <a:pt x="7638" y="336"/>
                      </a:cubicBezTo>
                      <a:cubicBezTo>
                        <a:pt x="7746" y="173"/>
                        <a:pt x="7746" y="173"/>
                        <a:pt x="7746" y="173"/>
                      </a:cubicBezTo>
                      <a:cubicBezTo>
                        <a:pt x="7657" y="69"/>
                        <a:pt x="7529" y="5"/>
                        <a:pt x="7386" y="0"/>
                      </a:cubicBez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786" name="Google Shape;786;p23"/>
            <p:cNvGrpSpPr/>
            <p:nvPr/>
          </p:nvGrpSpPr>
          <p:grpSpPr>
            <a:xfrm rot="405687">
              <a:off x="7070904" y="2613297"/>
              <a:ext cx="1558566" cy="1514848"/>
              <a:chOff x="-5307853" y="715314"/>
              <a:chExt cx="3640852" cy="3538726"/>
            </a:xfrm>
          </p:grpSpPr>
          <p:sp>
            <p:nvSpPr>
              <p:cNvPr id="787" name="Google Shape;787;p23"/>
              <p:cNvSpPr/>
              <p:nvPr/>
            </p:nvSpPr>
            <p:spPr>
              <a:xfrm>
                <a:off x="-4479227" y="2669841"/>
                <a:ext cx="804109" cy="785150"/>
              </a:xfrm>
              <a:custGeom>
                <a:rect b="b" l="l" r="r" t="t"/>
                <a:pathLst>
                  <a:path extrusionOk="0" h="3106" w="3181">
                    <a:moveTo>
                      <a:pt x="331" y="3106"/>
                    </a:moveTo>
                    <a:lnTo>
                      <a:pt x="3181" y="343"/>
                    </a:lnTo>
                    <a:lnTo>
                      <a:pt x="2850" y="0"/>
                    </a:lnTo>
                    <a:lnTo>
                      <a:pt x="0" y="2758"/>
                    </a:lnTo>
                    <a:lnTo>
                      <a:pt x="331" y="3106"/>
                    </a:lnTo>
                    <a:close/>
                  </a:path>
                </a:pathLst>
              </a:custGeom>
              <a:solidFill>
                <a:srgbClr val="FEF6B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8" name="Google Shape;788;p23"/>
              <p:cNvSpPr/>
              <p:nvPr/>
            </p:nvSpPr>
            <p:spPr>
              <a:xfrm>
                <a:off x="-4479227" y="2669841"/>
                <a:ext cx="804109" cy="785150"/>
              </a:xfrm>
              <a:custGeom>
                <a:rect b="b" l="l" r="r" t="t"/>
                <a:pathLst>
                  <a:path extrusionOk="0" h="3106" w="3181">
                    <a:moveTo>
                      <a:pt x="331" y="3106"/>
                    </a:moveTo>
                    <a:lnTo>
                      <a:pt x="3181" y="343"/>
                    </a:lnTo>
                    <a:lnTo>
                      <a:pt x="2850" y="0"/>
                    </a:lnTo>
                    <a:lnTo>
                      <a:pt x="0" y="2758"/>
                    </a:lnTo>
                    <a:lnTo>
                      <a:pt x="331" y="3106"/>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89" name="Google Shape;789;p23"/>
              <p:cNvSpPr/>
              <p:nvPr/>
            </p:nvSpPr>
            <p:spPr>
              <a:xfrm>
                <a:off x="-4412744" y="2739356"/>
                <a:ext cx="697434" cy="677211"/>
              </a:xfrm>
              <a:custGeom>
                <a:rect b="b" l="l" r="r" t="t"/>
                <a:pathLst>
                  <a:path extrusionOk="0" h="2679" w="2759">
                    <a:moveTo>
                      <a:pt x="2068" y="547"/>
                    </a:moveTo>
                    <a:lnTo>
                      <a:pt x="0" y="2547"/>
                    </a:lnTo>
                    <a:lnTo>
                      <a:pt x="128" y="2679"/>
                    </a:lnTo>
                    <a:lnTo>
                      <a:pt x="2196" y="679"/>
                    </a:lnTo>
                    <a:lnTo>
                      <a:pt x="2068" y="547"/>
                    </a:lnTo>
                    <a:moveTo>
                      <a:pt x="2515" y="112"/>
                    </a:moveTo>
                    <a:lnTo>
                      <a:pt x="2311" y="312"/>
                    </a:lnTo>
                    <a:lnTo>
                      <a:pt x="2439" y="439"/>
                    </a:lnTo>
                    <a:lnTo>
                      <a:pt x="2643" y="244"/>
                    </a:lnTo>
                    <a:lnTo>
                      <a:pt x="2515" y="112"/>
                    </a:lnTo>
                    <a:moveTo>
                      <a:pt x="2631" y="0"/>
                    </a:moveTo>
                    <a:lnTo>
                      <a:pt x="2631" y="0"/>
                    </a:lnTo>
                    <a:lnTo>
                      <a:pt x="2759" y="132"/>
                    </a:lnTo>
                    <a:lnTo>
                      <a:pt x="2759" y="132"/>
                    </a:lnTo>
                    <a:lnTo>
                      <a:pt x="2631" y="0"/>
                    </a:lnTo>
                    <a:close/>
                  </a:path>
                </a:pathLst>
              </a:custGeom>
              <a:solidFill>
                <a:srgbClr val="FDF1A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0" name="Google Shape;790;p23"/>
              <p:cNvSpPr/>
              <p:nvPr/>
            </p:nvSpPr>
            <p:spPr>
              <a:xfrm>
                <a:off x="-4412744" y="2877629"/>
                <a:ext cx="555116" cy="538938"/>
              </a:xfrm>
              <a:custGeom>
                <a:rect b="b" l="l" r="r" t="t"/>
                <a:pathLst>
                  <a:path extrusionOk="0" h="2132" w="2196">
                    <a:moveTo>
                      <a:pt x="2068" y="0"/>
                    </a:moveTo>
                    <a:lnTo>
                      <a:pt x="0" y="2000"/>
                    </a:lnTo>
                    <a:lnTo>
                      <a:pt x="128" y="2132"/>
                    </a:lnTo>
                    <a:lnTo>
                      <a:pt x="2196" y="132"/>
                    </a:lnTo>
                    <a:lnTo>
                      <a:pt x="2068"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1" name="Google Shape;791;p23"/>
              <p:cNvSpPr/>
              <p:nvPr/>
            </p:nvSpPr>
            <p:spPr>
              <a:xfrm>
                <a:off x="-3828560" y="2767668"/>
                <a:ext cx="83925" cy="82661"/>
              </a:xfrm>
              <a:custGeom>
                <a:rect b="b" l="l" r="r" t="t"/>
                <a:pathLst>
                  <a:path extrusionOk="0" h="327" w="332">
                    <a:moveTo>
                      <a:pt x="204" y="0"/>
                    </a:moveTo>
                    <a:lnTo>
                      <a:pt x="0" y="200"/>
                    </a:lnTo>
                    <a:lnTo>
                      <a:pt x="128" y="327"/>
                    </a:lnTo>
                    <a:lnTo>
                      <a:pt x="332" y="132"/>
                    </a:lnTo>
                    <a:lnTo>
                      <a:pt x="204"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2" name="Google Shape;792;p23"/>
              <p:cNvSpPr/>
              <p:nvPr/>
            </p:nvSpPr>
            <p:spPr>
              <a:xfrm>
                <a:off x="-3747669" y="2739356"/>
                <a:ext cx="32356" cy="33368"/>
              </a:xfrm>
              <a:custGeom>
                <a:rect b="b" l="l" r="r" t="t"/>
                <a:pathLst>
                  <a:path extrusionOk="0" h="132" w="128">
                    <a:moveTo>
                      <a:pt x="0" y="0"/>
                    </a:moveTo>
                    <a:lnTo>
                      <a:pt x="0" y="0"/>
                    </a:lnTo>
                    <a:lnTo>
                      <a:pt x="128" y="132"/>
                    </a:lnTo>
                    <a:lnTo>
                      <a:pt x="128" y="132"/>
                    </a:lnTo>
                    <a:lnTo>
                      <a:pt x="0" y="0"/>
                    </a:lnTo>
                    <a:close/>
                  </a:path>
                </a:pathLst>
              </a:custGeom>
              <a:solidFill>
                <a:srgbClr val="FDF1A3"/>
              </a:solidFill>
              <a:ln>
                <a:noFill/>
              </a:ln>
            </p:spPr>
            <p:txBody>
              <a:bodyPr anchorCtr="1" anchor="ctr" bIns="2500" lIns="90000" spcFirstLastPara="1" rIns="90000" wrap="square" tIns="2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3" name="Google Shape;793;p23"/>
              <p:cNvSpPr/>
              <p:nvPr/>
            </p:nvSpPr>
            <p:spPr>
              <a:xfrm>
                <a:off x="-4627611" y="3250992"/>
                <a:ext cx="219923" cy="250510"/>
              </a:xfrm>
              <a:custGeom>
                <a:rect b="b" l="l" r="r" t="t"/>
                <a:pathLst>
                  <a:path extrusionOk="0" h="991" w="870">
                    <a:moveTo>
                      <a:pt x="646" y="523"/>
                    </a:moveTo>
                    <a:lnTo>
                      <a:pt x="407" y="755"/>
                    </a:lnTo>
                    <a:lnTo>
                      <a:pt x="630" y="986"/>
                    </a:lnTo>
                    <a:lnTo>
                      <a:pt x="630" y="986"/>
                    </a:lnTo>
                    <a:lnTo>
                      <a:pt x="630" y="991"/>
                    </a:lnTo>
                    <a:lnTo>
                      <a:pt x="870" y="759"/>
                    </a:lnTo>
                    <a:lnTo>
                      <a:pt x="646" y="523"/>
                    </a:lnTo>
                    <a:moveTo>
                      <a:pt x="343" y="0"/>
                    </a:moveTo>
                    <a:lnTo>
                      <a:pt x="0" y="336"/>
                    </a:lnTo>
                    <a:lnTo>
                      <a:pt x="92" y="431"/>
                    </a:lnTo>
                    <a:lnTo>
                      <a:pt x="439" y="96"/>
                    </a:lnTo>
                    <a:lnTo>
                      <a:pt x="343"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4" name="Google Shape;794;p23"/>
              <p:cNvSpPr/>
              <p:nvPr/>
            </p:nvSpPr>
            <p:spPr>
              <a:xfrm>
                <a:off x="-4464312" y="3357919"/>
                <a:ext cx="56624" cy="84936"/>
              </a:xfrm>
              <a:custGeom>
                <a:rect b="b" l="l" r="r" t="t"/>
                <a:pathLst>
                  <a:path extrusionOk="0" h="336" w="224">
                    <a:moveTo>
                      <a:pt x="108" y="0"/>
                    </a:moveTo>
                    <a:lnTo>
                      <a:pt x="0" y="100"/>
                    </a:lnTo>
                    <a:lnTo>
                      <a:pt x="224" y="336"/>
                    </a:lnTo>
                    <a:lnTo>
                      <a:pt x="100" y="204"/>
                    </a:lnTo>
                    <a:lnTo>
                      <a:pt x="204" y="100"/>
                    </a:lnTo>
                    <a:lnTo>
                      <a:pt x="108" y="0"/>
                    </a:lnTo>
                    <a:close/>
                  </a:path>
                </a:pathLst>
              </a:custGeom>
              <a:solidFill>
                <a:srgbClr val="FEF8C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5" name="Google Shape;795;p23"/>
              <p:cNvSpPr/>
              <p:nvPr/>
            </p:nvSpPr>
            <p:spPr>
              <a:xfrm>
                <a:off x="-4464312" y="3357919"/>
                <a:ext cx="56624" cy="84936"/>
              </a:xfrm>
              <a:custGeom>
                <a:rect b="b" l="l" r="r" t="t"/>
                <a:pathLst>
                  <a:path extrusionOk="0" h="336" w="224">
                    <a:moveTo>
                      <a:pt x="108" y="0"/>
                    </a:moveTo>
                    <a:lnTo>
                      <a:pt x="0" y="100"/>
                    </a:lnTo>
                    <a:lnTo>
                      <a:pt x="224" y="336"/>
                    </a:lnTo>
                    <a:lnTo>
                      <a:pt x="100" y="204"/>
                    </a:lnTo>
                    <a:lnTo>
                      <a:pt x="204" y="100"/>
                    </a:lnTo>
                    <a:lnTo>
                      <a:pt x="108"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6" name="Google Shape;796;p23"/>
              <p:cNvSpPr/>
              <p:nvPr/>
            </p:nvSpPr>
            <p:spPr>
              <a:xfrm>
                <a:off x="-4439034" y="3383198"/>
                <a:ext cx="58646" cy="59657"/>
              </a:xfrm>
              <a:custGeom>
                <a:rect b="b" l="l" r="r" t="t"/>
                <a:pathLst>
                  <a:path extrusionOk="0" h="236" w="232">
                    <a:moveTo>
                      <a:pt x="104" y="0"/>
                    </a:moveTo>
                    <a:lnTo>
                      <a:pt x="0" y="104"/>
                    </a:lnTo>
                    <a:lnTo>
                      <a:pt x="124" y="236"/>
                    </a:lnTo>
                    <a:lnTo>
                      <a:pt x="232" y="132"/>
                    </a:lnTo>
                    <a:lnTo>
                      <a:pt x="104" y="0"/>
                    </a:lnTo>
                    <a:close/>
                  </a:path>
                </a:pathLst>
              </a:custGeom>
              <a:solidFill>
                <a:srgbClr val="FDF4B6"/>
              </a:solidFill>
              <a:ln>
                <a:noFill/>
              </a:ln>
            </p:spPr>
            <p:txBody>
              <a:bodyPr anchorCtr="1" anchor="ctr" bIns="39950" lIns="90000" spcFirstLastPara="1" rIns="90000" wrap="square" tIns="399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7" name="Google Shape;797;p23"/>
              <p:cNvSpPr/>
              <p:nvPr/>
            </p:nvSpPr>
            <p:spPr>
              <a:xfrm>
                <a:off x="-4439034" y="3383198"/>
                <a:ext cx="58646" cy="59657"/>
              </a:xfrm>
              <a:custGeom>
                <a:rect b="b" l="l" r="r" t="t"/>
                <a:pathLst>
                  <a:path extrusionOk="0" h="236" w="232">
                    <a:moveTo>
                      <a:pt x="104" y="0"/>
                    </a:moveTo>
                    <a:lnTo>
                      <a:pt x="0" y="104"/>
                    </a:lnTo>
                    <a:lnTo>
                      <a:pt x="124" y="236"/>
                    </a:lnTo>
                    <a:lnTo>
                      <a:pt x="232" y="132"/>
                    </a:lnTo>
                    <a:lnTo>
                      <a:pt x="104" y="0"/>
                    </a:lnTo>
                    <a:close/>
                  </a:path>
                </a:pathLst>
              </a:custGeom>
              <a:solidFill>
                <a:srgbClr val="FDF4B6"/>
              </a:solidFill>
              <a:ln>
                <a:noFill/>
              </a:ln>
            </p:spPr>
            <p:txBody>
              <a:bodyPr anchorCtr="1" anchor="ctr" bIns="39950" lIns="90000" spcFirstLastPara="1" rIns="90000" wrap="square" tIns="399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8" name="Google Shape;798;p23"/>
              <p:cNvSpPr/>
              <p:nvPr/>
            </p:nvSpPr>
            <p:spPr>
              <a:xfrm>
                <a:off x="-4887979" y="3514393"/>
                <a:ext cx="236101" cy="255313"/>
              </a:xfrm>
              <a:custGeom>
                <a:rect b="b" l="l" r="r" t="t"/>
                <a:pathLst>
                  <a:path extrusionOk="0" h="1010" w="934">
                    <a:moveTo>
                      <a:pt x="12" y="483"/>
                    </a:moveTo>
                    <a:lnTo>
                      <a:pt x="12" y="483"/>
                    </a:lnTo>
                    <a:cubicBezTo>
                      <a:pt x="20" y="499"/>
                      <a:pt x="32" y="515"/>
                      <a:pt x="43" y="527"/>
                    </a:cubicBezTo>
                    <a:cubicBezTo>
                      <a:pt x="511" y="1010"/>
                      <a:pt x="511" y="1010"/>
                      <a:pt x="511" y="1010"/>
                    </a:cubicBezTo>
                    <a:cubicBezTo>
                      <a:pt x="515" y="1010"/>
                      <a:pt x="519" y="1010"/>
                      <a:pt x="523" y="1006"/>
                    </a:cubicBezTo>
                    <a:cubicBezTo>
                      <a:pt x="12" y="483"/>
                      <a:pt x="12" y="483"/>
                      <a:pt x="12" y="483"/>
                    </a:cubicBezTo>
                    <a:moveTo>
                      <a:pt x="707" y="420"/>
                    </a:moveTo>
                    <a:lnTo>
                      <a:pt x="707" y="420"/>
                    </a:lnTo>
                    <a:cubicBezTo>
                      <a:pt x="598" y="527"/>
                      <a:pt x="598" y="527"/>
                      <a:pt x="598" y="527"/>
                    </a:cubicBezTo>
                    <a:cubicBezTo>
                      <a:pt x="822" y="759"/>
                      <a:pt x="822" y="759"/>
                      <a:pt x="822" y="759"/>
                    </a:cubicBezTo>
                    <a:cubicBezTo>
                      <a:pt x="934" y="655"/>
                      <a:pt x="934" y="655"/>
                      <a:pt x="934" y="655"/>
                    </a:cubicBezTo>
                    <a:cubicBezTo>
                      <a:pt x="707" y="420"/>
                      <a:pt x="707" y="420"/>
                      <a:pt x="707" y="420"/>
                    </a:cubicBezTo>
                    <a:moveTo>
                      <a:pt x="116" y="180"/>
                    </a:moveTo>
                    <a:lnTo>
                      <a:pt x="116" y="180"/>
                    </a:lnTo>
                    <a:cubicBezTo>
                      <a:pt x="52" y="240"/>
                      <a:pt x="52" y="240"/>
                      <a:pt x="52" y="240"/>
                    </a:cubicBezTo>
                    <a:cubicBezTo>
                      <a:pt x="28" y="264"/>
                      <a:pt x="12" y="288"/>
                      <a:pt x="0" y="316"/>
                    </a:cubicBezTo>
                    <a:cubicBezTo>
                      <a:pt x="618" y="955"/>
                      <a:pt x="618" y="955"/>
                      <a:pt x="618" y="955"/>
                    </a:cubicBezTo>
                    <a:cubicBezTo>
                      <a:pt x="626" y="950"/>
                      <a:pt x="634" y="942"/>
                      <a:pt x="643" y="935"/>
                    </a:cubicBezTo>
                    <a:cubicBezTo>
                      <a:pt x="746" y="835"/>
                      <a:pt x="746" y="835"/>
                      <a:pt x="746" y="835"/>
                    </a:cubicBezTo>
                    <a:cubicBezTo>
                      <a:pt x="523" y="599"/>
                      <a:pt x="523" y="599"/>
                      <a:pt x="523" y="599"/>
                    </a:cubicBezTo>
                    <a:cubicBezTo>
                      <a:pt x="411" y="707"/>
                      <a:pt x="411" y="707"/>
                      <a:pt x="411" y="707"/>
                    </a:cubicBezTo>
                    <a:cubicBezTo>
                      <a:pt x="411" y="711"/>
                      <a:pt x="411" y="711"/>
                      <a:pt x="407" y="711"/>
                    </a:cubicBezTo>
                    <a:lnTo>
                      <a:pt x="403" y="707"/>
                    </a:lnTo>
                    <a:cubicBezTo>
                      <a:pt x="96" y="387"/>
                      <a:pt x="96" y="387"/>
                      <a:pt x="96" y="387"/>
                    </a:cubicBezTo>
                    <a:cubicBezTo>
                      <a:pt x="91" y="387"/>
                      <a:pt x="96" y="384"/>
                      <a:pt x="96" y="384"/>
                    </a:cubicBezTo>
                    <a:cubicBezTo>
                      <a:pt x="207" y="276"/>
                      <a:pt x="207" y="276"/>
                      <a:pt x="207" y="276"/>
                    </a:cubicBezTo>
                    <a:cubicBezTo>
                      <a:pt x="116" y="180"/>
                      <a:pt x="116" y="180"/>
                      <a:pt x="116" y="180"/>
                    </a:cubicBezTo>
                    <a:moveTo>
                      <a:pt x="299" y="0"/>
                    </a:moveTo>
                    <a:lnTo>
                      <a:pt x="299" y="0"/>
                    </a:lnTo>
                    <a:cubicBezTo>
                      <a:pt x="191" y="104"/>
                      <a:pt x="191" y="104"/>
                      <a:pt x="191" y="104"/>
                    </a:cubicBezTo>
                    <a:cubicBezTo>
                      <a:pt x="283" y="200"/>
                      <a:pt x="283" y="200"/>
                      <a:pt x="283" y="200"/>
                    </a:cubicBezTo>
                    <a:cubicBezTo>
                      <a:pt x="391" y="96"/>
                      <a:pt x="391" y="96"/>
                      <a:pt x="391" y="96"/>
                    </a:cubicBezTo>
                    <a:cubicBezTo>
                      <a:pt x="299" y="0"/>
                      <a:pt x="299" y="0"/>
                      <a:pt x="29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799" name="Google Shape;799;p23"/>
              <p:cNvSpPr/>
              <p:nvPr/>
            </p:nvSpPr>
            <p:spPr>
              <a:xfrm>
                <a:off x="-4732516" y="3405443"/>
                <a:ext cx="294495" cy="297781"/>
              </a:xfrm>
              <a:custGeom>
                <a:rect b="b" l="l" r="r" t="t"/>
                <a:pathLst>
                  <a:path extrusionOk="0" h="1178" w="1165">
                    <a:moveTo>
                      <a:pt x="1165" y="731"/>
                    </a:moveTo>
                    <a:lnTo>
                      <a:pt x="706" y="1178"/>
                    </a:lnTo>
                    <a:lnTo>
                      <a:pt x="0" y="447"/>
                    </a:lnTo>
                    <a:lnTo>
                      <a:pt x="459" y="0"/>
                    </a:lnTo>
                    <a:lnTo>
                      <a:pt x="1165" y="731"/>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0" name="Google Shape;800;p23"/>
              <p:cNvSpPr/>
              <p:nvPr/>
            </p:nvSpPr>
            <p:spPr>
              <a:xfrm>
                <a:off x="-4732516" y="3405443"/>
                <a:ext cx="294495" cy="297781"/>
              </a:xfrm>
              <a:custGeom>
                <a:rect b="b" l="l" r="r" t="t"/>
                <a:pathLst>
                  <a:path extrusionOk="0" h="1178" w="1165">
                    <a:moveTo>
                      <a:pt x="1165" y="731"/>
                    </a:moveTo>
                    <a:lnTo>
                      <a:pt x="706" y="1178"/>
                    </a:lnTo>
                    <a:lnTo>
                      <a:pt x="0" y="447"/>
                    </a:lnTo>
                    <a:lnTo>
                      <a:pt x="459" y="0"/>
                    </a:lnTo>
                    <a:lnTo>
                      <a:pt x="1165" y="731"/>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1" name="Google Shape;801;p23"/>
              <p:cNvSpPr/>
              <p:nvPr/>
            </p:nvSpPr>
            <p:spPr>
              <a:xfrm>
                <a:off x="-4634689" y="3515404"/>
                <a:ext cx="123106" cy="122095"/>
              </a:xfrm>
              <a:custGeom>
                <a:rect b="b" l="l" r="r" t="t"/>
                <a:pathLst>
                  <a:path extrusionOk="0" h="483" w="487">
                    <a:moveTo>
                      <a:pt x="383" y="0"/>
                    </a:moveTo>
                    <a:lnTo>
                      <a:pt x="0" y="376"/>
                    </a:lnTo>
                    <a:lnTo>
                      <a:pt x="103" y="483"/>
                    </a:lnTo>
                    <a:lnTo>
                      <a:pt x="487" y="112"/>
                    </a:lnTo>
                    <a:lnTo>
                      <a:pt x="383" y="0"/>
                    </a:lnTo>
                    <a:close/>
                  </a:path>
                </a:pathLst>
              </a:custGeom>
              <a:solidFill>
                <a:srgbClr val="1C1D1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2" name="Google Shape;802;p23"/>
              <p:cNvSpPr/>
              <p:nvPr/>
            </p:nvSpPr>
            <p:spPr>
              <a:xfrm>
                <a:off x="-4634689" y="3515404"/>
                <a:ext cx="123106" cy="122095"/>
              </a:xfrm>
              <a:custGeom>
                <a:rect b="b" l="l" r="r" t="t"/>
                <a:pathLst>
                  <a:path extrusionOk="0" h="483" w="487">
                    <a:moveTo>
                      <a:pt x="383" y="0"/>
                    </a:moveTo>
                    <a:lnTo>
                      <a:pt x="0" y="376"/>
                    </a:lnTo>
                    <a:lnTo>
                      <a:pt x="103" y="483"/>
                    </a:lnTo>
                    <a:lnTo>
                      <a:pt x="487" y="112"/>
                    </a:lnTo>
                    <a:lnTo>
                      <a:pt x="383" y="0"/>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3" name="Google Shape;803;p23"/>
              <p:cNvSpPr/>
              <p:nvPr/>
            </p:nvSpPr>
            <p:spPr>
              <a:xfrm>
                <a:off x="-4692324" y="3314693"/>
                <a:ext cx="344293" cy="352130"/>
              </a:xfrm>
              <a:custGeom>
                <a:rect b="b" l="l" r="r" t="t"/>
                <a:pathLst>
                  <a:path extrusionOk="0" h="1393" w="1362">
                    <a:moveTo>
                      <a:pt x="1362" y="1225"/>
                    </a:moveTo>
                    <a:lnTo>
                      <a:pt x="1190" y="1393"/>
                    </a:lnTo>
                    <a:lnTo>
                      <a:pt x="0" y="168"/>
                    </a:lnTo>
                    <a:lnTo>
                      <a:pt x="172" y="0"/>
                    </a:lnTo>
                    <a:lnTo>
                      <a:pt x="1362" y="1225"/>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4" name="Google Shape;804;p23"/>
              <p:cNvSpPr/>
              <p:nvPr/>
            </p:nvSpPr>
            <p:spPr>
              <a:xfrm>
                <a:off x="-4692324" y="3314693"/>
                <a:ext cx="344293" cy="352130"/>
              </a:xfrm>
              <a:custGeom>
                <a:rect b="b" l="l" r="r" t="t"/>
                <a:pathLst>
                  <a:path extrusionOk="0" h="1393" w="1362">
                    <a:moveTo>
                      <a:pt x="1362" y="1225"/>
                    </a:moveTo>
                    <a:lnTo>
                      <a:pt x="1190" y="1393"/>
                    </a:lnTo>
                    <a:lnTo>
                      <a:pt x="0" y="168"/>
                    </a:lnTo>
                    <a:lnTo>
                      <a:pt x="172" y="0"/>
                    </a:lnTo>
                    <a:lnTo>
                      <a:pt x="1362" y="1225"/>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5" name="Google Shape;805;p23"/>
              <p:cNvSpPr/>
              <p:nvPr/>
            </p:nvSpPr>
            <p:spPr>
              <a:xfrm>
                <a:off x="-4832619" y="3450944"/>
                <a:ext cx="344293" cy="352130"/>
              </a:xfrm>
              <a:custGeom>
                <a:rect b="b" l="l" r="r" t="t"/>
                <a:pathLst>
                  <a:path extrusionOk="0" h="1393" w="1362">
                    <a:moveTo>
                      <a:pt x="1362" y="1229"/>
                    </a:moveTo>
                    <a:lnTo>
                      <a:pt x="1190" y="1393"/>
                    </a:lnTo>
                    <a:lnTo>
                      <a:pt x="0" y="167"/>
                    </a:lnTo>
                    <a:lnTo>
                      <a:pt x="172" y="0"/>
                    </a:lnTo>
                    <a:lnTo>
                      <a:pt x="1362" y="1229"/>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6" name="Google Shape;806;p23"/>
              <p:cNvSpPr/>
              <p:nvPr/>
            </p:nvSpPr>
            <p:spPr>
              <a:xfrm>
                <a:off x="-4832619" y="3450944"/>
                <a:ext cx="344293" cy="352130"/>
              </a:xfrm>
              <a:custGeom>
                <a:rect b="b" l="l" r="r" t="t"/>
                <a:pathLst>
                  <a:path extrusionOk="0" h="1393" w="1362">
                    <a:moveTo>
                      <a:pt x="1362" y="1229"/>
                    </a:moveTo>
                    <a:lnTo>
                      <a:pt x="1190" y="1393"/>
                    </a:lnTo>
                    <a:lnTo>
                      <a:pt x="0" y="167"/>
                    </a:lnTo>
                    <a:lnTo>
                      <a:pt x="172" y="0"/>
                    </a:lnTo>
                    <a:lnTo>
                      <a:pt x="1362" y="1229"/>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07" name="Google Shape;807;p23"/>
              <p:cNvSpPr/>
              <p:nvPr/>
            </p:nvSpPr>
            <p:spPr>
              <a:xfrm>
                <a:off x="-4468357" y="3500237"/>
                <a:ext cx="0" cy="1264"/>
              </a:xfrm>
              <a:custGeom>
                <a:rect b="b" l="l" r="r" t="t"/>
                <a:pathLst>
                  <a:path extrusionOk="0" h="5" w="120000">
                    <a:moveTo>
                      <a:pt x="0" y="0"/>
                    </a:moveTo>
                    <a:lnTo>
                      <a:pt x="0" y="0"/>
                    </a:lnTo>
                    <a:lnTo>
                      <a:pt x="0" y="5"/>
                    </a:lnTo>
                    <a:lnTo>
                      <a:pt x="0" y="5"/>
                    </a:lnTo>
                    <a:lnTo>
                      <a:pt x="0" y="0"/>
                    </a:lnTo>
                    <a:close/>
                  </a:path>
                </a:pathLst>
              </a:custGeom>
              <a:solidFill>
                <a:srgbClr val="BDBEB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08" name="Google Shape;808;p23"/>
              <p:cNvSpPr/>
              <p:nvPr/>
            </p:nvSpPr>
            <p:spPr>
              <a:xfrm>
                <a:off x="-4468357" y="3500237"/>
                <a:ext cx="0" cy="1264"/>
              </a:xfrm>
              <a:custGeom>
                <a:rect b="b" l="l" r="r" t="t"/>
                <a:pathLst>
                  <a:path extrusionOk="0" h="5" w="120000">
                    <a:moveTo>
                      <a:pt x="0" y="0"/>
                    </a:moveTo>
                    <a:lnTo>
                      <a:pt x="0" y="0"/>
                    </a:lnTo>
                    <a:lnTo>
                      <a:pt x="0" y="5"/>
                    </a:lnTo>
                    <a:lnTo>
                      <a:pt x="0" y="5"/>
                    </a:lnTo>
                    <a:lnTo>
                      <a:pt x="0" y="0"/>
                    </a:lnTo>
                    <a:close/>
                  </a:path>
                </a:pathLst>
              </a:custGeom>
              <a:solidFill>
                <a:srgbClr val="BDBEB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09" name="Google Shape;809;p23"/>
              <p:cNvSpPr/>
              <p:nvPr/>
            </p:nvSpPr>
            <p:spPr>
              <a:xfrm>
                <a:off x="-4511583" y="3500237"/>
                <a:ext cx="43226" cy="43479"/>
              </a:xfrm>
              <a:custGeom>
                <a:rect b="b" l="l" r="r" t="t"/>
                <a:pathLst>
                  <a:path extrusionOk="0" h="172" w="171">
                    <a:moveTo>
                      <a:pt x="171" y="0"/>
                    </a:moveTo>
                    <a:lnTo>
                      <a:pt x="0" y="168"/>
                    </a:lnTo>
                    <a:lnTo>
                      <a:pt x="0" y="172"/>
                    </a:lnTo>
                    <a:lnTo>
                      <a:pt x="171" y="5"/>
                    </a:lnTo>
                    <a:lnTo>
                      <a:pt x="171" y="0"/>
                    </a:lnTo>
                    <a:close/>
                  </a:path>
                </a:pathLst>
              </a:custGeom>
              <a:solidFill>
                <a:srgbClr val="1C1D1F"/>
              </a:solidFill>
              <a:ln>
                <a:noFill/>
              </a:ln>
            </p:spPr>
            <p:txBody>
              <a:bodyPr anchorCtr="1" anchor="ctr" bIns="16900" lIns="90000" spcFirstLastPara="1" rIns="90000" wrap="square" tIns="169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0" name="Google Shape;810;p23"/>
              <p:cNvSpPr/>
              <p:nvPr/>
            </p:nvSpPr>
            <p:spPr>
              <a:xfrm>
                <a:off x="-4511583" y="3500237"/>
                <a:ext cx="43226" cy="43479"/>
              </a:xfrm>
              <a:custGeom>
                <a:rect b="b" l="l" r="r" t="t"/>
                <a:pathLst>
                  <a:path extrusionOk="0" h="172" w="171">
                    <a:moveTo>
                      <a:pt x="171" y="0"/>
                    </a:moveTo>
                    <a:lnTo>
                      <a:pt x="0" y="168"/>
                    </a:lnTo>
                    <a:lnTo>
                      <a:pt x="0" y="172"/>
                    </a:lnTo>
                    <a:lnTo>
                      <a:pt x="171" y="5"/>
                    </a:lnTo>
                    <a:lnTo>
                      <a:pt x="171" y="0"/>
                    </a:lnTo>
                    <a:close/>
                  </a:path>
                </a:pathLst>
              </a:custGeom>
              <a:solidFill>
                <a:srgbClr val="1C1D1F"/>
              </a:solidFill>
              <a:ln>
                <a:noFill/>
              </a:ln>
            </p:spPr>
            <p:txBody>
              <a:bodyPr anchorCtr="1" anchor="ctr" bIns="16900" lIns="90000" spcFirstLastPara="1" rIns="90000" wrap="square" tIns="169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1" name="Google Shape;811;p23"/>
              <p:cNvSpPr/>
              <p:nvPr/>
            </p:nvSpPr>
            <p:spPr>
              <a:xfrm>
                <a:off x="-4652889" y="3636487"/>
                <a:ext cx="44237" cy="43479"/>
              </a:xfrm>
              <a:custGeom>
                <a:rect b="b" l="l" r="r" t="t"/>
                <a:pathLst>
                  <a:path extrusionOk="0" h="172" w="175">
                    <a:moveTo>
                      <a:pt x="175" y="0"/>
                    </a:moveTo>
                    <a:lnTo>
                      <a:pt x="0" y="168"/>
                    </a:lnTo>
                    <a:lnTo>
                      <a:pt x="4" y="172"/>
                    </a:lnTo>
                    <a:lnTo>
                      <a:pt x="175" y="4"/>
                    </a:lnTo>
                    <a:lnTo>
                      <a:pt x="175" y="0"/>
                    </a:lnTo>
                    <a:close/>
                  </a:path>
                </a:pathLst>
              </a:custGeom>
              <a:solidFill>
                <a:srgbClr val="1C1D1F"/>
              </a:solidFill>
              <a:ln>
                <a:noFill/>
              </a:ln>
            </p:spPr>
            <p:txBody>
              <a:bodyPr anchorCtr="1" anchor="ctr" bIns="16900" lIns="90000" spcFirstLastPara="1" rIns="90000" wrap="square" tIns="169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2" name="Google Shape;812;p23"/>
              <p:cNvSpPr/>
              <p:nvPr/>
            </p:nvSpPr>
            <p:spPr>
              <a:xfrm>
                <a:off x="-4652889" y="3636487"/>
                <a:ext cx="44237" cy="43479"/>
              </a:xfrm>
              <a:custGeom>
                <a:rect b="b" l="l" r="r" t="t"/>
                <a:pathLst>
                  <a:path extrusionOk="0" h="172" w="175">
                    <a:moveTo>
                      <a:pt x="175" y="0"/>
                    </a:moveTo>
                    <a:lnTo>
                      <a:pt x="0" y="168"/>
                    </a:lnTo>
                    <a:lnTo>
                      <a:pt x="4" y="172"/>
                    </a:lnTo>
                    <a:lnTo>
                      <a:pt x="175" y="4"/>
                    </a:lnTo>
                    <a:lnTo>
                      <a:pt x="175" y="0"/>
                    </a:lnTo>
                    <a:close/>
                  </a:path>
                </a:pathLst>
              </a:custGeom>
              <a:solidFill>
                <a:srgbClr val="1C1D1F"/>
              </a:solidFill>
              <a:ln>
                <a:noFill/>
              </a:ln>
            </p:spPr>
            <p:txBody>
              <a:bodyPr anchorCtr="1" anchor="ctr" bIns="16900" lIns="90000" spcFirstLastPara="1" rIns="90000" wrap="square" tIns="169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3" name="Google Shape;813;p23"/>
              <p:cNvSpPr/>
              <p:nvPr/>
            </p:nvSpPr>
            <p:spPr>
              <a:xfrm>
                <a:off x="-2315900" y="959503"/>
                <a:ext cx="399653" cy="406731"/>
              </a:xfrm>
              <a:custGeom>
                <a:rect b="b" l="l" r="r" t="t"/>
                <a:pathLst>
                  <a:path extrusionOk="0" h="1609" w="1581">
                    <a:moveTo>
                      <a:pt x="1237" y="1609"/>
                    </a:moveTo>
                    <a:lnTo>
                      <a:pt x="1237" y="1609"/>
                    </a:lnTo>
                    <a:cubicBezTo>
                      <a:pt x="1425" y="1425"/>
                      <a:pt x="1581" y="1270"/>
                      <a:pt x="1581" y="1270"/>
                    </a:cubicBezTo>
                    <a:cubicBezTo>
                      <a:pt x="351" y="0"/>
                      <a:pt x="351" y="0"/>
                      <a:pt x="351" y="0"/>
                    </a:cubicBezTo>
                    <a:cubicBezTo>
                      <a:pt x="351" y="0"/>
                      <a:pt x="191" y="152"/>
                      <a:pt x="0" y="332"/>
                    </a:cubicBezTo>
                    <a:cubicBezTo>
                      <a:pt x="1237" y="1609"/>
                      <a:pt x="1237" y="1609"/>
                      <a:pt x="1237" y="1609"/>
                    </a:cubicBezTo>
                    <a:close/>
                  </a:path>
                </a:pathLst>
              </a:custGeom>
              <a:solidFill>
                <a:schemeClr val="accent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4" name="Google Shape;814;p23"/>
              <p:cNvSpPr/>
              <p:nvPr/>
            </p:nvSpPr>
            <p:spPr>
              <a:xfrm>
                <a:off x="-1989050" y="1285595"/>
                <a:ext cx="67746" cy="66482"/>
              </a:xfrm>
              <a:custGeom>
                <a:rect b="b" l="l" r="r" t="t"/>
                <a:pathLst>
                  <a:path extrusionOk="0" h="263" w="268">
                    <a:moveTo>
                      <a:pt x="268" y="0"/>
                    </a:moveTo>
                    <a:lnTo>
                      <a:pt x="268" y="0"/>
                    </a:lnTo>
                    <a:cubicBezTo>
                      <a:pt x="228" y="40"/>
                      <a:pt x="124" y="139"/>
                      <a:pt x="0" y="263"/>
                    </a:cubicBezTo>
                    <a:lnTo>
                      <a:pt x="0" y="263"/>
                    </a:lnTo>
                    <a:cubicBezTo>
                      <a:pt x="124" y="143"/>
                      <a:pt x="228" y="43"/>
                      <a:pt x="268" y="3"/>
                    </a:cubicBezTo>
                    <a:cubicBezTo>
                      <a:pt x="268" y="0"/>
                      <a:pt x="268" y="0"/>
                      <a:pt x="268" y="0"/>
                    </a:cubicBezTo>
                    <a:close/>
                  </a:path>
                </a:pathLst>
              </a:custGeom>
              <a:solidFill>
                <a:srgbClr val="EECFD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5" name="Google Shape;815;p23"/>
              <p:cNvSpPr/>
              <p:nvPr/>
            </p:nvSpPr>
            <p:spPr>
              <a:xfrm>
                <a:off x="-2120245" y="1151114"/>
                <a:ext cx="198942" cy="200964"/>
              </a:xfrm>
              <a:custGeom>
                <a:rect b="b" l="l" r="r" t="t"/>
                <a:pathLst>
                  <a:path extrusionOk="0" h="795" w="787">
                    <a:moveTo>
                      <a:pt x="272" y="0"/>
                    </a:moveTo>
                    <a:lnTo>
                      <a:pt x="272" y="0"/>
                    </a:lnTo>
                    <a:cubicBezTo>
                      <a:pt x="227" y="36"/>
                      <a:pt x="124" y="136"/>
                      <a:pt x="0" y="256"/>
                    </a:cubicBezTo>
                    <a:cubicBezTo>
                      <a:pt x="224" y="488"/>
                      <a:pt x="224" y="488"/>
                      <a:pt x="224" y="488"/>
                    </a:cubicBezTo>
                    <a:cubicBezTo>
                      <a:pt x="519" y="795"/>
                      <a:pt x="519" y="795"/>
                      <a:pt x="519" y="795"/>
                    </a:cubicBezTo>
                    <a:cubicBezTo>
                      <a:pt x="643" y="671"/>
                      <a:pt x="747" y="572"/>
                      <a:pt x="787" y="532"/>
                    </a:cubicBezTo>
                    <a:cubicBezTo>
                      <a:pt x="272" y="0"/>
                      <a:pt x="272" y="0"/>
                      <a:pt x="272"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16" name="Google Shape;816;p23"/>
              <p:cNvSpPr/>
              <p:nvPr/>
            </p:nvSpPr>
            <p:spPr>
              <a:xfrm>
                <a:off x="-5307853" y="3944378"/>
                <a:ext cx="320026" cy="309662"/>
              </a:xfrm>
              <a:custGeom>
                <a:rect b="b" l="l" r="r" t="t"/>
                <a:pathLst>
                  <a:path extrusionOk="0" h="1225" w="1266">
                    <a:moveTo>
                      <a:pt x="24" y="1225"/>
                    </a:moveTo>
                    <a:lnTo>
                      <a:pt x="1266" y="48"/>
                    </a:lnTo>
                    <a:lnTo>
                      <a:pt x="1214" y="0"/>
                    </a:lnTo>
                    <a:lnTo>
                      <a:pt x="0" y="1202"/>
                    </a:lnTo>
                    <a:lnTo>
                      <a:pt x="24" y="1225"/>
                    </a:lnTo>
                    <a:close/>
                  </a:path>
                </a:pathLst>
              </a:custGeom>
              <a:solidFill>
                <a:srgbClr val="877E87"/>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7" name="Google Shape;817;p23"/>
              <p:cNvSpPr/>
              <p:nvPr/>
            </p:nvSpPr>
            <p:spPr>
              <a:xfrm>
                <a:off x="-5307853" y="3944378"/>
                <a:ext cx="320026" cy="309662"/>
              </a:xfrm>
              <a:custGeom>
                <a:rect b="b" l="l" r="r" t="t"/>
                <a:pathLst>
                  <a:path extrusionOk="0" h="1225" w="1266">
                    <a:moveTo>
                      <a:pt x="24" y="1225"/>
                    </a:moveTo>
                    <a:lnTo>
                      <a:pt x="1266" y="48"/>
                    </a:lnTo>
                    <a:lnTo>
                      <a:pt x="1214" y="0"/>
                    </a:lnTo>
                    <a:lnTo>
                      <a:pt x="0" y="1202"/>
                    </a:lnTo>
                    <a:lnTo>
                      <a:pt x="24" y="1225"/>
                    </a:lnTo>
                    <a:close/>
                  </a:path>
                </a:pathLst>
              </a:custGeom>
              <a:solidFill>
                <a:schemeClr val="dk1"/>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8" name="Google Shape;818;p23"/>
              <p:cNvSpPr/>
              <p:nvPr/>
            </p:nvSpPr>
            <p:spPr>
              <a:xfrm>
                <a:off x="-5089700" y="3719401"/>
                <a:ext cx="368308" cy="329884"/>
              </a:xfrm>
              <a:custGeom>
                <a:rect b="b" l="l" r="r" t="t"/>
                <a:pathLst>
                  <a:path extrusionOk="0" h="1305" w="1457">
                    <a:moveTo>
                      <a:pt x="1457" y="610"/>
                    </a:moveTo>
                    <a:lnTo>
                      <a:pt x="1457" y="610"/>
                    </a:lnTo>
                    <a:cubicBezTo>
                      <a:pt x="1297" y="766"/>
                      <a:pt x="1297" y="766"/>
                      <a:pt x="1297" y="766"/>
                    </a:cubicBezTo>
                    <a:lnTo>
                      <a:pt x="1297" y="766"/>
                    </a:lnTo>
                    <a:cubicBezTo>
                      <a:pt x="909" y="1142"/>
                      <a:pt x="909" y="1142"/>
                      <a:pt x="909" y="1142"/>
                    </a:cubicBezTo>
                    <a:cubicBezTo>
                      <a:pt x="861" y="1190"/>
                      <a:pt x="802" y="1209"/>
                      <a:pt x="742" y="1209"/>
                    </a:cubicBezTo>
                    <a:cubicBezTo>
                      <a:pt x="682" y="1209"/>
                      <a:pt x="618" y="1185"/>
                      <a:pt x="574" y="1137"/>
                    </a:cubicBezTo>
                    <a:cubicBezTo>
                      <a:pt x="570" y="1134"/>
                      <a:pt x="570" y="1134"/>
                      <a:pt x="570" y="1134"/>
                    </a:cubicBezTo>
                    <a:cubicBezTo>
                      <a:pt x="730" y="1301"/>
                      <a:pt x="730" y="1301"/>
                      <a:pt x="730" y="1301"/>
                    </a:cubicBezTo>
                    <a:cubicBezTo>
                      <a:pt x="734" y="1301"/>
                      <a:pt x="734" y="1305"/>
                      <a:pt x="738" y="1305"/>
                    </a:cubicBezTo>
                    <a:cubicBezTo>
                      <a:pt x="742" y="1305"/>
                      <a:pt x="742" y="1301"/>
                      <a:pt x="746" y="1301"/>
                    </a:cubicBezTo>
                    <a:cubicBezTo>
                      <a:pt x="1457" y="610"/>
                      <a:pt x="1457" y="610"/>
                      <a:pt x="1457" y="610"/>
                    </a:cubicBezTo>
                    <a:moveTo>
                      <a:pt x="403" y="762"/>
                    </a:moveTo>
                    <a:lnTo>
                      <a:pt x="403" y="762"/>
                    </a:lnTo>
                    <a:cubicBezTo>
                      <a:pt x="398" y="762"/>
                      <a:pt x="398" y="762"/>
                      <a:pt x="398" y="758"/>
                    </a:cubicBezTo>
                    <a:cubicBezTo>
                      <a:pt x="175" y="531"/>
                      <a:pt x="175" y="531"/>
                      <a:pt x="175" y="531"/>
                    </a:cubicBezTo>
                    <a:lnTo>
                      <a:pt x="175" y="527"/>
                    </a:lnTo>
                    <a:cubicBezTo>
                      <a:pt x="558" y="155"/>
                      <a:pt x="558" y="155"/>
                      <a:pt x="558" y="155"/>
                    </a:cubicBezTo>
                    <a:cubicBezTo>
                      <a:pt x="786" y="387"/>
                      <a:pt x="786" y="387"/>
                      <a:pt x="786" y="387"/>
                    </a:cubicBezTo>
                    <a:cubicBezTo>
                      <a:pt x="403" y="758"/>
                      <a:pt x="403" y="758"/>
                      <a:pt x="403" y="758"/>
                    </a:cubicBezTo>
                    <a:cubicBezTo>
                      <a:pt x="403" y="762"/>
                      <a:pt x="403" y="762"/>
                      <a:pt x="403" y="762"/>
                    </a:cubicBezTo>
                    <a:moveTo>
                      <a:pt x="554" y="0"/>
                    </a:moveTo>
                    <a:lnTo>
                      <a:pt x="554" y="0"/>
                    </a:lnTo>
                    <a:cubicBezTo>
                      <a:pt x="3" y="531"/>
                      <a:pt x="3" y="531"/>
                      <a:pt x="3" y="531"/>
                    </a:cubicBezTo>
                    <a:cubicBezTo>
                      <a:pt x="-1" y="535"/>
                      <a:pt x="-1" y="543"/>
                      <a:pt x="3" y="547"/>
                    </a:cubicBezTo>
                    <a:cubicBezTo>
                      <a:pt x="343" y="898"/>
                      <a:pt x="343" y="898"/>
                      <a:pt x="343" y="898"/>
                    </a:cubicBezTo>
                    <a:cubicBezTo>
                      <a:pt x="351" y="890"/>
                      <a:pt x="351" y="890"/>
                      <a:pt x="351" y="890"/>
                    </a:cubicBezTo>
                    <a:cubicBezTo>
                      <a:pt x="403" y="938"/>
                      <a:pt x="403" y="938"/>
                      <a:pt x="403" y="938"/>
                    </a:cubicBezTo>
                    <a:cubicBezTo>
                      <a:pt x="398" y="942"/>
                      <a:pt x="398" y="942"/>
                      <a:pt x="398" y="942"/>
                    </a:cubicBezTo>
                    <a:cubicBezTo>
                      <a:pt x="426" y="954"/>
                      <a:pt x="454" y="962"/>
                      <a:pt x="482" y="962"/>
                    </a:cubicBezTo>
                    <a:cubicBezTo>
                      <a:pt x="530" y="962"/>
                      <a:pt x="578" y="942"/>
                      <a:pt x="614" y="906"/>
                    </a:cubicBezTo>
                    <a:cubicBezTo>
                      <a:pt x="1037" y="499"/>
                      <a:pt x="1037" y="499"/>
                      <a:pt x="1037" y="499"/>
                    </a:cubicBezTo>
                    <a:cubicBezTo>
                      <a:pt x="554" y="0"/>
                      <a:pt x="554" y="0"/>
                      <a:pt x="554" y="0"/>
                    </a:cubicBezTo>
                    <a:close/>
                  </a:path>
                </a:pathLst>
              </a:custGeom>
              <a:solidFill>
                <a:schemeClr val="lt1"/>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19" name="Google Shape;819;p23"/>
              <p:cNvSpPr/>
              <p:nvPr/>
            </p:nvSpPr>
            <p:spPr>
              <a:xfrm>
                <a:off x="-5002995" y="3944378"/>
                <a:ext cx="15167" cy="13145"/>
              </a:xfrm>
              <a:custGeom>
                <a:rect b="b" l="l" r="r" t="t"/>
                <a:pathLst>
                  <a:path extrusionOk="0" h="52" w="60">
                    <a:moveTo>
                      <a:pt x="8" y="0"/>
                    </a:moveTo>
                    <a:lnTo>
                      <a:pt x="8" y="0"/>
                    </a:lnTo>
                    <a:cubicBezTo>
                      <a:pt x="0" y="8"/>
                      <a:pt x="0" y="8"/>
                      <a:pt x="0" y="8"/>
                    </a:cubicBezTo>
                    <a:cubicBezTo>
                      <a:pt x="4" y="16"/>
                      <a:pt x="4" y="16"/>
                      <a:pt x="4" y="16"/>
                    </a:cubicBezTo>
                    <a:cubicBezTo>
                      <a:pt x="19" y="32"/>
                      <a:pt x="36" y="44"/>
                      <a:pt x="55" y="52"/>
                    </a:cubicBezTo>
                    <a:cubicBezTo>
                      <a:pt x="60" y="48"/>
                      <a:pt x="60" y="48"/>
                      <a:pt x="60" y="48"/>
                    </a:cubicBezTo>
                    <a:cubicBezTo>
                      <a:pt x="8" y="0"/>
                      <a:pt x="8" y="0"/>
                      <a:pt x="8" y="0"/>
                    </a:cubicBezTo>
                    <a:close/>
                  </a:path>
                </a:pathLst>
              </a:custGeom>
              <a:solidFill>
                <a:srgbClr val="BBB6B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0" name="Google Shape;820;p23"/>
              <p:cNvSpPr/>
              <p:nvPr/>
            </p:nvSpPr>
            <p:spPr>
              <a:xfrm>
                <a:off x="-4991114" y="3959545"/>
                <a:ext cx="45501" cy="46512"/>
              </a:xfrm>
              <a:custGeom>
                <a:rect b="b" l="l" r="r" t="t"/>
                <a:pathLst>
                  <a:path extrusionOk="0" h="184" w="180">
                    <a:moveTo>
                      <a:pt x="0" y="0"/>
                    </a:moveTo>
                    <a:lnTo>
                      <a:pt x="0" y="0"/>
                    </a:lnTo>
                    <a:lnTo>
                      <a:pt x="180" y="184"/>
                    </a:lnTo>
                    <a:lnTo>
                      <a:pt x="0" y="0"/>
                    </a:lnTo>
                    <a:close/>
                  </a:path>
                </a:pathLst>
              </a:custGeom>
              <a:solidFill>
                <a:srgbClr val="FFFFFF"/>
              </a:solidFill>
              <a:ln>
                <a:noFill/>
              </a:ln>
            </p:spPr>
            <p:txBody>
              <a:bodyPr anchorCtr="1" anchor="ctr" bIns="21225" lIns="90000" spcFirstLastPara="1" rIns="90000" wrap="square" tIns="212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1" name="Google Shape;821;p23"/>
              <p:cNvSpPr/>
              <p:nvPr/>
            </p:nvSpPr>
            <p:spPr>
              <a:xfrm>
                <a:off x="-4991114" y="3959545"/>
                <a:ext cx="45501" cy="46512"/>
              </a:xfrm>
              <a:custGeom>
                <a:rect b="b" l="l" r="r" t="t"/>
                <a:pathLst>
                  <a:path extrusionOk="0" h="184" w="180">
                    <a:moveTo>
                      <a:pt x="0" y="0"/>
                    </a:moveTo>
                    <a:lnTo>
                      <a:pt x="0" y="0"/>
                    </a:lnTo>
                    <a:lnTo>
                      <a:pt x="180" y="184"/>
                    </a:lnTo>
                    <a:lnTo>
                      <a:pt x="0" y="0"/>
                    </a:lnTo>
                    <a:close/>
                  </a:path>
                </a:pathLst>
              </a:custGeom>
              <a:solidFill>
                <a:srgbClr val="FFFFFF"/>
              </a:solidFill>
              <a:ln>
                <a:noFill/>
              </a:ln>
            </p:spPr>
            <p:txBody>
              <a:bodyPr anchorCtr="1" anchor="ctr" bIns="21225" lIns="90000" spcFirstLastPara="1" rIns="90000" wrap="square" tIns="212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2" name="Google Shape;822;p23"/>
              <p:cNvSpPr/>
              <p:nvPr/>
            </p:nvSpPr>
            <p:spPr>
              <a:xfrm>
                <a:off x="-5001984" y="3947412"/>
                <a:ext cx="10870" cy="12134"/>
              </a:xfrm>
              <a:custGeom>
                <a:rect b="b" l="l" r="r" t="t"/>
                <a:pathLst>
                  <a:path extrusionOk="0" h="48" w="43">
                    <a:moveTo>
                      <a:pt x="0" y="0"/>
                    </a:moveTo>
                    <a:lnTo>
                      <a:pt x="0" y="0"/>
                    </a:lnTo>
                    <a:cubicBezTo>
                      <a:pt x="43" y="48"/>
                      <a:pt x="43" y="48"/>
                      <a:pt x="43" y="48"/>
                    </a:cubicBezTo>
                    <a:lnTo>
                      <a:pt x="43" y="48"/>
                    </a:lnTo>
                    <a:cubicBezTo>
                      <a:pt x="0" y="4"/>
                      <a:pt x="0" y="4"/>
                      <a:pt x="0" y="4"/>
                    </a:cubicBezTo>
                    <a:lnTo>
                      <a:pt x="0" y="0"/>
                    </a:lnTo>
                    <a:close/>
                  </a:path>
                </a:pathLst>
              </a:custGeom>
              <a:solidFill>
                <a:srgbClr val="877E87"/>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3" name="Google Shape;823;p23"/>
              <p:cNvSpPr/>
              <p:nvPr/>
            </p:nvSpPr>
            <p:spPr>
              <a:xfrm>
                <a:off x="-4991114" y="3845540"/>
                <a:ext cx="229276" cy="179477"/>
              </a:xfrm>
              <a:custGeom>
                <a:rect b="b" l="l" r="r" t="t"/>
                <a:pathLst>
                  <a:path extrusionOk="0" h="710" w="907">
                    <a:moveTo>
                      <a:pt x="647" y="0"/>
                    </a:moveTo>
                    <a:lnTo>
                      <a:pt x="647" y="0"/>
                    </a:lnTo>
                    <a:cubicBezTo>
                      <a:pt x="224" y="407"/>
                      <a:pt x="224" y="407"/>
                      <a:pt x="224" y="407"/>
                    </a:cubicBezTo>
                    <a:cubicBezTo>
                      <a:pt x="188" y="443"/>
                      <a:pt x="140" y="463"/>
                      <a:pt x="92" y="463"/>
                    </a:cubicBezTo>
                    <a:cubicBezTo>
                      <a:pt x="64" y="463"/>
                      <a:pt x="36" y="455"/>
                      <a:pt x="8" y="443"/>
                    </a:cubicBezTo>
                    <a:cubicBezTo>
                      <a:pt x="0" y="451"/>
                      <a:pt x="0" y="451"/>
                      <a:pt x="0" y="451"/>
                    </a:cubicBezTo>
                    <a:cubicBezTo>
                      <a:pt x="180" y="635"/>
                      <a:pt x="180" y="635"/>
                      <a:pt x="180" y="635"/>
                    </a:cubicBezTo>
                    <a:cubicBezTo>
                      <a:pt x="184" y="638"/>
                      <a:pt x="184" y="638"/>
                      <a:pt x="184" y="638"/>
                    </a:cubicBezTo>
                    <a:cubicBezTo>
                      <a:pt x="228" y="686"/>
                      <a:pt x="292" y="710"/>
                      <a:pt x="352" y="710"/>
                    </a:cubicBezTo>
                    <a:cubicBezTo>
                      <a:pt x="412" y="710"/>
                      <a:pt x="471" y="691"/>
                      <a:pt x="519" y="643"/>
                    </a:cubicBezTo>
                    <a:cubicBezTo>
                      <a:pt x="907" y="267"/>
                      <a:pt x="907" y="267"/>
                      <a:pt x="907" y="267"/>
                    </a:cubicBezTo>
                    <a:cubicBezTo>
                      <a:pt x="647" y="0"/>
                      <a:pt x="647" y="0"/>
                      <a:pt x="647"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4" name="Google Shape;824;p23"/>
              <p:cNvSpPr/>
              <p:nvPr/>
            </p:nvSpPr>
            <p:spPr>
              <a:xfrm>
                <a:off x="-5001984" y="3948423"/>
                <a:ext cx="12892" cy="11123"/>
              </a:xfrm>
              <a:custGeom>
                <a:rect b="b" l="l" r="r" t="t"/>
                <a:pathLst>
                  <a:path extrusionOk="0" h="44" w="51">
                    <a:moveTo>
                      <a:pt x="0" y="0"/>
                    </a:moveTo>
                    <a:lnTo>
                      <a:pt x="0" y="0"/>
                    </a:lnTo>
                    <a:cubicBezTo>
                      <a:pt x="43" y="44"/>
                      <a:pt x="43" y="44"/>
                      <a:pt x="43" y="44"/>
                    </a:cubicBezTo>
                    <a:cubicBezTo>
                      <a:pt x="51" y="36"/>
                      <a:pt x="51" y="36"/>
                      <a:pt x="51" y="36"/>
                    </a:cubicBezTo>
                    <a:cubicBezTo>
                      <a:pt x="32" y="28"/>
                      <a:pt x="15" y="16"/>
                      <a:pt x="0" y="0"/>
                    </a:cubicBezTo>
                    <a:close/>
                  </a:path>
                </a:pathLst>
              </a:custGeom>
              <a:solidFill>
                <a:srgbClr val="BBB6B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5" name="Google Shape;825;p23"/>
              <p:cNvSpPr/>
              <p:nvPr/>
            </p:nvSpPr>
            <p:spPr>
              <a:xfrm>
                <a:off x="-4858656" y="3540682"/>
                <a:ext cx="178466" cy="184786"/>
              </a:xfrm>
              <a:custGeom>
                <a:rect b="b" l="l" r="r" t="t"/>
                <a:pathLst>
                  <a:path extrusionOk="0" h="731" w="706">
                    <a:moveTo>
                      <a:pt x="482" y="423"/>
                    </a:moveTo>
                    <a:lnTo>
                      <a:pt x="407" y="495"/>
                    </a:lnTo>
                    <a:lnTo>
                      <a:pt x="630" y="731"/>
                    </a:lnTo>
                    <a:lnTo>
                      <a:pt x="706" y="655"/>
                    </a:lnTo>
                    <a:lnTo>
                      <a:pt x="482" y="423"/>
                    </a:lnTo>
                    <a:moveTo>
                      <a:pt x="75" y="0"/>
                    </a:moveTo>
                    <a:lnTo>
                      <a:pt x="0" y="76"/>
                    </a:lnTo>
                    <a:lnTo>
                      <a:pt x="91" y="172"/>
                    </a:lnTo>
                    <a:lnTo>
                      <a:pt x="167" y="96"/>
                    </a:lnTo>
                    <a:lnTo>
                      <a:pt x="75"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6" name="Google Shape;826;p23"/>
              <p:cNvSpPr/>
              <p:nvPr/>
            </p:nvSpPr>
            <p:spPr>
              <a:xfrm>
                <a:off x="-4755772" y="3647610"/>
                <a:ext cx="75583" cy="77858"/>
              </a:xfrm>
              <a:custGeom>
                <a:rect b="b" l="l" r="r" t="t"/>
                <a:pathLst>
                  <a:path extrusionOk="0" h="308" w="299">
                    <a:moveTo>
                      <a:pt x="75" y="0"/>
                    </a:moveTo>
                    <a:lnTo>
                      <a:pt x="0" y="72"/>
                    </a:lnTo>
                    <a:lnTo>
                      <a:pt x="223" y="308"/>
                    </a:lnTo>
                    <a:lnTo>
                      <a:pt x="299" y="232"/>
                    </a:lnTo>
                    <a:lnTo>
                      <a:pt x="75" y="0"/>
                    </a:ln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7" name="Google Shape;827;p23"/>
              <p:cNvSpPr/>
              <p:nvPr/>
            </p:nvSpPr>
            <p:spPr>
              <a:xfrm>
                <a:off x="-4858656" y="3540682"/>
                <a:ext cx="42215" cy="43479"/>
              </a:xfrm>
              <a:custGeom>
                <a:rect b="b" l="l" r="r" t="t"/>
                <a:pathLst>
                  <a:path extrusionOk="0" h="172" w="167">
                    <a:moveTo>
                      <a:pt x="75" y="0"/>
                    </a:moveTo>
                    <a:lnTo>
                      <a:pt x="0" y="76"/>
                    </a:lnTo>
                    <a:lnTo>
                      <a:pt x="91" y="172"/>
                    </a:lnTo>
                    <a:lnTo>
                      <a:pt x="167" y="96"/>
                    </a:lnTo>
                    <a:lnTo>
                      <a:pt x="75" y="0"/>
                    </a:lnTo>
                    <a:close/>
                  </a:path>
                </a:pathLst>
              </a:custGeom>
              <a:solidFill>
                <a:srgbClr val="FDE7ED">
                  <a:alpha val="58860"/>
                </a:srgbClr>
              </a:solidFill>
              <a:ln>
                <a:noFill/>
              </a:ln>
            </p:spPr>
            <p:txBody>
              <a:bodyPr anchorCtr="1" anchor="ctr" bIns="16900" lIns="90000" spcFirstLastPara="1" rIns="90000" wrap="square" tIns="169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8" name="Google Shape;828;p23"/>
              <p:cNvSpPr/>
              <p:nvPr/>
            </p:nvSpPr>
            <p:spPr>
              <a:xfrm>
                <a:off x="-4891265" y="3594272"/>
                <a:ext cx="159507" cy="174422"/>
              </a:xfrm>
              <a:custGeom>
                <a:rect b="b" l="l" r="r" t="t"/>
                <a:pathLst>
                  <a:path extrusionOk="0" h="690" w="631">
                    <a:moveTo>
                      <a:pt x="13" y="0"/>
                    </a:moveTo>
                    <a:lnTo>
                      <a:pt x="13" y="0"/>
                    </a:lnTo>
                    <a:cubicBezTo>
                      <a:pt x="-7" y="56"/>
                      <a:pt x="-3" y="115"/>
                      <a:pt x="25" y="167"/>
                    </a:cubicBezTo>
                    <a:cubicBezTo>
                      <a:pt x="536" y="690"/>
                      <a:pt x="536" y="690"/>
                      <a:pt x="536" y="690"/>
                    </a:cubicBezTo>
                    <a:cubicBezTo>
                      <a:pt x="568" y="682"/>
                      <a:pt x="600" y="662"/>
                      <a:pt x="631" y="639"/>
                    </a:cubicBezTo>
                    <a:cubicBezTo>
                      <a:pt x="13" y="0"/>
                      <a:pt x="13" y="0"/>
                      <a:pt x="13"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29" name="Google Shape;829;p23"/>
              <p:cNvSpPr/>
              <p:nvPr/>
            </p:nvSpPr>
            <p:spPr>
              <a:xfrm>
                <a:off x="-4034326" y="2550780"/>
                <a:ext cx="380441" cy="481303"/>
              </a:xfrm>
              <a:custGeom>
                <a:rect b="b" l="l" r="r" t="t"/>
                <a:pathLst>
                  <a:path extrusionOk="0" h="1904" w="1505">
                    <a:moveTo>
                      <a:pt x="1505" y="1808"/>
                    </a:moveTo>
                    <a:lnTo>
                      <a:pt x="1389" y="1900"/>
                    </a:lnTo>
                    <a:lnTo>
                      <a:pt x="1333" y="1844"/>
                    </a:lnTo>
                    <a:lnTo>
                      <a:pt x="1333" y="1844"/>
                    </a:lnTo>
                    <a:lnTo>
                      <a:pt x="1393" y="1904"/>
                    </a:lnTo>
                    <a:lnTo>
                      <a:pt x="1505" y="1808"/>
                    </a:lnTo>
                    <a:moveTo>
                      <a:pt x="303" y="120"/>
                    </a:moveTo>
                    <a:lnTo>
                      <a:pt x="0" y="467"/>
                    </a:lnTo>
                    <a:lnTo>
                      <a:pt x="56" y="527"/>
                    </a:lnTo>
                    <a:lnTo>
                      <a:pt x="184" y="403"/>
                    </a:lnTo>
                    <a:lnTo>
                      <a:pt x="236" y="455"/>
                    </a:lnTo>
                    <a:lnTo>
                      <a:pt x="423" y="243"/>
                    </a:lnTo>
                    <a:lnTo>
                      <a:pt x="303" y="120"/>
                    </a:lnTo>
                    <a:moveTo>
                      <a:pt x="407" y="0"/>
                    </a:moveTo>
                    <a:lnTo>
                      <a:pt x="407" y="0"/>
                    </a:lnTo>
                    <a:lnTo>
                      <a:pt x="527" y="124"/>
                    </a:lnTo>
                    <a:lnTo>
                      <a:pt x="527" y="120"/>
                    </a:lnTo>
                    <a:lnTo>
                      <a:pt x="407"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0" name="Google Shape;830;p23"/>
              <p:cNvSpPr/>
              <p:nvPr/>
            </p:nvSpPr>
            <p:spPr>
              <a:xfrm>
                <a:off x="-3697365" y="3007813"/>
                <a:ext cx="43479" cy="24267"/>
              </a:xfrm>
              <a:custGeom>
                <a:rect b="b" l="l" r="r" t="t"/>
                <a:pathLst>
                  <a:path extrusionOk="0" h="96" w="172">
                    <a:moveTo>
                      <a:pt x="172" y="0"/>
                    </a:moveTo>
                    <a:lnTo>
                      <a:pt x="56" y="92"/>
                    </a:lnTo>
                    <a:lnTo>
                      <a:pt x="0" y="36"/>
                    </a:lnTo>
                    <a:lnTo>
                      <a:pt x="0" y="36"/>
                    </a:lnTo>
                    <a:lnTo>
                      <a:pt x="60" y="96"/>
                    </a:lnTo>
                    <a:lnTo>
                      <a:pt x="172"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1" name="Google Shape;831;p23"/>
              <p:cNvSpPr/>
              <p:nvPr/>
            </p:nvSpPr>
            <p:spPr>
              <a:xfrm>
                <a:off x="-4034326" y="2581114"/>
                <a:ext cx="106928" cy="102883"/>
              </a:xfrm>
              <a:custGeom>
                <a:rect b="b" l="l" r="r" t="t"/>
                <a:pathLst>
                  <a:path extrusionOk="0" h="407" w="423">
                    <a:moveTo>
                      <a:pt x="303" y="0"/>
                    </a:moveTo>
                    <a:lnTo>
                      <a:pt x="0" y="347"/>
                    </a:lnTo>
                    <a:lnTo>
                      <a:pt x="56" y="407"/>
                    </a:lnTo>
                    <a:lnTo>
                      <a:pt x="184" y="283"/>
                    </a:lnTo>
                    <a:lnTo>
                      <a:pt x="236" y="335"/>
                    </a:lnTo>
                    <a:lnTo>
                      <a:pt x="423" y="123"/>
                    </a:lnTo>
                    <a:lnTo>
                      <a:pt x="303"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2" name="Google Shape;832;p23"/>
              <p:cNvSpPr/>
              <p:nvPr/>
            </p:nvSpPr>
            <p:spPr>
              <a:xfrm>
                <a:off x="-3931443" y="2550780"/>
                <a:ext cx="30334" cy="31345"/>
              </a:xfrm>
              <a:custGeom>
                <a:rect b="b" l="l" r="r" t="t"/>
                <a:pathLst>
                  <a:path extrusionOk="0" h="124" w="120">
                    <a:moveTo>
                      <a:pt x="0" y="0"/>
                    </a:moveTo>
                    <a:lnTo>
                      <a:pt x="0" y="0"/>
                    </a:lnTo>
                    <a:lnTo>
                      <a:pt x="120" y="124"/>
                    </a:lnTo>
                    <a:lnTo>
                      <a:pt x="120" y="120"/>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3" name="Google Shape;833;p23"/>
              <p:cNvSpPr/>
              <p:nvPr/>
            </p:nvSpPr>
            <p:spPr>
              <a:xfrm>
                <a:off x="-4949658" y="3679966"/>
                <a:ext cx="40446" cy="39434"/>
              </a:xfrm>
              <a:custGeom>
                <a:rect b="b" l="l" r="r" t="t"/>
                <a:pathLst>
                  <a:path extrusionOk="0" h="156" w="160">
                    <a:moveTo>
                      <a:pt x="160" y="0"/>
                    </a:moveTo>
                    <a:lnTo>
                      <a:pt x="160" y="0"/>
                    </a:lnTo>
                    <a:cubicBezTo>
                      <a:pt x="0" y="156"/>
                      <a:pt x="0" y="156"/>
                      <a:pt x="0" y="156"/>
                    </a:cubicBezTo>
                    <a:lnTo>
                      <a:pt x="0" y="156"/>
                    </a:lnTo>
                    <a:cubicBezTo>
                      <a:pt x="160" y="0"/>
                      <a:pt x="160" y="0"/>
                      <a:pt x="160" y="0"/>
                    </a:cubicBezTo>
                    <a:close/>
                  </a:path>
                </a:pathLst>
              </a:custGeom>
              <a:solidFill>
                <a:srgbClr val="FFFFFF"/>
              </a:solidFill>
              <a:ln>
                <a:noFill/>
              </a:ln>
            </p:spPr>
            <p:txBody>
              <a:bodyPr anchorCtr="1" anchor="ctr" bIns="11150" lIns="90000" spcFirstLastPara="1" rIns="90000" wrap="square" tIns="11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4" name="Google Shape;834;p23"/>
              <p:cNvSpPr/>
              <p:nvPr/>
            </p:nvSpPr>
            <p:spPr>
              <a:xfrm>
                <a:off x="-4949658" y="3679966"/>
                <a:ext cx="228265" cy="233068"/>
              </a:xfrm>
              <a:custGeom>
                <a:rect b="b" l="l" r="r" t="t"/>
                <a:pathLst>
                  <a:path extrusionOk="0" h="922" w="903">
                    <a:moveTo>
                      <a:pt x="903" y="766"/>
                    </a:moveTo>
                    <a:lnTo>
                      <a:pt x="903" y="766"/>
                    </a:lnTo>
                    <a:cubicBezTo>
                      <a:pt x="743" y="922"/>
                      <a:pt x="743" y="922"/>
                      <a:pt x="743" y="922"/>
                    </a:cubicBezTo>
                    <a:lnTo>
                      <a:pt x="743" y="922"/>
                    </a:lnTo>
                    <a:cubicBezTo>
                      <a:pt x="903" y="766"/>
                      <a:pt x="903" y="766"/>
                      <a:pt x="903" y="766"/>
                    </a:cubicBezTo>
                    <a:moveTo>
                      <a:pt x="160" y="0"/>
                    </a:moveTo>
                    <a:lnTo>
                      <a:pt x="160" y="0"/>
                    </a:lnTo>
                    <a:cubicBezTo>
                      <a:pt x="0" y="156"/>
                      <a:pt x="0" y="156"/>
                      <a:pt x="0" y="156"/>
                    </a:cubicBezTo>
                    <a:cubicBezTo>
                      <a:pt x="483" y="655"/>
                      <a:pt x="483" y="655"/>
                      <a:pt x="483" y="655"/>
                    </a:cubicBezTo>
                    <a:cubicBezTo>
                      <a:pt x="643" y="499"/>
                      <a:pt x="643" y="499"/>
                      <a:pt x="643" y="499"/>
                    </a:cubicBezTo>
                    <a:cubicBezTo>
                      <a:pt x="160" y="0"/>
                      <a:pt x="160" y="0"/>
                      <a:pt x="160"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5" name="Google Shape;835;p23"/>
              <p:cNvSpPr/>
              <p:nvPr/>
            </p:nvSpPr>
            <p:spPr>
              <a:xfrm>
                <a:off x="-4827563" y="3806106"/>
                <a:ext cx="106170" cy="106928"/>
              </a:xfrm>
              <a:custGeom>
                <a:rect b="b" l="l" r="r" t="t"/>
                <a:pathLst>
                  <a:path extrusionOk="0" h="423" w="420">
                    <a:moveTo>
                      <a:pt x="160" y="0"/>
                    </a:moveTo>
                    <a:lnTo>
                      <a:pt x="0" y="156"/>
                    </a:lnTo>
                    <a:lnTo>
                      <a:pt x="260" y="423"/>
                    </a:lnTo>
                    <a:lnTo>
                      <a:pt x="420" y="267"/>
                    </a:lnTo>
                    <a:lnTo>
                      <a:pt x="160"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6" name="Google Shape;836;p23"/>
              <p:cNvSpPr/>
              <p:nvPr/>
            </p:nvSpPr>
            <p:spPr>
              <a:xfrm>
                <a:off x="-4827563" y="3806106"/>
                <a:ext cx="106170" cy="106928"/>
              </a:xfrm>
              <a:custGeom>
                <a:rect b="b" l="l" r="r" t="t"/>
                <a:pathLst>
                  <a:path extrusionOk="0" h="423" w="420">
                    <a:moveTo>
                      <a:pt x="160" y="0"/>
                    </a:moveTo>
                    <a:lnTo>
                      <a:pt x="0" y="156"/>
                    </a:lnTo>
                    <a:lnTo>
                      <a:pt x="260" y="423"/>
                    </a:lnTo>
                    <a:lnTo>
                      <a:pt x="420" y="267"/>
                    </a:lnTo>
                    <a:lnTo>
                      <a:pt x="160"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7" name="Google Shape;837;p23"/>
              <p:cNvSpPr/>
              <p:nvPr/>
            </p:nvSpPr>
            <p:spPr>
              <a:xfrm>
                <a:off x="-3975933" y="2665796"/>
                <a:ext cx="107181" cy="110973"/>
              </a:xfrm>
              <a:custGeom>
                <a:rect b="b" l="l" r="r" t="t"/>
                <a:pathLst>
                  <a:path extrusionOk="0" h="439" w="424">
                    <a:moveTo>
                      <a:pt x="5" y="0"/>
                    </a:moveTo>
                    <a:lnTo>
                      <a:pt x="0" y="4"/>
                    </a:lnTo>
                    <a:lnTo>
                      <a:pt x="420" y="439"/>
                    </a:lnTo>
                    <a:lnTo>
                      <a:pt x="424" y="435"/>
                    </a:lnTo>
                    <a:lnTo>
                      <a:pt x="5"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8" name="Google Shape;838;p23"/>
              <p:cNvSpPr/>
              <p:nvPr/>
            </p:nvSpPr>
            <p:spPr>
              <a:xfrm>
                <a:off x="-3975933" y="2665796"/>
                <a:ext cx="107181" cy="110973"/>
              </a:xfrm>
              <a:custGeom>
                <a:rect b="b" l="l" r="r" t="t"/>
                <a:pathLst>
                  <a:path extrusionOk="0" h="439" w="424">
                    <a:moveTo>
                      <a:pt x="5" y="0"/>
                    </a:moveTo>
                    <a:lnTo>
                      <a:pt x="0" y="4"/>
                    </a:lnTo>
                    <a:lnTo>
                      <a:pt x="420" y="439"/>
                    </a:lnTo>
                    <a:lnTo>
                      <a:pt x="424" y="435"/>
                    </a:lnTo>
                    <a:lnTo>
                      <a:pt x="5"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39" name="Google Shape;839;p23"/>
              <p:cNvSpPr/>
              <p:nvPr/>
            </p:nvSpPr>
            <p:spPr>
              <a:xfrm>
                <a:off x="-3869764" y="2775757"/>
                <a:ext cx="41204" cy="42468"/>
              </a:xfrm>
              <a:custGeom>
                <a:rect b="b" l="l" r="r" t="t"/>
                <a:pathLst>
                  <a:path extrusionOk="0" h="168" w="163">
                    <a:moveTo>
                      <a:pt x="4" y="0"/>
                    </a:moveTo>
                    <a:lnTo>
                      <a:pt x="0" y="4"/>
                    </a:lnTo>
                    <a:lnTo>
                      <a:pt x="159" y="168"/>
                    </a:lnTo>
                    <a:lnTo>
                      <a:pt x="163" y="168"/>
                    </a:lnTo>
                    <a:lnTo>
                      <a:pt x="4" y="0"/>
                    </a:lnTo>
                    <a:close/>
                  </a:path>
                </a:pathLst>
              </a:custGeom>
              <a:solidFill>
                <a:srgbClr val="FFFCEC"/>
              </a:solidFill>
              <a:ln>
                <a:noFill/>
              </a:ln>
            </p:spPr>
            <p:txBody>
              <a:bodyPr anchorCtr="1" anchor="ctr" bIns="15475" lIns="90000" spcFirstLastPara="1" rIns="90000" wrap="square" tIns="15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0" name="Google Shape;840;p23"/>
              <p:cNvSpPr/>
              <p:nvPr/>
            </p:nvSpPr>
            <p:spPr>
              <a:xfrm>
                <a:off x="-3869764" y="2775757"/>
                <a:ext cx="41204" cy="42468"/>
              </a:xfrm>
              <a:custGeom>
                <a:rect b="b" l="l" r="r" t="t"/>
                <a:pathLst>
                  <a:path extrusionOk="0" h="168" w="163">
                    <a:moveTo>
                      <a:pt x="4" y="0"/>
                    </a:moveTo>
                    <a:lnTo>
                      <a:pt x="0" y="4"/>
                    </a:lnTo>
                    <a:lnTo>
                      <a:pt x="159" y="168"/>
                    </a:lnTo>
                    <a:lnTo>
                      <a:pt x="163" y="168"/>
                    </a:lnTo>
                    <a:lnTo>
                      <a:pt x="4" y="0"/>
                    </a:lnTo>
                    <a:close/>
                  </a:path>
                </a:pathLst>
              </a:custGeom>
              <a:solidFill>
                <a:srgbClr val="FFFCEC"/>
              </a:solidFill>
              <a:ln>
                <a:noFill/>
              </a:ln>
            </p:spPr>
            <p:txBody>
              <a:bodyPr anchorCtr="1" anchor="ctr" bIns="15475" lIns="90000" spcFirstLastPara="1" rIns="90000" wrap="square" tIns="15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1" name="Google Shape;841;p23"/>
              <p:cNvSpPr/>
              <p:nvPr/>
            </p:nvSpPr>
            <p:spPr>
              <a:xfrm>
                <a:off x="-3829571" y="2818225"/>
                <a:ext cx="33368" cy="33115"/>
              </a:xfrm>
              <a:custGeom>
                <a:rect b="b" l="l" r="r" t="t"/>
                <a:pathLst>
                  <a:path extrusionOk="0" h="131" w="132">
                    <a:moveTo>
                      <a:pt x="4" y="0"/>
                    </a:moveTo>
                    <a:lnTo>
                      <a:pt x="0" y="0"/>
                    </a:lnTo>
                    <a:lnTo>
                      <a:pt x="128" y="131"/>
                    </a:lnTo>
                    <a:lnTo>
                      <a:pt x="132" y="127"/>
                    </a:lnTo>
                    <a:lnTo>
                      <a:pt x="4" y="0"/>
                    </a:lnTo>
                    <a:close/>
                  </a:path>
                </a:pathLst>
              </a:custGeom>
              <a:solidFill>
                <a:srgbClr val="FEFBE5"/>
              </a:solidFill>
              <a:ln>
                <a:noFill/>
              </a:ln>
            </p:spPr>
            <p:txBody>
              <a:bodyPr anchorCtr="1" anchor="ctr" bIns="2150" lIns="90000" spcFirstLastPara="1" rIns="90000" wrap="square" tIns="2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2" name="Google Shape;842;p23"/>
              <p:cNvSpPr/>
              <p:nvPr/>
            </p:nvSpPr>
            <p:spPr>
              <a:xfrm>
                <a:off x="-3829571" y="2818225"/>
                <a:ext cx="33368" cy="33115"/>
              </a:xfrm>
              <a:custGeom>
                <a:rect b="b" l="l" r="r" t="t"/>
                <a:pathLst>
                  <a:path extrusionOk="0" h="131" w="132">
                    <a:moveTo>
                      <a:pt x="4" y="0"/>
                    </a:moveTo>
                    <a:lnTo>
                      <a:pt x="0" y="0"/>
                    </a:lnTo>
                    <a:lnTo>
                      <a:pt x="128" y="131"/>
                    </a:lnTo>
                    <a:lnTo>
                      <a:pt x="132" y="127"/>
                    </a:lnTo>
                    <a:lnTo>
                      <a:pt x="4" y="0"/>
                    </a:lnTo>
                    <a:close/>
                  </a:path>
                </a:pathLst>
              </a:custGeom>
              <a:solidFill>
                <a:srgbClr val="FEFBE5"/>
              </a:solidFill>
              <a:ln>
                <a:noFill/>
              </a:ln>
            </p:spPr>
            <p:txBody>
              <a:bodyPr anchorCtr="1" anchor="ctr" bIns="2150" lIns="90000" spcFirstLastPara="1" rIns="90000" wrap="square" tIns="2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3" name="Google Shape;843;p23"/>
              <p:cNvSpPr/>
              <p:nvPr/>
            </p:nvSpPr>
            <p:spPr>
              <a:xfrm>
                <a:off x="-4936766" y="2683997"/>
                <a:ext cx="1239405" cy="1203762"/>
              </a:xfrm>
              <a:custGeom>
                <a:rect b="b" l="l" r="r" t="t"/>
                <a:pathLst>
                  <a:path extrusionOk="0" h="4762" w="4903">
                    <a:moveTo>
                      <a:pt x="855" y="4703"/>
                    </a:moveTo>
                    <a:lnTo>
                      <a:pt x="855" y="4703"/>
                    </a:lnTo>
                    <a:cubicBezTo>
                      <a:pt x="852" y="4706"/>
                      <a:pt x="852" y="4706"/>
                      <a:pt x="852" y="4706"/>
                    </a:cubicBezTo>
                    <a:lnTo>
                      <a:pt x="852" y="4706"/>
                    </a:lnTo>
                    <a:cubicBezTo>
                      <a:pt x="867" y="4723"/>
                      <a:pt x="883" y="4734"/>
                      <a:pt x="900" y="4747"/>
                    </a:cubicBezTo>
                    <a:cubicBezTo>
                      <a:pt x="895" y="4747"/>
                      <a:pt x="895" y="4742"/>
                      <a:pt x="891" y="4742"/>
                    </a:cubicBezTo>
                    <a:cubicBezTo>
                      <a:pt x="855" y="4703"/>
                      <a:pt x="855" y="4703"/>
                      <a:pt x="855" y="4703"/>
                    </a:cubicBezTo>
                    <a:moveTo>
                      <a:pt x="4432" y="830"/>
                    </a:moveTo>
                    <a:lnTo>
                      <a:pt x="4432" y="830"/>
                    </a:lnTo>
                    <a:lnTo>
                      <a:pt x="4432" y="830"/>
                    </a:lnTo>
                    <a:cubicBezTo>
                      <a:pt x="4899" y="1313"/>
                      <a:pt x="4899" y="1313"/>
                      <a:pt x="4899" y="1313"/>
                    </a:cubicBezTo>
                    <a:cubicBezTo>
                      <a:pt x="4896" y="1317"/>
                      <a:pt x="4896" y="1317"/>
                      <a:pt x="4896" y="1317"/>
                    </a:cubicBezTo>
                    <a:cubicBezTo>
                      <a:pt x="4899" y="1321"/>
                      <a:pt x="4899" y="1321"/>
                      <a:pt x="4899" y="1321"/>
                    </a:cubicBezTo>
                    <a:cubicBezTo>
                      <a:pt x="4784" y="1429"/>
                      <a:pt x="4784" y="1429"/>
                      <a:pt x="4784" y="1429"/>
                    </a:cubicBezTo>
                    <a:lnTo>
                      <a:pt x="4784" y="1429"/>
                    </a:lnTo>
                    <a:cubicBezTo>
                      <a:pt x="1351" y="4750"/>
                      <a:pt x="1351" y="4750"/>
                      <a:pt x="1351" y="4750"/>
                    </a:cubicBezTo>
                    <a:cubicBezTo>
                      <a:pt x="1346" y="4754"/>
                      <a:pt x="1343" y="4759"/>
                      <a:pt x="1338" y="4762"/>
                    </a:cubicBezTo>
                    <a:cubicBezTo>
                      <a:pt x="1358" y="4750"/>
                      <a:pt x="1379" y="4734"/>
                      <a:pt x="1394" y="4714"/>
                    </a:cubicBezTo>
                    <a:cubicBezTo>
                      <a:pt x="4903" y="1317"/>
                      <a:pt x="4903" y="1317"/>
                      <a:pt x="4903" y="1317"/>
                    </a:cubicBezTo>
                    <a:cubicBezTo>
                      <a:pt x="4432" y="830"/>
                      <a:pt x="4432" y="830"/>
                      <a:pt x="4432" y="830"/>
                    </a:cubicBezTo>
                    <a:moveTo>
                      <a:pt x="3626" y="0"/>
                    </a:moveTo>
                    <a:lnTo>
                      <a:pt x="3626" y="0"/>
                    </a:lnTo>
                    <a:cubicBezTo>
                      <a:pt x="117" y="3397"/>
                      <a:pt x="117" y="3397"/>
                      <a:pt x="117" y="3397"/>
                    </a:cubicBezTo>
                    <a:cubicBezTo>
                      <a:pt x="-35" y="3545"/>
                      <a:pt x="-39" y="3789"/>
                      <a:pt x="109" y="3940"/>
                    </a:cubicBezTo>
                    <a:cubicBezTo>
                      <a:pt x="173" y="3876"/>
                      <a:pt x="173" y="3876"/>
                      <a:pt x="173" y="3876"/>
                    </a:cubicBezTo>
                    <a:lnTo>
                      <a:pt x="173" y="3876"/>
                    </a:lnTo>
                    <a:cubicBezTo>
                      <a:pt x="189" y="3892"/>
                      <a:pt x="189" y="3892"/>
                      <a:pt x="189" y="3892"/>
                    </a:cubicBezTo>
                    <a:cubicBezTo>
                      <a:pt x="77" y="3748"/>
                      <a:pt x="89" y="3541"/>
                      <a:pt x="225" y="3413"/>
                    </a:cubicBezTo>
                    <a:cubicBezTo>
                      <a:pt x="229" y="3409"/>
                      <a:pt x="233" y="3401"/>
                      <a:pt x="241" y="3397"/>
                    </a:cubicBezTo>
                    <a:lnTo>
                      <a:pt x="241" y="3397"/>
                    </a:lnTo>
                    <a:cubicBezTo>
                      <a:pt x="249" y="3385"/>
                      <a:pt x="261" y="3377"/>
                      <a:pt x="273" y="3365"/>
                    </a:cubicBezTo>
                    <a:cubicBezTo>
                      <a:pt x="312" y="3321"/>
                      <a:pt x="368" y="3265"/>
                      <a:pt x="424" y="3214"/>
                    </a:cubicBezTo>
                    <a:cubicBezTo>
                      <a:pt x="412" y="3201"/>
                      <a:pt x="412" y="3201"/>
                      <a:pt x="412" y="3201"/>
                    </a:cubicBezTo>
                    <a:cubicBezTo>
                      <a:pt x="584" y="3034"/>
                      <a:pt x="584" y="3034"/>
                      <a:pt x="584" y="3034"/>
                    </a:cubicBezTo>
                    <a:cubicBezTo>
                      <a:pt x="664" y="3118"/>
                      <a:pt x="664" y="3118"/>
                      <a:pt x="664" y="3118"/>
                    </a:cubicBezTo>
                    <a:cubicBezTo>
                      <a:pt x="1051" y="2746"/>
                      <a:pt x="1051" y="2746"/>
                      <a:pt x="1051" y="2746"/>
                    </a:cubicBezTo>
                    <a:cubicBezTo>
                      <a:pt x="967" y="2663"/>
                      <a:pt x="967" y="2663"/>
                      <a:pt x="967" y="2663"/>
                    </a:cubicBezTo>
                    <a:cubicBezTo>
                      <a:pt x="1123" y="2511"/>
                      <a:pt x="1123" y="2511"/>
                      <a:pt x="1123" y="2511"/>
                    </a:cubicBezTo>
                    <a:lnTo>
                      <a:pt x="1123" y="2511"/>
                    </a:lnTo>
                    <a:cubicBezTo>
                      <a:pt x="1486" y="2160"/>
                      <a:pt x="1486" y="2160"/>
                      <a:pt x="1486" y="2160"/>
                    </a:cubicBezTo>
                    <a:cubicBezTo>
                      <a:pt x="1566" y="2243"/>
                      <a:pt x="1566" y="2243"/>
                      <a:pt x="1566" y="2243"/>
                    </a:cubicBezTo>
                    <a:cubicBezTo>
                      <a:pt x="3634" y="243"/>
                      <a:pt x="3634" y="243"/>
                      <a:pt x="3634" y="243"/>
                    </a:cubicBezTo>
                    <a:cubicBezTo>
                      <a:pt x="3510" y="115"/>
                      <a:pt x="3510" y="115"/>
                      <a:pt x="3510" y="115"/>
                    </a:cubicBezTo>
                    <a:cubicBezTo>
                      <a:pt x="3626" y="4"/>
                      <a:pt x="3626" y="4"/>
                      <a:pt x="3626" y="4"/>
                    </a:cubicBezTo>
                    <a:cubicBezTo>
                      <a:pt x="4097" y="487"/>
                      <a:pt x="4097" y="487"/>
                      <a:pt x="4097" y="487"/>
                    </a:cubicBezTo>
                    <a:lnTo>
                      <a:pt x="4097" y="487"/>
                    </a:lnTo>
                    <a:cubicBezTo>
                      <a:pt x="3626" y="0"/>
                      <a:pt x="3626" y="0"/>
                      <a:pt x="3626" y="0"/>
                    </a:cubicBezTo>
                    <a:close/>
                  </a:path>
                </a:pathLst>
              </a:custGeom>
              <a:solidFill>
                <a:srgbClr val="FFFFFF">
                  <a:alpha val="60130"/>
                </a:srgbClr>
              </a:solidFill>
              <a:ln>
                <a:noFill/>
              </a:ln>
              <a:effectLst>
                <a:outerShdw blurRad="57150" rotWithShape="0" algn="bl" dir="5400000" dist="19050">
                  <a:srgbClr val="000000">
                    <a:alpha val="2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4" name="Google Shape;844;p23"/>
              <p:cNvSpPr/>
              <p:nvPr/>
            </p:nvSpPr>
            <p:spPr>
              <a:xfrm>
                <a:off x="-3901109" y="2807103"/>
                <a:ext cx="41457" cy="42215"/>
              </a:xfrm>
              <a:custGeom>
                <a:rect b="b" l="l" r="r" t="t"/>
                <a:pathLst>
                  <a:path extrusionOk="0" h="167" w="164">
                    <a:moveTo>
                      <a:pt x="0" y="0"/>
                    </a:moveTo>
                    <a:lnTo>
                      <a:pt x="0" y="0"/>
                    </a:lnTo>
                    <a:lnTo>
                      <a:pt x="160" y="167"/>
                    </a:lnTo>
                    <a:lnTo>
                      <a:pt x="164" y="163"/>
                    </a:lnTo>
                    <a:lnTo>
                      <a:pt x="0" y="0"/>
                    </a:lnTo>
                    <a:close/>
                  </a:path>
                </a:pathLst>
              </a:custGeom>
              <a:solidFill>
                <a:srgbClr val="FFFCEC"/>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5" name="Google Shape;845;p23"/>
              <p:cNvSpPr/>
              <p:nvPr/>
            </p:nvSpPr>
            <p:spPr>
              <a:xfrm>
                <a:off x="-3901109" y="2807103"/>
                <a:ext cx="41457" cy="42215"/>
              </a:xfrm>
              <a:custGeom>
                <a:rect b="b" l="l" r="r" t="t"/>
                <a:pathLst>
                  <a:path extrusionOk="0" h="167" w="164">
                    <a:moveTo>
                      <a:pt x="0" y="0"/>
                    </a:moveTo>
                    <a:lnTo>
                      <a:pt x="0" y="0"/>
                    </a:lnTo>
                    <a:lnTo>
                      <a:pt x="160" y="167"/>
                    </a:lnTo>
                    <a:lnTo>
                      <a:pt x="164" y="163"/>
                    </a:lnTo>
                    <a:lnTo>
                      <a:pt x="0" y="0"/>
                    </a:lnTo>
                    <a:close/>
                  </a:path>
                </a:pathLst>
              </a:custGeom>
              <a:solidFill>
                <a:srgbClr val="FFFCEC"/>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6" name="Google Shape;846;p23"/>
              <p:cNvSpPr/>
              <p:nvPr/>
            </p:nvSpPr>
            <p:spPr>
              <a:xfrm>
                <a:off x="-3860664" y="2848306"/>
                <a:ext cx="44237" cy="45501"/>
              </a:xfrm>
              <a:custGeom>
                <a:rect b="b" l="l" r="r" t="t"/>
                <a:pathLst>
                  <a:path extrusionOk="0" h="180" w="175">
                    <a:moveTo>
                      <a:pt x="4" y="0"/>
                    </a:moveTo>
                    <a:lnTo>
                      <a:pt x="0" y="4"/>
                    </a:lnTo>
                    <a:lnTo>
                      <a:pt x="123" y="136"/>
                    </a:lnTo>
                    <a:lnTo>
                      <a:pt x="127" y="132"/>
                    </a:lnTo>
                    <a:lnTo>
                      <a:pt x="175" y="180"/>
                    </a:lnTo>
                    <a:lnTo>
                      <a:pt x="175" y="180"/>
                    </a:lnTo>
                    <a:lnTo>
                      <a:pt x="4" y="0"/>
                    </a:lnTo>
                    <a:close/>
                  </a:path>
                </a:pathLst>
              </a:custGeom>
              <a:solidFill>
                <a:srgbClr val="FEFBE5"/>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7" name="Google Shape;847;p23"/>
              <p:cNvSpPr/>
              <p:nvPr/>
            </p:nvSpPr>
            <p:spPr>
              <a:xfrm>
                <a:off x="-3860664" y="2848306"/>
                <a:ext cx="44237" cy="45501"/>
              </a:xfrm>
              <a:custGeom>
                <a:rect b="b" l="l" r="r" t="t"/>
                <a:pathLst>
                  <a:path extrusionOk="0" h="180" w="175">
                    <a:moveTo>
                      <a:pt x="4" y="0"/>
                    </a:moveTo>
                    <a:lnTo>
                      <a:pt x="0" y="4"/>
                    </a:lnTo>
                    <a:lnTo>
                      <a:pt x="123" y="136"/>
                    </a:lnTo>
                    <a:lnTo>
                      <a:pt x="127" y="132"/>
                    </a:lnTo>
                    <a:lnTo>
                      <a:pt x="175" y="180"/>
                    </a:lnTo>
                    <a:lnTo>
                      <a:pt x="175" y="180"/>
                    </a:lnTo>
                    <a:lnTo>
                      <a:pt x="4" y="0"/>
                    </a:lnTo>
                    <a:close/>
                  </a:path>
                </a:pathLst>
              </a:custGeom>
              <a:solidFill>
                <a:srgbClr val="FEFBE5"/>
              </a:solidFill>
              <a:ln>
                <a:noFill/>
              </a:ln>
            </p:spPr>
            <p:txBody>
              <a:bodyPr anchorCtr="1" anchor="ctr" bIns="19800" lIns="90000" spcFirstLastPara="1" rIns="90000" wrap="square" tIns="19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8" name="Google Shape;848;p23"/>
              <p:cNvSpPr/>
              <p:nvPr/>
            </p:nvSpPr>
            <p:spPr>
              <a:xfrm>
                <a:off x="-4652889" y="3230010"/>
                <a:ext cx="111984" cy="105917"/>
              </a:xfrm>
              <a:custGeom>
                <a:rect b="b" l="l" r="r" t="t"/>
                <a:pathLst>
                  <a:path extrusionOk="0" h="419" w="443">
                    <a:moveTo>
                      <a:pt x="363" y="0"/>
                    </a:moveTo>
                    <a:lnTo>
                      <a:pt x="0" y="351"/>
                    </a:lnTo>
                    <a:lnTo>
                      <a:pt x="0" y="351"/>
                    </a:lnTo>
                    <a:lnTo>
                      <a:pt x="16" y="335"/>
                    </a:lnTo>
                    <a:lnTo>
                      <a:pt x="100" y="419"/>
                    </a:lnTo>
                    <a:lnTo>
                      <a:pt x="443" y="83"/>
                    </a:lnTo>
                    <a:lnTo>
                      <a:pt x="363"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49" name="Google Shape;849;p23"/>
              <p:cNvSpPr/>
              <p:nvPr/>
            </p:nvSpPr>
            <p:spPr>
              <a:xfrm>
                <a:off x="-4652889" y="3230010"/>
                <a:ext cx="111984" cy="105917"/>
              </a:xfrm>
              <a:custGeom>
                <a:rect b="b" l="l" r="r" t="t"/>
                <a:pathLst>
                  <a:path extrusionOk="0" h="419" w="443">
                    <a:moveTo>
                      <a:pt x="363" y="0"/>
                    </a:moveTo>
                    <a:lnTo>
                      <a:pt x="0" y="351"/>
                    </a:lnTo>
                    <a:lnTo>
                      <a:pt x="0" y="351"/>
                    </a:lnTo>
                    <a:lnTo>
                      <a:pt x="16" y="335"/>
                    </a:lnTo>
                    <a:lnTo>
                      <a:pt x="100" y="419"/>
                    </a:lnTo>
                    <a:lnTo>
                      <a:pt x="443" y="83"/>
                    </a:lnTo>
                    <a:lnTo>
                      <a:pt x="363"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0" name="Google Shape;850;p23"/>
              <p:cNvSpPr/>
              <p:nvPr/>
            </p:nvSpPr>
            <p:spPr>
              <a:xfrm>
                <a:off x="-4908201" y="3496445"/>
                <a:ext cx="149396" cy="277305"/>
              </a:xfrm>
              <a:custGeom>
                <a:rect b="b" l="l" r="r" t="t"/>
                <a:pathLst>
                  <a:path extrusionOk="0" h="1097" w="591">
                    <a:moveTo>
                      <a:pt x="128" y="183"/>
                    </a:moveTo>
                    <a:lnTo>
                      <a:pt x="128" y="183"/>
                    </a:lnTo>
                    <a:cubicBezTo>
                      <a:pt x="120" y="187"/>
                      <a:pt x="116" y="195"/>
                      <a:pt x="112" y="199"/>
                    </a:cubicBezTo>
                    <a:cubicBezTo>
                      <a:pt x="-24" y="327"/>
                      <a:pt x="-36" y="534"/>
                      <a:pt x="76" y="678"/>
                    </a:cubicBezTo>
                    <a:cubicBezTo>
                      <a:pt x="84" y="686"/>
                      <a:pt x="84" y="686"/>
                      <a:pt x="84" y="686"/>
                    </a:cubicBezTo>
                    <a:cubicBezTo>
                      <a:pt x="479" y="1097"/>
                      <a:pt x="479" y="1097"/>
                      <a:pt x="479" y="1097"/>
                    </a:cubicBezTo>
                    <a:cubicBezTo>
                      <a:pt x="487" y="1097"/>
                      <a:pt x="491" y="1097"/>
                      <a:pt x="499" y="1097"/>
                    </a:cubicBezTo>
                    <a:cubicBezTo>
                      <a:pt x="531" y="1097"/>
                      <a:pt x="563" y="1093"/>
                      <a:pt x="591" y="1081"/>
                    </a:cubicBezTo>
                    <a:cubicBezTo>
                      <a:pt x="123" y="598"/>
                      <a:pt x="123" y="598"/>
                      <a:pt x="123" y="598"/>
                    </a:cubicBezTo>
                    <a:cubicBezTo>
                      <a:pt x="112" y="586"/>
                      <a:pt x="100" y="570"/>
                      <a:pt x="92" y="554"/>
                    </a:cubicBezTo>
                    <a:cubicBezTo>
                      <a:pt x="0" y="458"/>
                      <a:pt x="0" y="458"/>
                      <a:pt x="0" y="458"/>
                    </a:cubicBezTo>
                    <a:cubicBezTo>
                      <a:pt x="0" y="415"/>
                      <a:pt x="8" y="371"/>
                      <a:pt x="24" y="331"/>
                    </a:cubicBezTo>
                    <a:cubicBezTo>
                      <a:pt x="80" y="387"/>
                      <a:pt x="80" y="387"/>
                      <a:pt x="80" y="387"/>
                    </a:cubicBezTo>
                    <a:cubicBezTo>
                      <a:pt x="92" y="359"/>
                      <a:pt x="108" y="335"/>
                      <a:pt x="132" y="311"/>
                    </a:cubicBezTo>
                    <a:cubicBezTo>
                      <a:pt x="196" y="251"/>
                      <a:pt x="196" y="251"/>
                      <a:pt x="196" y="251"/>
                    </a:cubicBezTo>
                    <a:cubicBezTo>
                      <a:pt x="128" y="183"/>
                      <a:pt x="128" y="183"/>
                      <a:pt x="128" y="183"/>
                    </a:cubicBezTo>
                    <a:moveTo>
                      <a:pt x="311" y="0"/>
                    </a:moveTo>
                    <a:lnTo>
                      <a:pt x="311" y="0"/>
                    </a:lnTo>
                    <a:cubicBezTo>
                      <a:pt x="255" y="51"/>
                      <a:pt x="199" y="107"/>
                      <a:pt x="160" y="151"/>
                    </a:cubicBezTo>
                    <a:cubicBezTo>
                      <a:pt x="171" y="135"/>
                      <a:pt x="187" y="123"/>
                      <a:pt x="204" y="107"/>
                    </a:cubicBezTo>
                    <a:cubicBezTo>
                      <a:pt x="271" y="175"/>
                      <a:pt x="271" y="175"/>
                      <a:pt x="271" y="175"/>
                    </a:cubicBezTo>
                    <a:cubicBezTo>
                      <a:pt x="379" y="71"/>
                      <a:pt x="379" y="71"/>
                      <a:pt x="379" y="71"/>
                    </a:cubicBezTo>
                    <a:cubicBezTo>
                      <a:pt x="311" y="0"/>
                      <a:pt x="311" y="0"/>
                      <a:pt x="311"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1" name="Google Shape;851;p23"/>
              <p:cNvSpPr/>
              <p:nvPr/>
            </p:nvSpPr>
            <p:spPr>
              <a:xfrm>
                <a:off x="-4692324" y="3314693"/>
                <a:ext cx="64713" cy="63449"/>
              </a:xfrm>
              <a:custGeom>
                <a:rect b="b" l="l" r="r" t="t"/>
                <a:pathLst>
                  <a:path extrusionOk="0" h="251" w="256">
                    <a:moveTo>
                      <a:pt x="172" y="0"/>
                    </a:moveTo>
                    <a:lnTo>
                      <a:pt x="156" y="16"/>
                    </a:lnTo>
                    <a:lnTo>
                      <a:pt x="0" y="168"/>
                    </a:lnTo>
                    <a:lnTo>
                      <a:pt x="84" y="251"/>
                    </a:lnTo>
                    <a:lnTo>
                      <a:pt x="256" y="84"/>
                    </a:lnTo>
                    <a:lnTo>
                      <a:pt x="172"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2" name="Google Shape;852;p23"/>
              <p:cNvSpPr/>
              <p:nvPr/>
            </p:nvSpPr>
            <p:spPr>
              <a:xfrm>
                <a:off x="-4832619" y="3450944"/>
                <a:ext cx="63702" cy="63449"/>
              </a:xfrm>
              <a:custGeom>
                <a:rect b="b" l="l" r="r" t="t"/>
                <a:pathLst>
                  <a:path extrusionOk="0" h="251" w="252">
                    <a:moveTo>
                      <a:pt x="172" y="0"/>
                    </a:moveTo>
                    <a:lnTo>
                      <a:pt x="0" y="167"/>
                    </a:lnTo>
                    <a:lnTo>
                      <a:pt x="12" y="180"/>
                    </a:lnTo>
                    <a:lnTo>
                      <a:pt x="80" y="251"/>
                    </a:lnTo>
                    <a:lnTo>
                      <a:pt x="252" y="84"/>
                    </a:lnTo>
                    <a:lnTo>
                      <a:pt x="172"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3" name="Google Shape;853;p23"/>
              <p:cNvSpPr/>
              <p:nvPr/>
            </p:nvSpPr>
            <p:spPr>
              <a:xfrm>
                <a:off x="-4893034" y="3663788"/>
                <a:ext cx="4045" cy="4045"/>
              </a:xfrm>
              <a:custGeom>
                <a:rect b="b" l="l" r="r" t="t"/>
                <a:pathLst>
                  <a:path extrusionOk="0" h="16" w="16">
                    <a:moveTo>
                      <a:pt x="0" y="0"/>
                    </a:moveTo>
                    <a:lnTo>
                      <a:pt x="0" y="0"/>
                    </a:lnTo>
                    <a:lnTo>
                      <a:pt x="16" y="16"/>
                    </a:lnTo>
                    <a:lnTo>
                      <a:pt x="16" y="16"/>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4" name="Google Shape;854;p23"/>
              <p:cNvSpPr/>
              <p:nvPr/>
            </p:nvSpPr>
            <p:spPr>
              <a:xfrm>
                <a:off x="-4893034" y="3663788"/>
                <a:ext cx="4045" cy="4045"/>
              </a:xfrm>
              <a:custGeom>
                <a:rect b="b" l="l" r="r" t="t"/>
                <a:pathLst>
                  <a:path extrusionOk="0" h="16" w="16">
                    <a:moveTo>
                      <a:pt x="0" y="0"/>
                    </a:moveTo>
                    <a:lnTo>
                      <a:pt x="0" y="0"/>
                    </a:lnTo>
                    <a:lnTo>
                      <a:pt x="16" y="16"/>
                    </a:lnTo>
                    <a:lnTo>
                      <a:pt x="16" y="16"/>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5" name="Google Shape;855;p23"/>
              <p:cNvSpPr/>
              <p:nvPr/>
            </p:nvSpPr>
            <p:spPr>
              <a:xfrm>
                <a:off x="-4888990" y="3667833"/>
                <a:ext cx="2022" cy="2022"/>
              </a:xfrm>
              <a:custGeom>
                <a:rect b="b" l="l" r="r" t="t"/>
                <a:pathLst>
                  <a:path extrusionOk="0" h="8" w="8">
                    <a:moveTo>
                      <a:pt x="0" y="0"/>
                    </a:moveTo>
                    <a:lnTo>
                      <a:pt x="0" y="0"/>
                    </a:lnTo>
                    <a:lnTo>
                      <a:pt x="8" y="8"/>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6" name="Google Shape;856;p23"/>
              <p:cNvSpPr/>
              <p:nvPr/>
            </p:nvSpPr>
            <p:spPr>
              <a:xfrm>
                <a:off x="-4888990" y="3667833"/>
                <a:ext cx="2022" cy="2022"/>
              </a:xfrm>
              <a:custGeom>
                <a:rect b="b" l="l" r="r" t="t"/>
                <a:pathLst>
                  <a:path extrusionOk="0" h="8" w="8">
                    <a:moveTo>
                      <a:pt x="0" y="0"/>
                    </a:moveTo>
                    <a:lnTo>
                      <a:pt x="0" y="0"/>
                    </a:lnTo>
                    <a:lnTo>
                      <a:pt x="8" y="8"/>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7" name="Google Shape;857;p23"/>
              <p:cNvSpPr/>
              <p:nvPr/>
            </p:nvSpPr>
            <p:spPr>
              <a:xfrm>
                <a:off x="-4721394" y="3872841"/>
                <a:ext cx="758" cy="758"/>
              </a:xfrm>
              <a:custGeom>
                <a:rect b="b" l="l" r="r" t="t"/>
                <a:pathLst>
                  <a:path extrusionOk="0" h="3" w="3">
                    <a:moveTo>
                      <a:pt x="3" y="0"/>
                    </a:moveTo>
                    <a:lnTo>
                      <a:pt x="0" y="3"/>
                    </a:lnTo>
                    <a:lnTo>
                      <a:pt x="0" y="3"/>
                    </a:lnTo>
                    <a:lnTo>
                      <a:pt x="3"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8" name="Google Shape;858;p23"/>
              <p:cNvSpPr/>
              <p:nvPr/>
            </p:nvSpPr>
            <p:spPr>
              <a:xfrm>
                <a:off x="-4721394" y="3872841"/>
                <a:ext cx="758" cy="758"/>
              </a:xfrm>
              <a:custGeom>
                <a:rect b="b" l="l" r="r" t="t"/>
                <a:pathLst>
                  <a:path extrusionOk="0" h="3" w="3">
                    <a:moveTo>
                      <a:pt x="3" y="0"/>
                    </a:moveTo>
                    <a:lnTo>
                      <a:pt x="0" y="3"/>
                    </a:lnTo>
                    <a:lnTo>
                      <a:pt x="0" y="3"/>
                    </a:lnTo>
                    <a:lnTo>
                      <a:pt x="3"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59" name="Google Shape;859;p23"/>
              <p:cNvSpPr/>
              <p:nvPr/>
            </p:nvSpPr>
            <p:spPr>
              <a:xfrm>
                <a:off x="-4875845" y="3534615"/>
                <a:ext cx="8089" cy="8089"/>
              </a:xfrm>
              <a:custGeom>
                <a:rect b="b" l="l" r="r" t="t"/>
                <a:pathLst>
                  <a:path extrusionOk="0" h="32" w="32">
                    <a:moveTo>
                      <a:pt x="32" y="0"/>
                    </a:moveTo>
                    <a:lnTo>
                      <a:pt x="32" y="0"/>
                    </a:lnTo>
                    <a:cubicBezTo>
                      <a:pt x="20" y="12"/>
                      <a:pt x="8" y="20"/>
                      <a:pt x="0" y="32"/>
                    </a:cubicBezTo>
                    <a:lnTo>
                      <a:pt x="0" y="32"/>
                    </a:lnTo>
                    <a:cubicBezTo>
                      <a:pt x="8" y="20"/>
                      <a:pt x="20" y="12"/>
                      <a:pt x="32" y="0"/>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0" name="Google Shape;860;p23"/>
              <p:cNvSpPr/>
              <p:nvPr/>
            </p:nvSpPr>
            <p:spPr>
              <a:xfrm>
                <a:off x="-4875845" y="3523493"/>
                <a:ext cx="36148" cy="36401"/>
              </a:xfrm>
              <a:custGeom>
                <a:rect b="b" l="l" r="r" t="t"/>
                <a:pathLst>
                  <a:path extrusionOk="0" h="144" w="143">
                    <a:moveTo>
                      <a:pt x="76" y="0"/>
                    </a:moveTo>
                    <a:lnTo>
                      <a:pt x="76" y="0"/>
                    </a:lnTo>
                    <a:cubicBezTo>
                      <a:pt x="59" y="16"/>
                      <a:pt x="43" y="28"/>
                      <a:pt x="32" y="44"/>
                    </a:cubicBezTo>
                    <a:cubicBezTo>
                      <a:pt x="20" y="56"/>
                      <a:pt x="8" y="64"/>
                      <a:pt x="0" y="76"/>
                    </a:cubicBezTo>
                    <a:cubicBezTo>
                      <a:pt x="68" y="144"/>
                      <a:pt x="68" y="144"/>
                      <a:pt x="68" y="144"/>
                    </a:cubicBezTo>
                    <a:cubicBezTo>
                      <a:pt x="143" y="68"/>
                      <a:pt x="143" y="68"/>
                      <a:pt x="143" y="68"/>
                    </a:cubicBezTo>
                    <a:cubicBezTo>
                      <a:pt x="76" y="0"/>
                      <a:pt x="76" y="0"/>
                      <a:pt x="76" y="0"/>
                    </a:cubicBezTo>
                    <a:close/>
                  </a:path>
                </a:pathLst>
              </a:custGeom>
              <a:solidFill>
                <a:srgbClr val="FDE7ED">
                  <a:alpha val="58860"/>
                </a:srgbClr>
              </a:solidFill>
              <a:ln>
                <a:noFill/>
              </a:ln>
            </p:spPr>
            <p:txBody>
              <a:bodyPr anchorCtr="1" anchor="ctr" bIns="6825" lIns="90000" spcFirstLastPara="1" rIns="90000" wrap="square" tIns="6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1" name="Google Shape;861;p23"/>
              <p:cNvSpPr/>
              <p:nvPr/>
            </p:nvSpPr>
            <p:spPr>
              <a:xfrm>
                <a:off x="-4908201" y="3580117"/>
                <a:ext cx="23256" cy="56371"/>
              </a:xfrm>
              <a:custGeom>
                <a:rect b="b" l="l" r="r" t="t"/>
                <a:pathLst>
                  <a:path extrusionOk="0" h="223" w="92">
                    <a:moveTo>
                      <a:pt x="24" y="0"/>
                    </a:moveTo>
                    <a:lnTo>
                      <a:pt x="24" y="0"/>
                    </a:lnTo>
                    <a:cubicBezTo>
                      <a:pt x="8" y="40"/>
                      <a:pt x="0" y="84"/>
                      <a:pt x="0" y="127"/>
                    </a:cubicBezTo>
                    <a:cubicBezTo>
                      <a:pt x="92" y="223"/>
                      <a:pt x="92" y="223"/>
                      <a:pt x="92" y="223"/>
                    </a:cubicBezTo>
                    <a:cubicBezTo>
                      <a:pt x="64" y="171"/>
                      <a:pt x="60" y="112"/>
                      <a:pt x="80" y="56"/>
                    </a:cubicBezTo>
                    <a:cubicBezTo>
                      <a:pt x="24" y="0"/>
                      <a:pt x="24" y="0"/>
                      <a:pt x="24" y="0"/>
                    </a:cubicBezTo>
                    <a:close/>
                  </a:path>
                </a:pathLst>
              </a:custGeom>
              <a:solidFill>
                <a:srgbClr val="FFFFFF"/>
              </a:solidFill>
              <a:ln>
                <a:noFill/>
              </a:ln>
            </p:spPr>
            <p:txBody>
              <a:bodyPr anchorCtr="1" anchor="ctr" bIns="35275" lIns="90000" spcFirstLastPara="1" rIns="90000" wrap="square" tIns="35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2" name="Google Shape;862;p23"/>
              <p:cNvSpPr/>
              <p:nvPr/>
            </p:nvSpPr>
            <p:spPr>
              <a:xfrm>
                <a:off x="-4020171" y="2652652"/>
                <a:ext cx="322806" cy="364263"/>
              </a:xfrm>
              <a:custGeom>
                <a:rect b="b" l="l" r="r" t="t"/>
                <a:pathLst>
                  <a:path extrusionOk="0" h="1441" w="1277">
                    <a:moveTo>
                      <a:pt x="806" y="954"/>
                    </a:moveTo>
                    <a:lnTo>
                      <a:pt x="806" y="954"/>
                    </a:lnTo>
                    <a:lnTo>
                      <a:pt x="1277" y="1441"/>
                    </a:lnTo>
                    <a:lnTo>
                      <a:pt x="1277" y="1441"/>
                    </a:lnTo>
                    <a:lnTo>
                      <a:pt x="806" y="954"/>
                    </a:lnTo>
                    <a:moveTo>
                      <a:pt x="128" y="0"/>
                    </a:moveTo>
                    <a:lnTo>
                      <a:pt x="0" y="124"/>
                    </a:lnTo>
                    <a:lnTo>
                      <a:pt x="471" y="611"/>
                    </a:lnTo>
                    <a:lnTo>
                      <a:pt x="595" y="491"/>
                    </a:lnTo>
                    <a:lnTo>
                      <a:pt x="175" y="56"/>
                    </a:lnTo>
                    <a:lnTo>
                      <a:pt x="180" y="52"/>
                    </a:lnTo>
                    <a:lnTo>
                      <a:pt x="128"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3" name="Google Shape;863;p23"/>
              <p:cNvSpPr/>
              <p:nvPr/>
            </p:nvSpPr>
            <p:spPr>
              <a:xfrm>
                <a:off x="-3816427" y="2893808"/>
                <a:ext cx="119062" cy="123106"/>
              </a:xfrm>
              <a:custGeom>
                <a:rect b="b" l="l" r="r" t="t"/>
                <a:pathLst>
                  <a:path extrusionOk="0" h="487" w="471">
                    <a:moveTo>
                      <a:pt x="0" y="0"/>
                    </a:moveTo>
                    <a:lnTo>
                      <a:pt x="0" y="0"/>
                    </a:lnTo>
                    <a:lnTo>
                      <a:pt x="471" y="487"/>
                    </a:lnTo>
                    <a:lnTo>
                      <a:pt x="471" y="487"/>
                    </a:lnTo>
                    <a:lnTo>
                      <a:pt x="0"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4" name="Google Shape;864;p23"/>
              <p:cNvSpPr/>
              <p:nvPr/>
            </p:nvSpPr>
            <p:spPr>
              <a:xfrm>
                <a:off x="-3901109" y="2776769"/>
                <a:ext cx="71538" cy="71538"/>
              </a:xfrm>
              <a:custGeom>
                <a:rect b="b" l="l" r="r" t="t"/>
                <a:pathLst>
                  <a:path extrusionOk="0" h="283" w="283">
                    <a:moveTo>
                      <a:pt x="124" y="0"/>
                    </a:moveTo>
                    <a:lnTo>
                      <a:pt x="0" y="120"/>
                    </a:lnTo>
                    <a:lnTo>
                      <a:pt x="164" y="283"/>
                    </a:lnTo>
                    <a:lnTo>
                      <a:pt x="283" y="164"/>
                    </a:lnTo>
                    <a:lnTo>
                      <a:pt x="124"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5" name="Google Shape;865;p23"/>
              <p:cNvSpPr/>
              <p:nvPr/>
            </p:nvSpPr>
            <p:spPr>
              <a:xfrm>
                <a:off x="-3859653" y="2818225"/>
                <a:ext cx="62438" cy="75583"/>
              </a:xfrm>
              <a:custGeom>
                <a:rect b="b" l="l" r="r" t="t"/>
                <a:pathLst>
                  <a:path extrusionOk="0" h="299" w="247">
                    <a:moveTo>
                      <a:pt x="119" y="0"/>
                    </a:moveTo>
                    <a:lnTo>
                      <a:pt x="0" y="119"/>
                    </a:lnTo>
                    <a:lnTo>
                      <a:pt x="171" y="299"/>
                    </a:lnTo>
                    <a:lnTo>
                      <a:pt x="171" y="299"/>
                    </a:lnTo>
                    <a:lnTo>
                      <a:pt x="123" y="251"/>
                    </a:lnTo>
                    <a:lnTo>
                      <a:pt x="247" y="131"/>
                    </a:lnTo>
                    <a:lnTo>
                      <a:pt x="119"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6" name="Google Shape;866;p23"/>
              <p:cNvSpPr/>
              <p:nvPr/>
            </p:nvSpPr>
            <p:spPr>
              <a:xfrm>
                <a:off x="-4909212" y="3663788"/>
                <a:ext cx="16178" cy="16178"/>
              </a:xfrm>
              <a:custGeom>
                <a:rect b="b" l="l" r="r" t="t"/>
                <a:pathLst>
                  <a:path extrusionOk="0" h="64" w="64">
                    <a:moveTo>
                      <a:pt x="64" y="0"/>
                    </a:moveTo>
                    <a:lnTo>
                      <a:pt x="64" y="0"/>
                    </a:lnTo>
                    <a:cubicBezTo>
                      <a:pt x="0" y="64"/>
                      <a:pt x="0" y="64"/>
                      <a:pt x="0" y="64"/>
                    </a:cubicBezTo>
                    <a:lnTo>
                      <a:pt x="0" y="64"/>
                    </a:lnTo>
                    <a:cubicBezTo>
                      <a:pt x="64" y="0"/>
                      <a:pt x="64" y="0"/>
                      <a:pt x="64" y="0"/>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7" name="Google Shape;867;p23"/>
              <p:cNvSpPr/>
              <p:nvPr/>
            </p:nvSpPr>
            <p:spPr>
              <a:xfrm>
                <a:off x="-4886967" y="3669855"/>
                <a:ext cx="99850" cy="103895"/>
              </a:xfrm>
              <a:custGeom>
                <a:rect b="b" l="l" r="r" t="t"/>
                <a:pathLst>
                  <a:path extrusionOk="0" h="411" w="395">
                    <a:moveTo>
                      <a:pt x="0" y="0"/>
                    </a:moveTo>
                    <a:lnTo>
                      <a:pt x="0" y="0"/>
                    </a:lnTo>
                    <a:cubicBezTo>
                      <a:pt x="395" y="411"/>
                      <a:pt x="395" y="411"/>
                      <a:pt x="395" y="411"/>
                    </a:cubicBezTo>
                    <a:lnTo>
                      <a:pt x="395" y="411"/>
                    </a:lnTo>
                    <a:cubicBezTo>
                      <a:pt x="0" y="0"/>
                      <a:pt x="0" y="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8" name="Google Shape;868;p23"/>
              <p:cNvSpPr/>
              <p:nvPr/>
            </p:nvSpPr>
            <p:spPr>
              <a:xfrm>
                <a:off x="-4909212" y="3663788"/>
                <a:ext cx="123106" cy="142318"/>
              </a:xfrm>
              <a:custGeom>
                <a:rect b="b" l="l" r="r" t="t"/>
                <a:pathLst>
                  <a:path extrusionOk="0" h="563" w="487">
                    <a:moveTo>
                      <a:pt x="64" y="0"/>
                    </a:moveTo>
                    <a:lnTo>
                      <a:pt x="64" y="0"/>
                    </a:lnTo>
                    <a:cubicBezTo>
                      <a:pt x="0" y="64"/>
                      <a:pt x="0" y="64"/>
                      <a:pt x="0" y="64"/>
                    </a:cubicBezTo>
                    <a:lnTo>
                      <a:pt x="0" y="64"/>
                    </a:lnTo>
                    <a:cubicBezTo>
                      <a:pt x="483" y="563"/>
                      <a:pt x="483" y="563"/>
                      <a:pt x="483" y="563"/>
                    </a:cubicBezTo>
                    <a:cubicBezTo>
                      <a:pt x="487" y="559"/>
                      <a:pt x="487" y="559"/>
                      <a:pt x="487" y="559"/>
                    </a:cubicBezTo>
                    <a:cubicBezTo>
                      <a:pt x="271" y="336"/>
                      <a:pt x="271" y="336"/>
                      <a:pt x="271" y="336"/>
                    </a:cubicBezTo>
                    <a:cubicBezTo>
                      <a:pt x="327" y="395"/>
                      <a:pt x="403" y="427"/>
                      <a:pt x="479" y="431"/>
                    </a:cubicBezTo>
                    <a:cubicBezTo>
                      <a:pt x="108" y="48"/>
                      <a:pt x="108" y="48"/>
                      <a:pt x="108" y="48"/>
                    </a:cubicBezTo>
                    <a:cubicBezTo>
                      <a:pt x="96" y="36"/>
                      <a:pt x="88" y="28"/>
                      <a:pt x="80" y="16"/>
                    </a:cubicBezTo>
                    <a:cubicBezTo>
                      <a:pt x="64" y="0"/>
                      <a:pt x="64" y="0"/>
                      <a:pt x="64"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69" name="Google Shape;869;p23"/>
              <p:cNvSpPr/>
              <p:nvPr/>
            </p:nvSpPr>
            <p:spPr>
              <a:xfrm>
                <a:off x="-4888990" y="3667833"/>
                <a:ext cx="101872" cy="105917"/>
              </a:xfrm>
              <a:custGeom>
                <a:rect b="b" l="l" r="r" t="t"/>
                <a:pathLst>
                  <a:path extrusionOk="0" h="419" w="403">
                    <a:moveTo>
                      <a:pt x="0" y="0"/>
                    </a:moveTo>
                    <a:lnTo>
                      <a:pt x="0" y="0"/>
                    </a:lnTo>
                    <a:cubicBezTo>
                      <a:pt x="8" y="12"/>
                      <a:pt x="16" y="20"/>
                      <a:pt x="28" y="32"/>
                    </a:cubicBezTo>
                    <a:cubicBezTo>
                      <a:pt x="399" y="415"/>
                      <a:pt x="399" y="415"/>
                      <a:pt x="399" y="415"/>
                    </a:cubicBezTo>
                    <a:lnTo>
                      <a:pt x="403" y="419"/>
                    </a:lnTo>
                    <a:cubicBezTo>
                      <a:pt x="8" y="8"/>
                      <a:pt x="8" y="8"/>
                      <a:pt x="8" y="8"/>
                    </a:cubicBezTo>
                    <a:cubicBezTo>
                      <a:pt x="0" y="0"/>
                      <a:pt x="0" y="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0" name="Google Shape;870;p23"/>
              <p:cNvSpPr/>
              <p:nvPr/>
            </p:nvSpPr>
            <p:spPr>
              <a:xfrm>
                <a:off x="-4721394" y="3872841"/>
                <a:ext cx="758" cy="758"/>
              </a:xfrm>
              <a:custGeom>
                <a:rect b="b" l="l" r="r" t="t"/>
                <a:pathLst>
                  <a:path extrusionOk="0" h="3" w="3">
                    <a:moveTo>
                      <a:pt x="3" y="0"/>
                    </a:moveTo>
                    <a:lnTo>
                      <a:pt x="0" y="3"/>
                    </a:lnTo>
                    <a:lnTo>
                      <a:pt x="0" y="3"/>
                    </a:lnTo>
                    <a:lnTo>
                      <a:pt x="3"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1" name="Google Shape;871;p23"/>
              <p:cNvSpPr/>
              <p:nvPr/>
            </p:nvSpPr>
            <p:spPr>
              <a:xfrm>
                <a:off x="-4721394" y="3872841"/>
                <a:ext cx="758" cy="758"/>
              </a:xfrm>
              <a:custGeom>
                <a:rect b="b" l="l" r="r" t="t"/>
                <a:pathLst>
                  <a:path extrusionOk="0" h="3" w="3">
                    <a:moveTo>
                      <a:pt x="3" y="0"/>
                    </a:moveTo>
                    <a:lnTo>
                      <a:pt x="0" y="3"/>
                    </a:lnTo>
                    <a:lnTo>
                      <a:pt x="0" y="3"/>
                    </a:lnTo>
                    <a:lnTo>
                      <a:pt x="3"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2" name="Google Shape;872;p23"/>
              <p:cNvSpPr/>
              <p:nvPr/>
            </p:nvSpPr>
            <p:spPr>
              <a:xfrm>
                <a:off x="-4787118" y="3805094"/>
                <a:ext cx="66482" cy="68505"/>
              </a:xfrm>
              <a:custGeom>
                <a:rect b="b" l="l" r="r" t="t"/>
                <a:pathLst>
                  <a:path extrusionOk="0" h="271" w="263">
                    <a:moveTo>
                      <a:pt x="4" y="0"/>
                    </a:moveTo>
                    <a:lnTo>
                      <a:pt x="0" y="4"/>
                    </a:lnTo>
                    <a:lnTo>
                      <a:pt x="260" y="271"/>
                    </a:lnTo>
                    <a:lnTo>
                      <a:pt x="263" y="268"/>
                    </a:lnTo>
                    <a:lnTo>
                      <a:pt x="4"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3" name="Google Shape;873;p23"/>
              <p:cNvSpPr/>
              <p:nvPr/>
            </p:nvSpPr>
            <p:spPr>
              <a:xfrm>
                <a:off x="-4787118" y="3805094"/>
                <a:ext cx="66482" cy="68505"/>
              </a:xfrm>
              <a:custGeom>
                <a:rect b="b" l="l" r="r" t="t"/>
                <a:pathLst>
                  <a:path extrusionOk="0" h="271" w="263">
                    <a:moveTo>
                      <a:pt x="4" y="0"/>
                    </a:moveTo>
                    <a:lnTo>
                      <a:pt x="0" y="4"/>
                    </a:lnTo>
                    <a:lnTo>
                      <a:pt x="260" y="271"/>
                    </a:lnTo>
                    <a:lnTo>
                      <a:pt x="263" y="268"/>
                    </a:lnTo>
                    <a:lnTo>
                      <a:pt x="4"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4" name="Google Shape;874;p23"/>
              <p:cNvSpPr/>
              <p:nvPr/>
            </p:nvSpPr>
            <p:spPr>
              <a:xfrm>
                <a:off x="-3817438" y="2893808"/>
                <a:ext cx="119062" cy="123106"/>
              </a:xfrm>
              <a:custGeom>
                <a:rect b="b" l="l" r="r" t="t"/>
                <a:pathLst>
                  <a:path extrusionOk="0" h="487" w="471">
                    <a:moveTo>
                      <a:pt x="4" y="0"/>
                    </a:moveTo>
                    <a:lnTo>
                      <a:pt x="0" y="4"/>
                    </a:lnTo>
                    <a:lnTo>
                      <a:pt x="468" y="487"/>
                    </a:lnTo>
                    <a:lnTo>
                      <a:pt x="471" y="483"/>
                    </a:lnTo>
                    <a:lnTo>
                      <a:pt x="4"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5" name="Google Shape;875;p23"/>
              <p:cNvSpPr/>
              <p:nvPr/>
            </p:nvSpPr>
            <p:spPr>
              <a:xfrm>
                <a:off x="-3817438" y="2893808"/>
                <a:ext cx="119062" cy="123106"/>
              </a:xfrm>
              <a:custGeom>
                <a:rect b="b" l="l" r="r" t="t"/>
                <a:pathLst>
                  <a:path extrusionOk="0" h="487" w="471">
                    <a:moveTo>
                      <a:pt x="4" y="0"/>
                    </a:moveTo>
                    <a:lnTo>
                      <a:pt x="0" y="4"/>
                    </a:lnTo>
                    <a:lnTo>
                      <a:pt x="468" y="487"/>
                    </a:lnTo>
                    <a:lnTo>
                      <a:pt x="471" y="483"/>
                    </a:lnTo>
                    <a:lnTo>
                      <a:pt x="4"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6" name="Google Shape;876;p23"/>
              <p:cNvSpPr/>
              <p:nvPr/>
            </p:nvSpPr>
            <p:spPr>
              <a:xfrm>
                <a:off x="-3829571" y="2881674"/>
                <a:ext cx="13145" cy="13145"/>
              </a:xfrm>
              <a:custGeom>
                <a:rect b="b" l="l" r="r" t="t"/>
                <a:pathLst>
                  <a:path extrusionOk="0" h="52" w="52">
                    <a:moveTo>
                      <a:pt x="4" y="0"/>
                    </a:moveTo>
                    <a:lnTo>
                      <a:pt x="0" y="4"/>
                    </a:lnTo>
                    <a:lnTo>
                      <a:pt x="48" y="52"/>
                    </a:lnTo>
                    <a:lnTo>
                      <a:pt x="52" y="48"/>
                    </a:lnTo>
                    <a:lnTo>
                      <a:pt x="4" y="0"/>
                    </a:lnTo>
                    <a:close/>
                  </a:path>
                </a:pathLst>
              </a:custGeom>
              <a:solidFill>
                <a:srgbClr val="FEFBE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7" name="Google Shape;877;p23"/>
              <p:cNvSpPr/>
              <p:nvPr/>
            </p:nvSpPr>
            <p:spPr>
              <a:xfrm>
                <a:off x="-3829571" y="2881674"/>
                <a:ext cx="13145" cy="13145"/>
              </a:xfrm>
              <a:custGeom>
                <a:rect b="b" l="l" r="r" t="t"/>
                <a:pathLst>
                  <a:path extrusionOk="0" h="52" w="52">
                    <a:moveTo>
                      <a:pt x="4" y="0"/>
                    </a:moveTo>
                    <a:lnTo>
                      <a:pt x="0" y="4"/>
                    </a:lnTo>
                    <a:lnTo>
                      <a:pt x="48" y="52"/>
                    </a:lnTo>
                    <a:lnTo>
                      <a:pt x="52" y="48"/>
                    </a:lnTo>
                    <a:lnTo>
                      <a:pt x="4" y="0"/>
                    </a:lnTo>
                    <a:close/>
                  </a:path>
                </a:pathLst>
              </a:custGeom>
              <a:solidFill>
                <a:srgbClr val="FEFBE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8" name="Google Shape;878;p23"/>
              <p:cNvSpPr/>
              <p:nvPr/>
            </p:nvSpPr>
            <p:spPr>
              <a:xfrm>
                <a:off x="-4709260" y="2923131"/>
                <a:ext cx="950472" cy="984850"/>
              </a:xfrm>
              <a:custGeom>
                <a:rect b="b" l="l" r="r" t="t"/>
                <a:pathLst>
                  <a:path extrusionOk="0" h="3896" w="3760">
                    <a:moveTo>
                      <a:pt x="0" y="3801"/>
                    </a:moveTo>
                    <a:lnTo>
                      <a:pt x="0" y="3801"/>
                    </a:lnTo>
                    <a:cubicBezTo>
                      <a:pt x="59" y="3864"/>
                      <a:pt x="143" y="3896"/>
                      <a:pt x="227" y="3896"/>
                    </a:cubicBezTo>
                    <a:cubicBezTo>
                      <a:pt x="303" y="3896"/>
                      <a:pt x="379" y="3868"/>
                      <a:pt x="438" y="3816"/>
                    </a:cubicBezTo>
                    <a:cubicBezTo>
                      <a:pt x="375" y="3856"/>
                      <a:pt x="303" y="3876"/>
                      <a:pt x="227" y="3876"/>
                    </a:cubicBezTo>
                    <a:cubicBezTo>
                      <a:pt x="147" y="3876"/>
                      <a:pt x="67" y="3852"/>
                      <a:pt x="0" y="3801"/>
                    </a:cubicBezTo>
                    <a:moveTo>
                      <a:pt x="1017" y="2695"/>
                    </a:moveTo>
                    <a:lnTo>
                      <a:pt x="1017" y="2695"/>
                    </a:lnTo>
                    <a:cubicBezTo>
                      <a:pt x="630" y="3066"/>
                      <a:pt x="630" y="3066"/>
                      <a:pt x="630" y="3066"/>
                    </a:cubicBezTo>
                    <a:cubicBezTo>
                      <a:pt x="794" y="3230"/>
                      <a:pt x="794" y="3230"/>
                      <a:pt x="794" y="3230"/>
                    </a:cubicBezTo>
                    <a:cubicBezTo>
                      <a:pt x="1177" y="2858"/>
                      <a:pt x="1177" y="2858"/>
                      <a:pt x="1177" y="2858"/>
                    </a:cubicBezTo>
                    <a:cubicBezTo>
                      <a:pt x="1017" y="2695"/>
                      <a:pt x="1017" y="2695"/>
                      <a:pt x="1017" y="2695"/>
                    </a:cubicBezTo>
                    <a:moveTo>
                      <a:pt x="3413" y="0"/>
                    </a:moveTo>
                    <a:lnTo>
                      <a:pt x="3413" y="0"/>
                    </a:lnTo>
                    <a:cubicBezTo>
                      <a:pt x="1349" y="2000"/>
                      <a:pt x="1349" y="2000"/>
                      <a:pt x="1349" y="2000"/>
                    </a:cubicBezTo>
                    <a:cubicBezTo>
                      <a:pt x="1696" y="2359"/>
                      <a:pt x="1696" y="2359"/>
                      <a:pt x="1696" y="2359"/>
                    </a:cubicBezTo>
                    <a:cubicBezTo>
                      <a:pt x="3760" y="355"/>
                      <a:pt x="3760" y="355"/>
                      <a:pt x="3760" y="355"/>
                    </a:cubicBezTo>
                    <a:cubicBezTo>
                      <a:pt x="3413" y="0"/>
                      <a:pt x="3413" y="0"/>
                      <a:pt x="3413" y="0"/>
                    </a:cubicBezTo>
                    <a:close/>
                  </a:path>
                </a:pathLst>
              </a:custGeom>
              <a:solidFill>
                <a:srgbClr val="FFFFFF">
                  <a:alpha val="62260"/>
                </a:srgbClr>
              </a:solidFill>
              <a:ln>
                <a:noFill/>
              </a:ln>
              <a:effectLst>
                <a:outerShdw blurRad="57150" rotWithShape="0" algn="bl" dir="5400000" dist="19050">
                  <a:srgbClr val="000000">
                    <a:alpha val="2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79" name="Google Shape;879;p23"/>
              <p:cNvSpPr/>
              <p:nvPr/>
            </p:nvSpPr>
            <p:spPr>
              <a:xfrm>
                <a:off x="-4380388" y="2910997"/>
                <a:ext cx="533882" cy="517704"/>
              </a:xfrm>
              <a:custGeom>
                <a:rect b="b" l="l" r="r" t="t"/>
                <a:pathLst>
                  <a:path extrusionOk="0" h="2048" w="2112">
                    <a:moveTo>
                      <a:pt x="2068" y="0"/>
                    </a:moveTo>
                    <a:lnTo>
                      <a:pt x="0" y="2000"/>
                    </a:lnTo>
                    <a:lnTo>
                      <a:pt x="48" y="2048"/>
                    </a:lnTo>
                    <a:lnTo>
                      <a:pt x="2112" y="48"/>
                    </a:lnTo>
                    <a:lnTo>
                      <a:pt x="2068" y="0"/>
                    </a:lnTo>
                    <a:close/>
                  </a:path>
                </a:pathLst>
              </a:custGeom>
              <a:solidFill>
                <a:srgbClr val="FDF1A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0" name="Google Shape;880;p23"/>
              <p:cNvSpPr/>
              <p:nvPr/>
            </p:nvSpPr>
            <p:spPr>
              <a:xfrm>
                <a:off x="-4380388" y="2910997"/>
                <a:ext cx="533882" cy="517704"/>
              </a:xfrm>
              <a:custGeom>
                <a:rect b="b" l="l" r="r" t="t"/>
                <a:pathLst>
                  <a:path extrusionOk="0" h="2048" w="2112">
                    <a:moveTo>
                      <a:pt x="2068" y="0"/>
                    </a:moveTo>
                    <a:lnTo>
                      <a:pt x="0" y="2000"/>
                    </a:lnTo>
                    <a:lnTo>
                      <a:pt x="48" y="2048"/>
                    </a:lnTo>
                    <a:lnTo>
                      <a:pt x="2112" y="48"/>
                    </a:lnTo>
                    <a:lnTo>
                      <a:pt x="2068"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1" name="Google Shape;881;p23"/>
              <p:cNvSpPr/>
              <p:nvPr/>
            </p:nvSpPr>
            <p:spPr>
              <a:xfrm>
                <a:off x="-4468357" y="3428699"/>
                <a:ext cx="187819" cy="174674"/>
              </a:xfrm>
              <a:custGeom>
                <a:rect b="b" l="l" r="r" t="t"/>
                <a:pathLst>
                  <a:path extrusionOk="0" h="691" w="743">
                    <a:moveTo>
                      <a:pt x="396" y="0"/>
                    </a:moveTo>
                    <a:lnTo>
                      <a:pt x="288" y="104"/>
                    </a:lnTo>
                    <a:lnTo>
                      <a:pt x="240" y="56"/>
                    </a:lnTo>
                    <a:lnTo>
                      <a:pt x="0" y="288"/>
                    </a:lnTo>
                    <a:lnTo>
                      <a:pt x="396" y="691"/>
                    </a:lnTo>
                    <a:lnTo>
                      <a:pt x="743" y="359"/>
                    </a:lnTo>
                    <a:lnTo>
                      <a:pt x="396"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2" name="Google Shape;882;p23"/>
              <p:cNvSpPr/>
              <p:nvPr/>
            </p:nvSpPr>
            <p:spPr>
              <a:xfrm>
                <a:off x="-4407689" y="3416565"/>
                <a:ext cx="39434" cy="38423"/>
              </a:xfrm>
              <a:custGeom>
                <a:rect b="b" l="l" r="r" t="t"/>
                <a:pathLst>
                  <a:path extrusionOk="0" h="152" w="156">
                    <a:moveTo>
                      <a:pt x="108" y="0"/>
                    </a:moveTo>
                    <a:lnTo>
                      <a:pt x="0" y="104"/>
                    </a:lnTo>
                    <a:lnTo>
                      <a:pt x="48" y="152"/>
                    </a:lnTo>
                    <a:lnTo>
                      <a:pt x="156" y="48"/>
                    </a:lnTo>
                    <a:lnTo>
                      <a:pt x="108" y="0"/>
                    </a:lnTo>
                    <a:close/>
                  </a:path>
                </a:pathLst>
              </a:custGeom>
              <a:solidFill>
                <a:srgbClr val="FDF4B6"/>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3" name="Google Shape;883;p23"/>
              <p:cNvSpPr/>
              <p:nvPr/>
            </p:nvSpPr>
            <p:spPr>
              <a:xfrm>
                <a:off x="-4407689" y="3416565"/>
                <a:ext cx="39434" cy="38423"/>
              </a:xfrm>
              <a:custGeom>
                <a:rect b="b" l="l" r="r" t="t"/>
                <a:pathLst>
                  <a:path extrusionOk="0" h="152" w="156">
                    <a:moveTo>
                      <a:pt x="108" y="0"/>
                    </a:moveTo>
                    <a:lnTo>
                      <a:pt x="0" y="104"/>
                    </a:lnTo>
                    <a:lnTo>
                      <a:pt x="48" y="152"/>
                    </a:lnTo>
                    <a:lnTo>
                      <a:pt x="156" y="48"/>
                    </a:lnTo>
                    <a:lnTo>
                      <a:pt x="108" y="0"/>
                    </a:lnTo>
                    <a:close/>
                  </a:path>
                </a:pathLst>
              </a:custGeom>
              <a:solidFill>
                <a:srgbClr val="FDF4B6"/>
              </a:solidFill>
              <a:ln>
                <a:noFill/>
              </a:ln>
            </p:spPr>
            <p:txBody>
              <a:bodyPr anchorCtr="1" anchor="ctr" bIns="9700" lIns="90000" spcFirstLastPara="1" rIns="90000" wrap="square" tIns="97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4" name="Google Shape;884;p23"/>
              <p:cNvSpPr/>
              <p:nvPr/>
            </p:nvSpPr>
            <p:spPr>
              <a:xfrm>
                <a:off x="-4758806" y="3679966"/>
                <a:ext cx="205767" cy="175686"/>
              </a:xfrm>
              <a:custGeom>
                <a:rect b="b" l="l" r="r" t="t"/>
                <a:pathLst>
                  <a:path extrusionOk="0" h="695" w="814">
                    <a:moveTo>
                      <a:pt x="12" y="351"/>
                    </a:moveTo>
                    <a:lnTo>
                      <a:pt x="12" y="351"/>
                    </a:lnTo>
                    <a:cubicBezTo>
                      <a:pt x="8" y="355"/>
                      <a:pt x="4" y="355"/>
                      <a:pt x="0" y="355"/>
                    </a:cubicBezTo>
                    <a:cubicBezTo>
                      <a:pt x="279" y="643"/>
                      <a:pt x="279" y="643"/>
                      <a:pt x="279" y="643"/>
                    </a:cubicBezTo>
                    <a:cubicBezTo>
                      <a:pt x="291" y="655"/>
                      <a:pt x="307" y="667"/>
                      <a:pt x="323" y="679"/>
                    </a:cubicBezTo>
                    <a:cubicBezTo>
                      <a:pt x="12" y="351"/>
                      <a:pt x="12" y="351"/>
                      <a:pt x="12" y="351"/>
                    </a:cubicBezTo>
                    <a:moveTo>
                      <a:pt x="235" y="180"/>
                    </a:moveTo>
                    <a:lnTo>
                      <a:pt x="235" y="180"/>
                    </a:lnTo>
                    <a:cubicBezTo>
                      <a:pt x="132" y="280"/>
                      <a:pt x="132" y="280"/>
                      <a:pt x="132" y="280"/>
                    </a:cubicBezTo>
                    <a:cubicBezTo>
                      <a:pt x="123" y="287"/>
                      <a:pt x="115" y="295"/>
                      <a:pt x="107" y="300"/>
                    </a:cubicBezTo>
                    <a:cubicBezTo>
                      <a:pt x="487" y="695"/>
                      <a:pt x="487" y="695"/>
                      <a:pt x="487" y="695"/>
                    </a:cubicBezTo>
                    <a:cubicBezTo>
                      <a:pt x="515" y="683"/>
                      <a:pt x="543" y="667"/>
                      <a:pt x="566" y="647"/>
                    </a:cubicBezTo>
                    <a:cubicBezTo>
                      <a:pt x="630" y="583"/>
                      <a:pt x="630" y="583"/>
                      <a:pt x="630" y="583"/>
                    </a:cubicBezTo>
                    <a:cubicBezTo>
                      <a:pt x="235" y="180"/>
                      <a:pt x="235" y="180"/>
                      <a:pt x="235" y="180"/>
                    </a:cubicBezTo>
                    <a:moveTo>
                      <a:pt x="423" y="0"/>
                    </a:moveTo>
                    <a:lnTo>
                      <a:pt x="423" y="0"/>
                    </a:lnTo>
                    <a:cubicBezTo>
                      <a:pt x="311" y="104"/>
                      <a:pt x="311" y="104"/>
                      <a:pt x="311" y="104"/>
                    </a:cubicBezTo>
                    <a:cubicBezTo>
                      <a:pt x="706" y="511"/>
                      <a:pt x="706" y="511"/>
                      <a:pt x="706" y="511"/>
                    </a:cubicBezTo>
                    <a:cubicBezTo>
                      <a:pt x="814" y="403"/>
                      <a:pt x="814" y="403"/>
                      <a:pt x="814" y="403"/>
                    </a:cubicBezTo>
                    <a:cubicBezTo>
                      <a:pt x="423" y="0"/>
                      <a:pt x="423" y="0"/>
                      <a:pt x="423"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85" name="Google Shape;885;p23"/>
              <p:cNvSpPr/>
              <p:nvPr/>
            </p:nvSpPr>
            <p:spPr>
              <a:xfrm>
                <a:off x="-4608652" y="3543716"/>
                <a:ext cx="156474" cy="154452"/>
              </a:xfrm>
              <a:custGeom>
                <a:rect b="b" l="l" r="r" t="t"/>
                <a:pathLst>
                  <a:path extrusionOk="0" h="611" w="619">
                    <a:moveTo>
                      <a:pt x="384" y="0"/>
                    </a:moveTo>
                    <a:lnTo>
                      <a:pt x="0" y="371"/>
                    </a:lnTo>
                    <a:lnTo>
                      <a:pt x="232" y="611"/>
                    </a:lnTo>
                    <a:lnTo>
                      <a:pt x="619" y="240"/>
                    </a:lnTo>
                    <a:lnTo>
                      <a:pt x="384" y="0"/>
                    </a:lnTo>
                    <a:close/>
                  </a:path>
                </a:pathLst>
              </a:custGeom>
              <a:solidFill>
                <a:srgbClr val="1C1D1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86" name="Google Shape;886;p23"/>
              <p:cNvSpPr/>
              <p:nvPr/>
            </p:nvSpPr>
            <p:spPr>
              <a:xfrm>
                <a:off x="-4608652" y="3543716"/>
                <a:ext cx="156474" cy="154452"/>
              </a:xfrm>
              <a:custGeom>
                <a:rect b="b" l="l" r="r" t="t"/>
                <a:pathLst>
                  <a:path extrusionOk="0" h="611" w="619">
                    <a:moveTo>
                      <a:pt x="384" y="0"/>
                    </a:moveTo>
                    <a:lnTo>
                      <a:pt x="0" y="371"/>
                    </a:lnTo>
                    <a:lnTo>
                      <a:pt x="232" y="611"/>
                    </a:lnTo>
                    <a:lnTo>
                      <a:pt x="619" y="240"/>
                    </a:lnTo>
                    <a:lnTo>
                      <a:pt x="384" y="0"/>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87" name="Google Shape;887;p23"/>
              <p:cNvSpPr/>
              <p:nvPr/>
            </p:nvSpPr>
            <p:spPr>
              <a:xfrm>
                <a:off x="-4511583" y="3543716"/>
                <a:ext cx="99850" cy="101872"/>
              </a:xfrm>
              <a:custGeom>
                <a:rect b="b" l="l" r="r" t="t"/>
                <a:pathLst>
                  <a:path extrusionOk="0" h="403" w="395">
                    <a:moveTo>
                      <a:pt x="0" y="0"/>
                    </a:moveTo>
                    <a:lnTo>
                      <a:pt x="0" y="0"/>
                    </a:lnTo>
                    <a:lnTo>
                      <a:pt x="235" y="240"/>
                    </a:lnTo>
                    <a:lnTo>
                      <a:pt x="395" y="403"/>
                    </a:lnTo>
                    <a:lnTo>
                      <a:pt x="0" y="0"/>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88" name="Google Shape;888;p23"/>
              <p:cNvSpPr/>
              <p:nvPr/>
            </p:nvSpPr>
            <p:spPr>
              <a:xfrm>
                <a:off x="-4511583" y="3543716"/>
                <a:ext cx="99850" cy="101872"/>
              </a:xfrm>
              <a:custGeom>
                <a:rect b="b" l="l" r="r" t="t"/>
                <a:pathLst>
                  <a:path extrusionOk="0" h="403" w="395">
                    <a:moveTo>
                      <a:pt x="0" y="0"/>
                    </a:moveTo>
                    <a:lnTo>
                      <a:pt x="0" y="0"/>
                    </a:lnTo>
                    <a:lnTo>
                      <a:pt x="235" y="240"/>
                    </a:lnTo>
                    <a:lnTo>
                      <a:pt x="395" y="403"/>
                    </a:lnTo>
                    <a:lnTo>
                      <a:pt x="0" y="0"/>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89" name="Google Shape;889;p23"/>
              <p:cNvSpPr/>
              <p:nvPr/>
            </p:nvSpPr>
            <p:spPr>
              <a:xfrm>
                <a:off x="-4651878" y="3637499"/>
                <a:ext cx="143329" cy="144340"/>
              </a:xfrm>
              <a:custGeom>
                <a:rect b="b" l="l" r="r" t="t"/>
                <a:pathLst>
                  <a:path extrusionOk="0" h="571" w="567">
                    <a:moveTo>
                      <a:pt x="0" y="168"/>
                    </a:moveTo>
                    <a:lnTo>
                      <a:pt x="0" y="168"/>
                    </a:lnTo>
                    <a:lnTo>
                      <a:pt x="391" y="571"/>
                    </a:lnTo>
                    <a:lnTo>
                      <a:pt x="391" y="571"/>
                    </a:lnTo>
                    <a:lnTo>
                      <a:pt x="0" y="168"/>
                    </a:lnTo>
                    <a:moveTo>
                      <a:pt x="171" y="0"/>
                    </a:moveTo>
                    <a:lnTo>
                      <a:pt x="171" y="0"/>
                    </a:lnTo>
                    <a:lnTo>
                      <a:pt x="567" y="404"/>
                    </a:lnTo>
                    <a:lnTo>
                      <a:pt x="567" y="404"/>
                    </a:lnTo>
                    <a:lnTo>
                      <a:pt x="403" y="240"/>
                    </a:lnTo>
                    <a:lnTo>
                      <a:pt x="171" y="0"/>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0" name="Google Shape;890;p23"/>
              <p:cNvSpPr/>
              <p:nvPr/>
            </p:nvSpPr>
            <p:spPr>
              <a:xfrm>
                <a:off x="-4651878" y="3679966"/>
                <a:ext cx="98839" cy="101872"/>
              </a:xfrm>
              <a:custGeom>
                <a:rect b="b" l="l" r="r" t="t"/>
                <a:pathLst>
                  <a:path extrusionOk="0" h="403" w="391">
                    <a:moveTo>
                      <a:pt x="0" y="0"/>
                    </a:moveTo>
                    <a:lnTo>
                      <a:pt x="0" y="0"/>
                    </a:lnTo>
                    <a:lnTo>
                      <a:pt x="391" y="403"/>
                    </a:lnTo>
                    <a:lnTo>
                      <a:pt x="391" y="403"/>
                    </a:lnTo>
                    <a:lnTo>
                      <a:pt x="0" y="0"/>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1" name="Google Shape;891;p23"/>
              <p:cNvSpPr/>
              <p:nvPr/>
            </p:nvSpPr>
            <p:spPr>
              <a:xfrm>
                <a:off x="-4608652" y="3637499"/>
                <a:ext cx="100103" cy="102125"/>
              </a:xfrm>
              <a:custGeom>
                <a:rect b="b" l="l" r="r" t="t"/>
                <a:pathLst>
                  <a:path extrusionOk="0" h="404" w="396">
                    <a:moveTo>
                      <a:pt x="0" y="0"/>
                    </a:moveTo>
                    <a:lnTo>
                      <a:pt x="0" y="0"/>
                    </a:lnTo>
                    <a:lnTo>
                      <a:pt x="396" y="404"/>
                    </a:lnTo>
                    <a:lnTo>
                      <a:pt x="396" y="404"/>
                    </a:lnTo>
                    <a:lnTo>
                      <a:pt x="232" y="240"/>
                    </a:lnTo>
                    <a:lnTo>
                      <a:pt x="0" y="0"/>
                    </a:lnTo>
                    <a:close/>
                  </a:path>
                </a:pathLst>
              </a:custGeom>
              <a:solidFill>
                <a:srgbClr val="26272A"/>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2" name="Google Shape;892;p23"/>
              <p:cNvSpPr/>
              <p:nvPr/>
            </p:nvSpPr>
            <p:spPr>
              <a:xfrm>
                <a:off x="-4468357" y="3501501"/>
                <a:ext cx="100103" cy="101872"/>
              </a:xfrm>
              <a:custGeom>
                <a:rect b="b" l="l" r="r" t="t"/>
                <a:pathLst>
                  <a:path extrusionOk="0" h="403" w="396">
                    <a:moveTo>
                      <a:pt x="0" y="0"/>
                    </a:moveTo>
                    <a:lnTo>
                      <a:pt x="0" y="0"/>
                    </a:lnTo>
                    <a:lnTo>
                      <a:pt x="396" y="403"/>
                    </a:lnTo>
                    <a:lnTo>
                      <a:pt x="396" y="403"/>
                    </a:lnTo>
                    <a:lnTo>
                      <a:pt x="0" y="0"/>
                    </a:lnTo>
                    <a:close/>
                  </a:path>
                </a:pathLst>
              </a:custGeom>
              <a:solidFill>
                <a:srgbClr val="BDBEB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3" name="Google Shape;893;p23"/>
              <p:cNvSpPr/>
              <p:nvPr/>
            </p:nvSpPr>
            <p:spPr>
              <a:xfrm>
                <a:off x="-4468357" y="3501501"/>
                <a:ext cx="100103" cy="101872"/>
              </a:xfrm>
              <a:custGeom>
                <a:rect b="b" l="l" r="r" t="t"/>
                <a:pathLst>
                  <a:path extrusionOk="0" h="403" w="396">
                    <a:moveTo>
                      <a:pt x="0" y="0"/>
                    </a:moveTo>
                    <a:lnTo>
                      <a:pt x="0" y="0"/>
                    </a:lnTo>
                    <a:lnTo>
                      <a:pt x="396" y="403"/>
                    </a:lnTo>
                    <a:lnTo>
                      <a:pt x="396" y="403"/>
                    </a:lnTo>
                    <a:lnTo>
                      <a:pt x="0" y="0"/>
                    </a:lnTo>
                    <a:close/>
                  </a:path>
                </a:pathLst>
              </a:custGeom>
              <a:solidFill>
                <a:srgbClr val="BDBEB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4" name="Google Shape;894;p23"/>
              <p:cNvSpPr/>
              <p:nvPr/>
            </p:nvSpPr>
            <p:spPr>
              <a:xfrm>
                <a:off x="-4511583" y="3501501"/>
                <a:ext cx="143329" cy="144087"/>
              </a:xfrm>
              <a:custGeom>
                <a:rect b="b" l="l" r="r" t="t"/>
                <a:pathLst>
                  <a:path extrusionOk="0" h="570" w="567">
                    <a:moveTo>
                      <a:pt x="171" y="0"/>
                    </a:moveTo>
                    <a:lnTo>
                      <a:pt x="0" y="167"/>
                    </a:lnTo>
                    <a:lnTo>
                      <a:pt x="395" y="570"/>
                    </a:lnTo>
                    <a:lnTo>
                      <a:pt x="567" y="403"/>
                    </a:lnTo>
                    <a:lnTo>
                      <a:pt x="171" y="0"/>
                    </a:lnTo>
                    <a:close/>
                  </a:path>
                </a:pathLst>
              </a:custGeom>
              <a:solidFill>
                <a:srgbClr val="1C1D1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5" name="Google Shape;895;p23"/>
              <p:cNvSpPr/>
              <p:nvPr/>
            </p:nvSpPr>
            <p:spPr>
              <a:xfrm>
                <a:off x="-4511583" y="3501501"/>
                <a:ext cx="143329" cy="144087"/>
              </a:xfrm>
              <a:custGeom>
                <a:rect b="b" l="l" r="r" t="t"/>
                <a:pathLst>
                  <a:path extrusionOk="0" h="570" w="567">
                    <a:moveTo>
                      <a:pt x="171" y="0"/>
                    </a:moveTo>
                    <a:lnTo>
                      <a:pt x="0" y="167"/>
                    </a:lnTo>
                    <a:lnTo>
                      <a:pt x="395" y="570"/>
                    </a:lnTo>
                    <a:lnTo>
                      <a:pt x="567" y="403"/>
                    </a:lnTo>
                    <a:lnTo>
                      <a:pt x="171" y="0"/>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6" name="Google Shape;896;p23"/>
              <p:cNvSpPr/>
              <p:nvPr/>
            </p:nvSpPr>
            <p:spPr>
              <a:xfrm>
                <a:off x="-4651878" y="3637499"/>
                <a:ext cx="143329" cy="144340"/>
              </a:xfrm>
              <a:custGeom>
                <a:rect b="b" l="l" r="r" t="t"/>
                <a:pathLst>
                  <a:path extrusionOk="0" h="571" w="567">
                    <a:moveTo>
                      <a:pt x="171" y="0"/>
                    </a:moveTo>
                    <a:lnTo>
                      <a:pt x="0" y="168"/>
                    </a:lnTo>
                    <a:lnTo>
                      <a:pt x="391" y="571"/>
                    </a:lnTo>
                    <a:lnTo>
                      <a:pt x="567" y="404"/>
                    </a:lnTo>
                    <a:lnTo>
                      <a:pt x="171" y="0"/>
                    </a:lnTo>
                    <a:close/>
                  </a:path>
                </a:pathLst>
              </a:custGeom>
              <a:solidFill>
                <a:srgbClr val="1C1D1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7" name="Google Shape;897;p23"/>
              <p:cNvSpPr/>
              <p:nvPr/>
            </p:nvSpPr>
            <p:spPr>
              <a:xfrm>
                <a:off x="-4651878" y="3637499"/>
                <a:ext cx="143329" cy="144340"/>
              </a:xfrm>
              <a:custGeom>
                <a:rect b="b" l="l" r="r" t="t"/>
                <a:pathLst>
                  <a:path extrusionOk="0" h="571" w="567">
                    <a:moveTo>
                      <a:pt x="171" y="0"/>
                    </a:moveTo>
                    <a:lnTo>
                      <a:pt x="0" y="168"/>
                    </a:lnTo>
                    <a:lnTo>
                      <a:pt x="391" y="571"/>
                    </a:lnTo>
                    <a:lnTo>
                      <a:pt x="567" y="404"/>
                    </a:lnTo>
                    <a:lnTo>
                      <a:pt x="171" y="0"/>
                    </a:lnTo>
                    <a:close/>
                  </a:path>
                </a:pathLst>
              </a:custGeom>
              <a:solidFill>
                <a:schemeClr val="dk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898" name="Google Shape;898;p23"/>
              <p:cNvSpPr/>
              <p:nvPr/>
            </p:nvSpPr>
            <p:spPr>
              <a:xfrm>
                <a:off x="-4699402" y="3706256"/>
                <a:ext cx="119062" cy="121084"/>
              </a:xfrm>
              <a:custGeom>
                <a:rect b="b" l="l" r="r" t="t"/>
                <a:pathLst>
                  <a:path extrusionOk="0" h="479" w="471">
                    <a:moveTo>
                      <a:pt x="76" y="0"/>
                    </a:moveTo>
                    <a:lnTo>
                      <a:pt x="0" y="76"/>
                    </a:lnTo>
                    <a:lnTo>
                      <a:pt x="395" y="479"/>
                    </a:lnTo>
                    <a:lnTo>
                      <a:pt x="471" y="407"/>
                    </a:lnTo>
                    <a:lnTo>
                      <a:pt x="76"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899" name="Google Shape;899;p23"/>
              <p:cNvSpPr/>
              <p:nvPr/>
            </p:nvSpPr>
            <p:spPr>
              <a:xfrm>
                <a:off x="-4699402" y="3706256"/>
                <a:ext cx="119062" cy="121084"/>
              </a:xfrm>
              <a:custGeom>
                <a:rect b="b" l="l" r="r" t="t"/>
                <a:pathLst>
                  <a:path extrusionOk="0" h="479" w="471">
                    <a:moveTo>
                      <a:pt x="76" y="0"/>
                    </a:moveTo>
                    <a:lnTo>
                      <a:pt x="0" y="76"/>
                    </a:lnTo>
                    <a:lnTo>
                      <a:pt x="395" y="479"/>
                    </a:lnTo>
                    <a:lnTo>
                      <a:pt x="471" y="407"/>
                    </a:lnTo>
                    <a:lnTo>
                      <a:pt x="76" y="0"/>
                    </a:ln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0" name="Google Shape;900;p23"/>
              <p:cNvSpPr/>
              <p:nvPr/>
            </p:nvSpPr>
            <p:spPr>
              <a:xfrm>
                <a:off x="-4755772" y="3755801"/>
                <a:ext cx="120073" cy="101872"/>
              </a:xfrm>
              <a:custGeom>
                <a:rect b="b" l="l" r="r" t="t"/>
                <a:pathLst>
                  <a:path extrusionOk="0" h="403" w="475">
                    <a:moveTo>
                      <a:pt x="95" y="0"/>
                    </a:moveTo>
                    <a:lnTo>
                      <a:pt x="95" y="0"/>
                    </a:lnTo>
                    <a:cubicBezTo>
                      <a:pt x="64" y="23"/>
                      <a:pt x="32" y="43"/>
                      <a:pt x="0" y="51"/>
                    </a:cubicBezTo>
                    <a:cubicBezTo>
                      <a:pt x="311" y="379"/>
                      <a:pt x="311" y="379"/>
                      <a:pt x="311" y="379"/>
                    </a:cubicBezTo>
                    <a:cubicBezTo>
                      <a:pt x="343" y="395"/>
                      <a:pt x="379" y="403"/>
                      <a:pt x="411" y="403"/>
                    </a:cubicBezTo>
                    <a:cubicBezTo>
                      <a:pt x="435" y="403"/>
                      <a:pt x="455" y="399"/>
                      <a:pt x="475" y="395"/>
                    </a:cubicBezTo>
                    <a:cubicBezTo>
                      <a:pt x="95" y="0"/>
                      <a:pt x="95" y="0"/>
                      <a:pt x="9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1" name="Google Shape;901;p23"/>
              <p:cNvSpPr/>
              <p:nvPr/>
            </p:nvSpPr>
            <p:spPr>
              <a:xfrm>
                <a:off x="-4720635" y="3012869"/>
                <a:ext cx="993192" cy="890056"/>
              </a:xfrm>
              <a:custGeom>
                <a:rect b="b" l="l" r="r" t="t"/>
                <a:pathLst>
                  <a:path extrusionOk="0" h="3521" w="3929">
                    <a:moveTo>
                      <a:pt x="3805" y="0"/>
                    </a:moveTo>
                    <a:lnTo>
                      <a:pt x="3805" y="0"/>
                    </a:lnTo>
                    <a:cubicBezTo>
                      <a:pt x="1741" y="2004"/>
                      <a:pt x="1741" y="2004"/>
                      <a:pt x="1741" y="2004"/>
                    </a:cubicBezTo>
                    <a:cubicBezTo>
                      <a:pt x="1821" y="2088"/>
                      <a:pt x="1821" y="2088"/>
                      <a:pt x="1821" y="2088"/>
                    </a:cubicBezTo>
                    <a:cubicBezTo>
                      <a:pt x="1474" y="2419"/>
                      <a:pt x="1474" y="2419"/>
                      <a:pt x="1474" y="2419"/>
                    </a:cubicBezTo>
                    <a:lnTo>
                      <a:pt x="1474" y="2419"/>
                    </a:lnTo>
                    <a:cubicBezTo>
                      <a:pt x="1302" y="2587"/>
                      <a:pt x="1302" y="2587"/>
                      <a:pt x="1302" y="2587"/>
                    </a:cubicBezTo>
                    <a:cubicBezTo>
                      <a:pt x="1222" y="2503"/>
                      <a:pt x="1222" y="2503"/>
                      <a:pt x="1222" y="2503"/>
                    </a:cubicBezTo>
                    <a:cubicBezTo>
                      <a:pt x="839" y="2875"/>
                      <a:pt x="839" y="2875"/>
                      <a:pt x="839" y="2875"/>
                    </a:cubicBezTo>
                    <a:cubicBezTo>
                      <a:pt x="919" y="2962"/>
                      <a:pt x="919" y="2962"/>
                      <a:pt x="919" y="2962"/>
                    </a:cubicBezTo>
                    <a:cubicBezTo>
                      <a:pt x="747" y="3126"/>
                      <a:pt x="747" y="3126"/>
                      <a:pt x="747" y="3126"/>
                    </a:cubicBezTo>
                    <a:cubicBezTo>
                      <a:pt x="743" y="3122"/>
                      <a:pt x="743" y="3122"/>
                      <a:pt x="743" y="3122"/>
                    </a:cubicBezTo>
                    <a:cubicBezTo>
                      <a:pt x="695" y="3166"/>
                      <a:pt x="651" y="3202"/>
                      <a:pt x="611" y="3238"/>
                    </a:cubicBezTo>
                    <a:cubicBezTo>
                      <a:pt x="587" y="3258"/>
                      <a:pt x="567" y="3278"/>
                      <a:pt x="547" y="3294"/>
                    </a:cubicBezTo>
                    <a:lnTo>
                      <a:pt x="547" y="3294"/>
                    </a:lnTo>
                    <a:cubicBezTo>
                      <a:pt x="539" y="3302"/>
                      <a:pt x="535" y="3306"/>
                      <a:pt x="531" y="3310"/>
                    </a:cubicBezTo>
                    <a:cubicBezTo>
                      <a:pt x="460" y="3377"/>
                      <a:pt x="368" y="3413"/>
                      <a:pt x="280" y="3413"/>
                    </a:cubicBezTo>
                    <a:cubicBezTo>
                      <a:pt x="196" y="3413"/>
                      <a:pt x="116" y="3385"/>
                      <a:pt x="48" y="3330"/>
                    </a:cubicBezTo>
                    <a:cubicBezTo>
                      <a:pt x="60" y="3342"/>
                      <a:pt x="60" y="3342"/>
                      <a:pt x="60" y="3342"/>
                    </a:cubicBezTo>
                    <a:lnTo>
                      <a:pt x="60" y="3342"/>
                    </a:lnTo>
                    <a:lnTo>
                      <a:pt x="60" y="3342"/>
                    </a:lnTo>
                    <a:cubicBezTo>
                      <a:pt x="0" y="3402"/>
                      <a:pt x="0" y="3402"/>
                      <a:pt x="0" y="3402"/>
                    </a:cubicBezTo>
                    <a:cubicBezTo>
                      <a:pt x="36" y="3441"/>
                      <a:pt x="36" y="3441"/>
                      <a:pt x="36" y="3441"/>
                    </a:cubicBezTo>
                    <a:cubicBezTo>
                      <a:pt x="40" y="3441"/>
                      <a:pt x="40" y="3446"/>
                      <a:pt x="45" y="3446"/>
                    </a:cubicBezTo>
                    <a:cubicBezTo>
                      <a:pt x="112" y="3497"/>
                      <a:pt x="192" y="3521"/>
                      <a:pt x="272" y="3521"/>
                    </a:cubicBezTo>
                    <a:cubicBezTo>
                      <a:pt x="348" y="3521"/>
                      <a:pt x="420" y="3501"/>
                      <a:pt x="483" y="3461"/>
                    </a:cubicBezTo>
                    <a:cubicBezTo>
                      <a:pt x="488" y="3458"/>
                      <a:pt x="491" y="3453"/>
                      <a:pt x="496" y="3449"/>
                    </a:cubicBezTo>
                    <a:cubicBezTo>
                      <a:pt x="3929" y="128"/>
                      <a:pt x="3929" y="128"/>
                      <a:pt x="3929" y="128"/>
                    </a:cubicBezTo>
                    <a:cubicBezTo>
                      <a:pt x="3805" y="0"/>
                      <a:pt x="3805" y="0"/>
                      <a:pt x="3805"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2" name="Google Shape;902;p23"/>
              <p:cNvSpPr/>
              <p:nvPr/>
            </p:nvSpPr>
            <p:spPr>
              <a:xfrm>
                <a:off x="-4368254" y="3519448"/>
                <a:ext cx="107939" cy="104906"/>
              </a:xfrm>
              <a:custGeom>
                <a:rect b="b" l="l" r="r" t="t"/>
                <a:pathLst>
                  <a:path extrusionOk="0" h="415" w="427">
                    <a:moveTo>
                      <a:pt x="347" y="0"/>
                    </a:moveTo>
                    <a:lnTo>
                      <a:pt x="0" y="332"/>
                    </a:lnTo>
                    <a:lnTo>
                      <a:pt x="80" y="415"/>
                    </a:lnTo>
                    <a:lnTo>
                      <a:pt x="427" y="84"/>
                    </a:lnTo>
                    <a:lnTo>
                      <a:pt x="347"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3" name="Google Shape;903;p23"/>
              <p:cNvSpPr/>
              <p:nvPr/>
            </p:nvSpPr>
            <p:spPr>
              <a:xfrm>
                <a:off x="-4787118" y="3769705"/>
                <a:ext cx="254302" cy="105917"/>
              </a:xfrm>
              <a:custGeom>
                <a:rect b="b" l="l" r="r" t="t"/>
                <a:pathLst>
                  <a:path extrusionOk="0" h="419" w="1006">
                    <a:moveTo>
                      <a:pt x="926" y="48"/>
                    </a:moveTo>
                    <a:lnTo>
                      <a:pt x="926" y="48"/>
                    </a:lnTo>
                    <a:cubicBezTo>
                      <a:pt x="818" y="156"/>
                      <a:pt x="818" y="156"/>
                      <a:pt x="818" y="156"/>
                    </a:cubicBezTo>
                    <a:cubicBezTo>
                      <a:pt x="890" y="228"/>
                      <a:pt x="890" y="228"/>
                      <a:pt x="890" y="228"/>
                    </a:cubicBezTo>
                    <a:cubicBezTo>
                      <a:pt x="886" y="236"/>
                      <a:pt x="878" y="240"/>
                      <a:pt x="874" y="244"/>
                    </a:cubicBezTo>
                    <a:cubicBezTo>
                      <a:pt x="914" y="208"/>
                      <a:pt x="958" y="172"/>
                      <a:pt x="1006" y="128"/>
                    </a:cubicBezTo>
                    <a:cubicBezTo>
                      <a:pt x="926" y="48"/>
                      <a:pt x="926" y="48"/>
                      <a:pt x="926" y="48"/>
                    </a:cubicBezTo>
                    <a:moveTo>
                      <a:pt x="112" y="0"/>
                    </a:moveTo>
                    <a:lnTo>
                      <a:pt x="112" y="0"/>
                    </a:lnTo>
                    <a:cubicBezTo>
                      <a:pt x="84" y="12"/>
                      <a:pt x="52" y="16"/>
                      <a:pt x="20" y="16"/>
                    </a:cubicBezTo>
                    <a:cubicBezTo>
                      <a:pt x="12" y="16"/>
                      <a:pt x="8" y="16"/>
                      <a:pt x="0" y="16"/>
                    </a:cubicBezTo>
                    <a:cubicBezTo>
                      <a:pt x="64" y="80"/>
                      <a:pt x="64" y="80"/>
                      <a:pt x="64" y="80"/>
                    </a:cubicBezTo>
                    <a:lnTo>
                      <a:pt x="64" y="80"/>
                    </a:lnTo>
                    <a:cubicBezTo>
                      <a:pt x="311" y="336"/>
                      <a:pt x="311" y="336"/>
                      <a:pt x="311" y="336"/>
                    </a:cubicBezTo>
                    <a:cubicBezTo>
                      <a:pt x="379" y="391"/>
                      <a:pt x="459" y="419"/>
                      <a:pt x="543" y="419"/>
                    </a:cubicBezTo>
                    <a:cubicBezTo>
                      <a:pt x="631" y="419"/>
                      <a:pt x="723" y="383"/>
                      <a:pt x="794" y="316"/>
                    </a:cubicBezTo>
                    <a:cubicBezTo>
                      <a:pt x="798" y="312"/>
                      <a:pt x="802" y="308"/>
                      <a:pt x="810" y="300"/>
                    </a:cubicBezTo>
                    <a:cubicBezTo>
                      <a:pt x="742" y="228"/>
                      <a:pt x="742" y="228"/>
                      <a:pt x="742" y="228"/>
                    </a:cubicBezTo>
                    <a:cubicBezTo>
                      <a:pt x="678" y="292"/>
                      <a:pt x="678" y="292"/>
                      <a:pt x="678" y="292"/>
                    </a:cubicBezTo>
                    <a:cubicBezTo>
                      <a:pt x="655" y="312"/>
                      <a:pt x="627" y="328"/>
                      <a:pt x="599" y="340"/>
                    </a:cubicBezTo>
                    <a:cubicBezTo>
                      <a:pt x="659" y="400"/>
                      <a:pt x="659" y="400"/>
                      <a:pt x="659" y="400"/>
                    </a:cubicBezTo>
                    <a:cubicBezTo>
                      <a:pt x="619" y="411"/>
                      <a:pt x="579" y="419"/>
                      <a:pt x="543" y="419"/>
                    </a:cubicBezTo>
                    <a:cubicBezTo>
                      <a:pt x="535" y="419"/>
                      <a:pt x="531" y="419"/>
                      <a:pt x="527" y="419"/>
                    </a:cubicBezTo>
                    <a:cubicBezTo>
                      <a:pt x="435" y="324"/>
                      <a:pt x="435" y="324"/>
                      <a:pt x="435" y="324"/>
                    </a:cubicBezTo>
                    <a:cubicBezTo>
                      <a:pt x="419" y="312"/>
                      <a:pt x="403" y="300"/>
                      <a:pt x="391" y="288"/>
                    </a:cubicBezTo>
                    <a:cubicBezTo>
                      <a:pt x="112" y="0"/>
                      <a:pt x="112" y="0"/>
                      <a:pt x="112"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4" name="Google Shape;904;p23"/>
              <p:cNvSpPr/>
              <p:nvPr/>
            </p:nvSpPr>
            <p:spPr>
              <a:xfrm>
                <a:off x="-4553040" y="3739623"/>
                <a:ext cx="64713" cy="63449"/>
              </a:xfrm>
              <a:custGeom>
                <a:rect b="b" l="l" r="r" t="t"/>
                <a:pathLst>
                  <a:path extrusionOk="0" h="251" w="256">
                    <a:moveTo>
                      <a:pt x="256" y="87"/>
                    </a:moveTo>
                    <a:lnTo>
                      <a:pt x="84" y="251"/>
                    </a:lnTo>
                    <a:lnTo>
                      <a:pt x="0" y="167"/>
                    </a:lnTo>
                    <a:lnTo>
                      <a:pt x="0" y="167"/>
                    </a:lnTo>
                    <a:lnTo>
                      <a:pt x="80" y="247"/>
                    </a:lnTo>
                    <a:lnTo>
                      <a:pt x="84" y="251"/>
                    </a:lnTo>
                    <a:lnTo>
                      <a:pt x="256" y="87"/>
                    </a:lnTo>
                    <a:moveTo>
                      <a:pt x="176" y="0"/>
                    </a:moveTo>
                    <a:lnTo>
                      <a:pt x="176" y="0"/>
                    </a:lnTo>
                    <a:lnTo>
                      <a:pt x="256" y="87"/>
                    </a:lnTo>
                    <a:lnTo>
                      <a:pt x="176" y="0"/>
                    </a:lnTo>
                    <a:close/>
                  </a:path>
                </a:pathLst>
              </a:custGeom>
              <a:solidFill>
                <a:srgbClr val="C3C3C4"/>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5" name="Google Shape;905;p23"/>
              <p:cNvSpPr/>
              <p:nvPr/>
            </p:nvSpPr>
            <p:spPr>
              <a:xfrm>
                <a:off x="-4553040" y="3761616"/>
                <a:ext cx="64713" cy="41457"/>
              </a:xfrm>
              <a:custGeom>
                <a:rect b="b" l="l" r="r" t="t"/>
                <a:pathLst>
                  <a:path extrusionOk="0" h="164" w="256">
                    <a:moveTo>
                      <a:pt x="256" y="0"/>
                    </a:moveTo>
                    <a:lnTo>
                      <a:pt x="84" y="164"/>
                    </a:lnTo>
                    <a:lnTo>
                      <a:pt x="0" y="80"/>
                    </a:lnTo>
                    <a:lnTo>
                      <a:pt x="0" y="80"/>
                    </a:lnTo>
                    <a:lnTo>
                      <a:pt x="80" y="160"/>
                    </a:lnTo>
                    <a:lnTo>
                      <a:pt x="84" y="164"/>
                    </a:lnTo>
                    <a:lnTo>
                      <a:pt x="256" y="0"/>
                    </a:lnTo>
                    <a:close/>
                  </a:path>
                </a:pathLst>
              </a:custGeom>
              <a:solidFill>
                <a:srgbClr val="C3C3C4"/>
              </a:solidFill>
              <a:ln>
                <a:noFill/>
              </a:ln>
            </p:spPr>
            <p:txBody>
              <a:bodyPr anchorCtr="1" anchor="ctr" bIns="14025" lIns="90000" spcFirstLastPara="1" rIns="90000" wrap="square" tIns="140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6" name="Google Shape;906;p23"/>
              <p:cNvSpPr/>
              <p:nvPr/>
            </p:nvSpPr>
            <p:spPr>
              <a:xfrm>
                <a:off x="-4508550" y="3739623"/>
                <a:ext cx="20223" cy="21992"/>
              </a:xfrm>
              <a:custGeom>
                <a:rect b="b" l="l" r="r" t="t"/>
                <a:pathLst>
                  <a:path extrusionOk="0" h="87" w="80">
                    <a:moveTo>
                      <a:pt x="0" y="0"/>
                    </a:moveTo>
                    <a:lnTo>
                      <a:pt x="0" y="0"/>
                    </a:lnTo>
                    <a:lnTo>
                      <a:pt x="80" y="87"/>
                    </a:lnTo>
                    <a:lnTo>
                      <a:pt x="0" y="0"/>
                    </a:lnTo>
                    <a:close/>
                  </a:path>
                </a:pathLst>
              </a:custGeom>
              <a:solidFill>
                <a:srgbClr val="C3C3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7" name="Google Shape;907;p23"/>
              <p:cNvSpPr/>
              <p:nvPr/>
            </p:nvSpPr>
            <p:spPr>
              <a:xfrm>
                <a:off x="-4368254" y="3603373"/>
                <a:ext cx="20223" cy="20981"/>
              </a:xfrm>
              <a:custGeom>
                <a:rect b="b" l="l" r="r" t="t"/>
                <a:pathLst>
                  <a:path extrusionOk="0" h="83" w="80">
                    <a:moveTo>
                      <a:pt x="0" y="0"/>
                    </a:moveTo>
                    <a:lnTo>
                      <a:pt x="0" y="0"/>
                    </a:lnTo>
                    <a:lnTo>
                      <a:pt x="80" y="83"/>
                    </a:lnTo>
                    <a:lnTo>
                      <a:pt x="0" y="0"/>
                    </a:lnTo>
                    <a:close/>
                  </a:path>
                </a:pathLst>
              </a:custGeom>
              <a:solidFill>
                <a:srgbClr val="ECECED"/>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8" name="Google Shape;908;p23"/>
              <p:cNvSpPr/>
              <p:nvPr/>
            </p:nvSpPr>
            <p:spPr>
              <a:xfrm>
                <a:off x="-4368254" y="3603373"/>
                <a:ext cx="20223" cy="20981"/>
              </a:xfrm>
              <a:custGeom>
                <a:rect b="b" l="l" r="r" t="t"/>
                <a:pathLst>
                  <a:path extrusionOk="0" h="83" w="80">
                    <a:moveTo>
                      <a:pt x="0" y="0"/>
                    </a:moveTo>
                    <a:lnTo>
                      <a:pt x="0" y="0"/>
                    </a:lnTo>
                    <a:lnTo>
                      <a:pt x="80" y="83"/>
                    </a:lnTo>
                    <a:lnTo>
                      <a:pt x="0" y="0"/>
                    </a:lnTo>
                    <a:close/>
                  </a:path>
                </a:pathLst>
              </a:custGeom>
              <a:solidFill>
                <a:srgbClr val="ECECED"/>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09" name="Google Shape;909;p23"/>
              <p:cNvSpPr/>
              <p:nvPr/>
            </p:nvSpPr>
            <p:spPr>
              <a:xfrm>
                <a:off x="-4411733" y="3603373"/>
                <a:ext cx="63702" cy="63449"/>
              </a:xfrm>
              <a:custGeom>
                <a:rect b="b" l="l" r="r" t="t"/>
                <a:pathLst>
                  <a:path extrusionOk="0" h="251" w="252">
                    <a:moveTo>
                      <a:pt x="172" y="0"/>
                    </a:moveTo>
                    <a:lnTo>
                      <a:pt x="0" y="167"/>
                    </a:lnTo>
                    <a:lnTo>
                      <a:pt x="80" y="251"/>
                    </a:lnTo>
                    <a:lnTo>
                      <a:pt x="252" y="83"/>
                    </a:lnTo>
                    <a:lnTo>
                      <a:pt x="252" y="83"/>
                    </a:lnTo>
                    <a:lnTo>
                      <a:pt x="172"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0" name="Google Shape;910;p23"/>
              <p:cNvSpPr/>
              <p:nvPr/>
            </p:nvSpPr>
            <p:spPr>
              <a:xfrm>
                <a:off x="-4553040" y="3739623"/>
                <a:ext cx="64713" cy="63449"/>
              </a:xfrm>
              <a:custGeom>
                <a:rect b="b" l="l" r="r" t="t"/>
                <a:pathLst>
                  <a:path extrusionOk="0" h="251" w="256">
                    <a:moveTo>
                      <a:pt x="176" y="0"/>
                    </a:moveTo>
                    <a:lnTo>
                      <a:pt x="0" y="167"/>
                    </a:lnTo>
                    <a:lnTo>
                      <a:pt x="84" y="251"/>
                    </a:lnTo>
                    <a:lnTo>
                      <a:pt x="256" y="87"/>
                    </a:lnTo>
                    <a:lnTo>
                      <a:pt x="176"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1" name="Google Shape;911;p23"/>
              <p:cNvSpPr/>
              <p:nvPr/>
            </p:nvSpPr>
            <p:spPr>
              <a:xfrm>
                <a:off x="-4720635" y="3857673"/>
                <a:ext cx="15167" cy="15167"/>
              </a:xfrm>
              <a:custGeom>
                <a:rect b="b" l="l" r="r" t="t"/>
                <a:pathLst>
                  <a:path extrusionOk="0" h="60" w="60">
                    <a:moveTo>
                      <a:pt x="60" y="0"/>
                    </a:moveTo>
                    <a:lnTo>
                      <a:pt x="0" y="60"/>
                    </a:lnTo>
                    <a:lnTo>
                      <a:pt x="0" y="60"/>
                    </a:lnTo>
                    <a:lnTo>
                      <a:pt x="6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2" name="Google Shape;912;p23"/>
              <p:cNvSpPr/>
              <p:nvPr/>
            </p:nvSpPr>
            <p:spPr>
              <a:xfrm>
                <a:off x="-4720635" y="3857673"/>
                <a:ext cx="15167" cy="15167"/>
              </a:xfrm>
              <a:custGeom>
                <a:rect b="b" l="l" r="r" t="t"/>
                <a:pathLst>
                  <a:path extrusionOk="0" h="60" w="60">
                    <a:moveTo>
                      <a:pt x="60" y="0"/>
                    </a:moveTo>
                    <a:lnTo>
                      <a:pt x="0" y="60"/>
                    </a:lnTo>
                    <a:lnTo>
                      <a:pt x="0" y="60"/>
                    </a:lnTo>
                    <a:lnTo>
                      <a:pt x="6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3" name="Google Shape;913;p23"/>
              <p:cNvSpPr/>
              <p:nvPr/>
            </p:nvSpPr>
            <p:spPr>
              <a:xfrm>
                <a:off x="-4708502" y="3854640"/>
                <a:ext cx="3033" cy="3033"/>
              </a:xfrm>
              <a:custGeom>
                <a:rect b="b" l="l" r="r" t="t"/>
                <a:pathLst>
                  <a:path extrusionOk="0" h="12" w="12">
                    <a:moveTo>
                      <a:pt x="0" y="0"/>
                    </a:moveTo>
                    <a:lnTo>
                      <a:pt x="12" y="12"/>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4" name="Google Shape;914;p23"/>
              <p:cNvSpPr/>
              <p:nvPr/>
            </p:nvSpPr>
            <p:spPr>
              <a:xfrm>
                <a:off x="-4708502" y="3854640"/>
                <a:ext cx="3033" cy="3033"/>
              </a:xfrm>
              <a:custGeom>
                <a:rect b="b" l="l" r="r" t="t"/>
                <a:pathLst>
                  <a:path extrusionOk="0" h="12" w="12">
                    <a:moveTo>
                      <a:pt x="0" y="0"/>
                    </a:moveTo>
                    <a:lnTo>
                      <a:pt x="12" y="12"/>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5" name="Google Shape;915;p23"/>
              <p:cNvSpPr/>
              <p:nvPr/>
            </p:nvSpPr>
            <p:spPr>
              <a:xfrm>
                <a:off x="-4770939" y="3789927"/>
                <a:ext cx="62438" cy="64713"/>
              </a:xfrm>
              <a:custGeom>
                <a:rect b="b" l="l" r="r" t="t"/>
                <a:pathLst>
                  <a:path extrusionOk="0" h="256" w="247">
                    <a:moveTo>
                      <a:pt x="0" y="0"/>
                    </a:moveTo>
                    <a:lnTo>
                      <a:pt x="0" y="0"/>
                    </a:lnTo>
                    <a:lnTo>
                      <a:pt x="247" y="256"/>
                    </a:lnTo>
                    <a:lnTo>
                      <a:pt x="247" y="256"/>
                    </a:lnTo>
                    <a:lnTo>
                      <a:pt x="0"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6" name="Google Shape;916;p23"/>
              <p:cNvSpPr/>
              <p:nvPr/>
            </p:nvSpPr>
            <p:spPr>
              <a:xfrm>
                <a:off x="-4770939" y="3789927"/>
                <a:ext cx="62438" cy="64713"/>
              </a:xfrm>
              <a:custGeom>
                <a:rect b="b" l="l" r="r" t="t"/>
                <a:pathLst>
                  <a:path extrusionOk="0" h="256" w="247">
                    <a:moveTo>
                      <a:pt x="0" y="0"/>
                    </a:moveTo>
                    <a:lnTo>
                      <a:pt x="0" y="0"/>
                    </a:lnTo>
                    <a:lnTo>
                      <a:pt x="247" y="256"/>
                    </a:lnTo>
                    <a:lnTo>
                      <a:pt x="247" y="256"/>
                    </a:lnTo>
                    <a:lnTo>
                      <a:pt x="0"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7" name="Google Shape;917;p23"/>
              <p:cNvSpPr/>
              <p:nvPr/>
            </p:nvSpPr>
            <p:spPr>
              <a:xfrm>
                <a:off x="-4582362" y="3831384"/>
                <a:ext cx="16178" cy="14156"/>
              </a:xfrm>
              <a:custGeom>
                <a:rect b="b" l="l" r="r" t="t"/>
                <a:pathLst>
                  <a:path extrusionOk="0" h="56" w="64">
                    <a:moveTo>
                      <a:pt x="64" y="0"/>
                    </a:moveTo>
                    <a:lnTo>
                      <a:pt x="64" y="0"/>
                    </a:lnTo>
                    <a:cubicBezTo>
                      <a:pt x="40" y="20"/>
                      <a:pt x="20" y="40"/>
                      <a:pt x="0" y="56"/>
                    </a:cubicBezTo>
                    <a:lnTo>
                      <a:pt x="0" y="56"/>
                    </a:lnTo>
                    <a:cubicBezTo>
                      <a:pt x="20" y="40"/>
                      <a:pt x="40" y="20"/>
                      <a:pt x="64" y="0"/>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8" name="Google Shape;918;p23"/>
              <p:cNvSpPr/>
              <p:nvPr/>
            </p:nvSpPr>
            <p:spPr>
              <a:xfrm>
                <a:off x="-4599552" y="3809139"/>
                <a:ext cx="37412" cy="36401"/>
              </a:xfrm>
              <a:custGeom>
                <a:rect b="b" l="l" r="r" t="t"/>
                <a:pathLst>
                  <a:path extrusionOk="0" h="144" w="148">
                    <a:moveTo>
                      <a:pt x="76" y="0"/>
                    </a:moveTo>
                    <a:lnTo>
                      <a:pt x="76" y="0"/>
                    </a:lnTo>
                    <a:cubicBezTo>
                      <a:pt x="0" y="72"/>
                      <a:pt x="0" y="72"/>
                      <a:pt x="0" y="72"/>
                    </a:cubicBezTo>
                    <a:cubicBezTo>
                      <a:pt x="68" y="144"/>
                      <a:pt x="68" y="144"/>
                      <a:pt x="68" y="144"/>
                    </a:cubicBezTo>
                    <a:cubicBezTo>
                      <a:pt x="88" y="128"/>
                      <a:pt x="108" y="108"/>
                      <a:pt x="132" y="88"/>
                    </a:cubicBezTo>
                    <a:cubicBezTo>
                      <a:pt x="136" y="84"/>
                      <a:pt x="144" y="80"/>
                      <a:pt x="148" y="72"/>
                    </a:cubicBezTo>
                    <a:cubicBezTo>
                      <a:pt x="76" y="0"/>
                      <a:pt x="76" y="0"/>
                      <a:pt x="76" y="0"/>
                    </a:cubicBezTo>
                    <a:close/>
                  </a:path>
                </a:pathLst>
              </a:custGeom>
              <a:solidFill>
                <a:srgbClr val="FFFFFF"/>
              </a:solidFill>
              <a:ln>
                <a:noFill/>
              </a:ln>
            </p:spPr>
            <p:txBody>
              <a:bodyPr anchorCtr="1" anchor="ctr" bIns="6825" lIns="90000" spcFirstLastPara="1" rIns="90000" wrap="square" tIns="6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19" name="Google Shape;919;p23"/>
              <p:cNvSpPr/>
              <p:nvPr/>
            </p:nvSpPr>
            <p:spPr>
              <a:xfrm>
                <a:off x="-4677157" y="3851607"/>
                <a:ext cx="56624" cy="24015"/>
              </a:xfrm>
              <a:custGeom>
                <a:rect b="b" l="l" r="r" t="t"/>
                <a:pathLst>
                  <a:path extrusionOk="0" h="95" w="224">
                    <a:moveTo>
                      <a:pt x="0" y="0"/>
                    </a:moveTo>
                    <a:lnTo>
                      <a:pt x="0" y="0"/>
                    </a:lnTo>
                    <a:cubicBezTo>
                      <a:pt x="92" y="95"/>
                      <a:pt x="92" y="95"/>
                      <a:pt x="92" y="95"/>
                    </a:cubicBezTo>
                    <a:cubicBezTo>
                      <a:pt x="96" y="95"/>
                      <a:pt x="100" y="95"/>
                      <a:pt x="108" y="95"/>
                    </a:cubicBezTo>
                    <a:cubicBezTo>
                      <a:pt x="144" y="95"/>
                      <a:pt x="184" y="87"/>
                      <a:pt x="224" y="76"/>
                    </a:cubicBezTo>
                    <a:cubicBezTo>
                      <a:pt x="164" y="16"/>
                      <a:pt x="164" y="16"/>
                      <a:pt x="164" y="16"/>
                    </a:cubicBezTo>
                    <a:cubicBezTo>
                      <a:pt x="144" y="20"/>
                      <a:pt x="124" y="24"/>
                      <a:pt x="100" y="24"/>
                    </a:cubicBezTo>
                    <a:cubicBezTo>
                      <a:pt x="68" y="24"/>
                      <a:pt x="32" y="16"/>
                      <a:pt x="0" y="0"/>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0" name="Google Shape;920;p23"/>
              <p:cNvSpPr/>
              <p:nvPr/>
            </p:nvSpPr>
            <p:spPr>
              <a:xfrm>
                <a:off x="-4787118" y="3773749"/>
                <a:ext cx="16178" cy="16178"/>
              </a:xfrm>
              <a:custGeom>
                <a:rect b="b" l="l" r="r" t="t"/>
                <a:pathLst>
                  <a:path extrusionOk="0" h="64" w="64">
                    <a:moveTo>
                      <a:pt x="0" y="0"/>
                    </a:moveTo>
                    <a:lnTo>
                      <a:pt x="0" y="0"/>
                    </a:lnTo>
                    <a:cubicBezTo>
                      <a:pt x="64" y="64"/>
                      <a:pt x="64" y="64"/>
                      <a:pt x="64" y="64"/>
                    </a:cubicBezTo>
                    <a:lnTo>
                      <a:pt x="64" y="64"/>
                    </a:lnTo>
                    <a:cubicBezTo>
                      <a:pt x="0" y="0"/>
                      <a:pt x="0" y="0"/>
                      <a:pt x="0" y="0"/>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1" name="Google Shape;921;p23"/>
              <p:cNvSpPr/>
              <p:nvPr/>
            </p:nvSpPr>
            <p:spPr>
              <a:xfrm>
                <a:off x="-4840708" y="3748724"/>
                <a:ext cx="69769" cy="56371"/>
              </a:xfrm>
              <a:custGeom>
                <a:rect b="b" l="l" r="r" t="t"/>
                <a:pathLst>
                  <a:path extrusionOk="0" h="223" w="276">
                    <a:moveTo>
                      <a:pt x="0" y="0"/>
                    </a:moveTo>
                    <a:lnTo>
                      <a:pt x="0" y="0"/>
                    </a:lnTo>
                    <a:cubicBezTo>
                      <a:pt x="216" y="223"/>
                      <a:pt x="216" y="223"/>
                      <a:pt x="216" y="223"/>
                    </a:cubicBezTo>
                    <a:cubicBezTo>
                      <a:pt x="276" y="167"/>
                      <a:pt x="276" y="167"/>
                      <a:pt x="276" y="167"/>
                    </a:cubicBezTo>
                    <a:cubicBezTo>
                      <a:pt x="208" y="95"/>
                      <a:pt x="208" y="95"/>
                      <a:pt x="208" y="95"/>
                    </a:cubicBezTo>
                    <a:cubicBezTo>
                      <a:pt x="132" y="91"/>
                      <a:pt x="56" y="59"/>
                      <a:pt x="0" y="0"/>
                    </a:cubicBezTo>
                    <a:close/>
                  </a:path>
                </a:pathLst>
              </a:custGeom>
              <a:solidFill>
                <a:srgbClr val="FFFFFF">
                  <a:alpha val="62260"/>
                </a:srgbClr>
              </a:solidFill>
              <a:ln>
                <a:noFill/>
              </a:ln>
            </p:spPr>
            <p:txBody>
              <a:bodyPr anchorCtr="1" anchor="ctr" bIns="35275" lIns="90000" spcFirstLastPara="1" rIns="90000" wrap="square" tIns="35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2" name="Google Shape;922;p23"/>
              <p:cNvSpPr/>
              <p:nvPr/>
            </p:nvSpPr>
            <p:spPr>
              <a:xfrm>
                <a:off x="-4788129" y="3772738"/>
                <a:ext cx="17189" cy="18201"/>
              </a:xfrm>
              <a:custGeom>
                <a:rect b="b" l="l" r="r" t="t"/>
                <a:pathLst>
                  <a:path extrusionOk="0" h="72" w="68">
                    <a:moveTo>
                      <a:pt x="0" y="0"/>
                    </a:moveTo>
                    <a:lnTo>
                      <a:pt x="0" y="0"/>
                    </a:lnTo>
                    <a:cubicBezTo>
                      <a:pt x="68" y="72"/>
                      <a:pt x="68" y="72"/>
                      <a:pt x="68" y="72"/>
                    </a:cubicBezTo>
                    <a:cubicBezTo>
                      <a:pt x="68" y="68"/>
                      <a:pt x="68" y="68"/>
                      <a:pt x="68" y="68"/>
                    </a:cubicBezTo>
                    <a:cubicBezTo>
                      <a:pt x="4" y="4"/>
                      <a:pt x="4" y="4"/>
                      <a:pt x="4" y="4"/>
                    </a:cubicBez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3" name="Google Shape;923;p23"/>
              <p:cNvSpPr/>
              <p:nvPr/>
            </p:nvSpPr>
            <p:spPr>
              <a:xfrm>
                <a:off x="-4705468" y="3857673"/>
                <a:ext cx="0" cy="0"/>
              </a:xfrm>
              <a:custGeom>
                <a:rect b="b" l="l" r="r" t="t"/>
                <a:pathLst>
                  <a:path extrusionOk="0" h="120000" w="120000">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4" name="Google Shape;924;p23"/>
              <p:cNvSpPr/>
              <p:nvPr/>
            </p:nvSpPr>
            <p:spPr>
              <a:xfrm>
                <a:off x="-4705468" y="3857673"/>
                <a:ext cx="0" cy="0"/>
              </a:xfrm>
              <a:custGeom>
                <a:rect b="b" l="l" r="r" t="t"/>
                <a:pathLst>
                  <a:path extrusionOk="0" h="120000" w="120000">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5" name="Google Shape;925;p23"/>
              <p:cNvSpPr/>
              <p:nvPr/>
            </p:nvSpPr>
            <p:spPr>
              <a:xfrm>
                <a:off x="-4720635" y="3857673"/>
                <a:ext cx="15167" cy="15167"/>
              </a:xfrm>
              <a:custGeom>
                <a:rect b="b" l="l" r="r" t="t"/>
                <a:pathLst>
                  <a:path extrusionOk="0" h="60" w="60">
                    <a:moveTo>
                      <a:pt x="60" y="0"/>
                    </a:moveTo>
                    <a:lnTo>
                      <a:pt x="0" y="60"/>
                    </a:lnTo>
                    <a:lnTo>
                      <a:pt x="0" y="60"/>
                    </a:lnTo>
                    <a:lnTo>
                      <a:pt x="6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6" name="Google Shape;926;p23"/>
              <p:cNvSpPr/>
              <p:nvPr/>
            </p:nvSpPr>
            <p:spPr>
              <a:xfrm>
                <a:off x="-4720635" y="3857673"/>
                <a:ext cx="15167" cy="15167"/>
              </a:xfrm>
              <a:custGeom>
                <a:rect b="b" l="l" r="r" t="t"/>
                <a:pathLst>
                  <a:path extrusionOk="0" h="60" w="60">
                    <a:moveTo>
                      <a:pt x="60" y="0"/>
                    </a:moveTo>
                    <a:lnTo>
                      <a:pt x="0" y="60"/>
                    </a:lnTo>
                    <a:lnTo>
                      <a:pt x="0" y="60"/>
                    </a:lnTo>
                    <a:lnTo>
                      <a:pt x="6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7" name="Google Shape;927;p23"/>
              <p:cNvSpPr/>
              <p:nvPr/>
            </p:nvSpPr>
            <p:spPr>
              <a:xfrm>
                <a:off x="-4708502" y="3854640"/>
                <a:ext cx="3033" cy="3033"/>
              </a:xfrm>
              <a:custGeom>
                <a:rect b="b" l="l" r="r" t="t"/>
                <a:pathLst>
                  <a:path extrusionOk="0" h="12" w="12">
                    <a:moveTo>
                      <a:pt x="0" y="0"/>
                    </a:moveTo>
                    <a:lnTo>
                      <a:pt x="0" y="0"/>
                    </a:lnTo>
                    <a:cubicBezTo>
                      <a:pt x="12" y="12"/>
                      <a:pt x="12" y="12"/>
                      <a:pt x="12" y="12"/>
                    </a:cubicBezTo>
                    <a:lnTo>
                      <a:pt x="12" y="12"/>
                    </a:lnTo>
                    <a:cubicBezTo>
                      <a:pt x="0" y="0"/>
                      <a:pt x="0" y="0"/>
                      <a:pt x="0" y="0"/>
                    </a:cubicBez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8" name="Google Shape;928;p23"/>
              <p:cNvSpPr/>
              <p:nvPr/>
            </p:nvSpPr>
            <p:spPr>
              <a:xfrm>
                <a:off x="-4770939" y="3789927"/>
                <a:ext cx="62438" cy="64713"/>
              </a:xfrm>
              <a:custGeom>
                <a:rect b="b" l="l" r="r" t="t"/>
                <a:pathLst>
                  <a:path extrusionOk="0" h="256" w="247">
                    <a:moveTo>
                      <a:pt x="0" y="0"/>
                    </a:moveTo>
                    <a:lnTo>
                      <a:pt x="0" y="0"/>
                    </a:lnTo>
                    <a:lnTo>
                      <a:pt x="0" y="0"/>
                    </a:lnTo>
                    <a:cubicBezTo>
                      <a:pt x="247" y="256"/>
                      <a:pt x="247" y="256"/>
                      <a:pt x="247" y="256"/>
                    </a:cubicBezTo>
                    <a:lnTo>
                      <a:pt x="247" y="256"/>
                    </a:lnTo>
                    <a:cubicBezTo>
                      <a:pt x="0" y="0"/>
                      <a:pt x="0" y="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29" name="Google Shape;929;p23"/>
              <p:cNvSpPr/>
              <p:nvPr/>
            </p:nvSpPr>
            <p:spPr>
              <a:xfrm>
                <a:off x="-4786107" y="3790938"/>
                <a:ext cx="80638" cy="81902"/>
              </a:xfrm>
              <a:custGeom>
                <a:rect b="b" l="l" r="r" t="t"/>
                <a:pathLst>
                  <a:path extrusionOk="0" h="324" w="319">
                    <a:moveTo>
                      <a:pt x="60" y="0"/>
                    </a:moveTo>
                    <a:lnTo>
                      <a:pt x="60" y="0"/>
                    </a:lnTo>
                    <a:cubicBezTo>
                      <a:pt x="0" y="56"/>
                      <a:pt x="0" y="56"/>
                      <a:pt x="0" y="56"/>
                    </a:cubicBezTo>
                    <a:cubicBezTo>
                      <a:pt x="259" y="324"/>
                      <a:pt x="259" y="324"/>
                      <a:pt x="259" y="324"/>
                    </a:cubicBezTo>
                    <a:cubicBezTo>
                      <a:pt x="319" y="264"/>
                      <a:pt x="319" y="264"/>
                      <a:pt x="319" y="264"/>
                    </a:cubicBezTo>
                    <a:cubicBezTo>
                      <a:pt x="307" y="252"/>
                      <a:pt x="307" y="252"/>
                      <a:pt x="307" y="252"/>
                    </a:cubicBezTo>
                    <a:cubicBezTo>
                      <a:pt x="299" y="244"/>
                      <a:pt x="287" y="236"/>
                      <a:pt x="276" y="224"/>
                    </a:cubicBezTo>
                    <a:cubicBezTo>
                      <a:pt x="60" y="0"/>
                      <a:pt x="60" y="0"/>
                      <a:pt x="60"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0" name="Google Shape;930;p23"/>
              <p:cNvSpPr/>
              <p:nvPr/>
            </p:nvSpPr>
            <p:spPr>
              <a:xfrm>
                <a:off x="-4770939" y="3789927"/>
                <a:ext cx="62438" cy="64713"/>
              </a:xfrm>
              <a:custGeom>
                <a:rect b="b" l="l" r="r" t="t"/>
                <a:pathLst>
                  <a:path extrusionOk="0" h="256" w="247">
                    <a:moveTo>
                      <a:pt x="0" y="0"/>
                    </a:moveTo>
                    <a:lnTo>
                      <a:pt x="0" y="0"/>
                    </a:lnTo>
                    <a:cubicBezTo>
                      <a:pt x="0" y="4"/>
                      <a:pt x="0" y="4"/>
                      <a:pt x="0" y="4"/>
                    </a:cubicBezTo>
                    <a:cubicBezTo>
                      <a:pt x="216" y="228"/>
                      <a:pt x="216" y="228"/>
                      <a:pt x="216" y="228"/>
                    </a:cubicBezTo>
                    <a:cubicBezTo>
                      <a:pt x="227" y="240"/>
                      <a:pt x="239" y="248"/>
                      <a:pt x="247" y="256"/>
                    </a:cubicBezTo>
                    <a:cubicBezTo>
                      <a:pt x="0" y="0"/>
                      <a:pt x="0" y="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1" name="Google Shape;931;p23"/>
              <p:cNvSpPr/>
              <p:nvPr/>
            </p:nvSpPr>
            <p:spPr>
              <a:xfrm>
                <a:off x="-3784070" y="2784858"/>
                <a:ext cx="225231" cy="222956"/>
              </a:xfrm>
              <a:custGeom>
                <a:rect b="b" l="l" r="r" t="t"/>
                <a:pathLst>
                  <a:path extrusionOk="0" h="882" w="891">
                    <a:moveTo>
                      <a:pt x="882" y="583"/>
                    </a:moveTo>
                    <a:lnTo>
                      <a:pt x="882" y="583"/>
                    </a:lnTo>
                    <a:lnTo>
                      <a:pt x="886" y="587"/>
                    </a:lnTo>
                    <a:lnTo>
                      <a:pt x="763" y="691"/>
                    </a:lnTo>
                    <a:lnTo>
                      <a:pt x="759" y="686"/>
                    </a:lnTo>
                    <a:lnTo>
                      <a:pt x="515" y="882"/>
                    </a:lnTo>
                    <a:lnTo>
                      <a:pt x="891" y="591"/>
                    </a:lnTo>
                    <a:lnTo>
                      <a:pt x="882" y="583"/>
                    </a:lnTo>
                    <a:moveTo>
                      <a:pt x="204" y="112"/>
                    </a:moveTo>
                    <a:lnTo>
                      <a:pt x="0" y="307"/>
                    </a:lnTo>
                    <a:lnTo>
                      <a:pt x="419" y="742"/>
                    </a:lnTo>
                    <a:lnTo>
                      <a:pt x="639" y="563"/>
                    </a:lnTo>
                    <a:lnTo>
                      <a:pt x="204" y="112"/>
                    </a:lnTo>
                    <a:moveTo>
                      <a:pt x="319" y="0"/>
                    </a:moveTo>
                    <a:lnTo>
                      <a:pt x="316" y="0"/>
                    </a:lnTo>
                    <a:lnTo>
                      <a:pt x="763" y="463"/>
                    </a:lnTo>
                    <a:lnTo>
                      <a:pt x="763" y="459"/>
                    </a:lnTo>
                    <a:lnTo>
                      <a:pt x="319"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2" name="Google Shape;932;p23"/>
              <p:cNvSpPr/>
              <p:nvPr/>
            </p:nvSpPr>
            <p:spPr>
              <a:xfrm>
                <a:off x="-3653886" y="2932231"/>
                <a:ext cx="95047" cy="75583"/>
              </a:xfrm>
              <a:custGeom>
                <a:rect b="b" l="l" r="r" t="t"/>
                <a:pathLst>
                  <a:path extrusionOk="0" h="299" w="376">
                    <a:moveTo>
                      <a:pt x="367" y="0"/>
                    </a:moveTo>
                    <a:lnTo>
                      <a:pt x="367" y="0"/>
                    </a:lnTo>
                    <a:lnTo>
                      <a:pt x="371" y="4"/>
                    </a:lnTo>
                    <a:lnTo>
                      <a:pt x="248" y="108"/>
                    </a:lnTo>
                    <a:lnTo>
                      <a:pt x="244" y="103"/>
                    </a:lnTo>
                    <a:lnTo>
                      <a:pt x="0" y="299"/>
                    </a:lnTo>
                    <a:lnTo>
                      <a:pt x="376" y="8"/>
                    </a:lnTo>
                    <a:lnTo>
                      <a:pt x="367"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3" name="Google Shape;933;p23"/>
              <p:cNvSpPr/>
              <p:nvPr/>
            </p:nvSpPr>
            <p:spPr>
              <a:xfrm>
                <a:off x="-3784070" y="2813169"/>
                <a:ext cx="161530" cy="159255"/>
              </a:xfrm>
              <a:custGeom>
                <a:rect b="b" l="l" r="r" t="t"/>
                <a:pathLst>
                  <a:path extrusionOk="0" h="630" w="639">
                    <a:moveTo>
                      <a:pt x="204" y="0"/>
                    </a:moveTo>
                    <a:lnTo>
                      <a:pt x="0" y="195"/>
                    </a:lnTo>
                    <a:lnTo>
                      <a:pt x="419" y="630"/>
                    </a:lnTo>
                    <a:lnTo>
                      <a:pt x="639" y="451"/>
                    </a:lnTo>
                    <a:lnTo>
                      <a:pt x="204"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4" name="Google Shape;934;p23"/>
              <p:cNvSpPr/>
              <p:nvPr/>
            </p:nvSpPr>
            <p:spPr>
              <a:xfrm>
                <a:off x="-3704190" y="2784858"/>
                <a:ext cx="112995" cy="117039"/>
              </a:xfrm>
              <a:custGeom>
                <a:rect b="b" l="l" r="r" t="t"/>
                <a:pathLst>
                  <a:path extrusionOk="0" h="463" w="447">
                    <a:moveTo>
                      <a:pt x="3" y="0"/>
                    </a:moveTo>
                    <a:lnTo>
                      <a:pt x="0" y="0"/>
                    </a:lnTo>
                    <a:lnTo>
                      <a:pt x="447" y="463"/>
                    </a:lnTo>
                    <a:lnTo>
                      <a:pt x="447" y="459"/>
                    </a:lnTo>
                    <a:lnTo>
                      <a:pt x="3"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5" name="Google Shape;935;p23"/>
              <p:cNvSpPr/>
              <p:nvPr/>
            </p:nvSpPr>
            <p:spPr>
              <a:xfrm>
                <a:off x="-3796204" y="2772724"/>
                <a:ext cx="92772" cy="89739"/>
              </a:xfrm>
              <a:custGeom>
                <a:rect b="b" l="l" r="r" t="t"/>
                <a:pathLst>
                  <a:path extrusionOk="0" h="355" w="367">
                    <a:moveTo>
                      <a:pt x="204" y="112"/>
                    </a:moveTo>
                    <a:lnTo>
                      <a:pt x="0" y="307"/>
                    </a:lnTo>
                    <a:lnTo>
                      <a:pt x="48" y="355"/>
                    </a:lnTo>
                    <a:lnTo>
                      <a:pt x="252" y="160"/>
                    </a:lnTo>
                    <a:lnTo>
                      <a:pt x="204" y="112"/>
                    </a:lnTo>
                    <a:moveTo>
                      <a:pt x="320" y="0"/>
                    </a:moveTo>
                    <a:lnTo>
                      <a:pt x="320" y="0"/>
                    </a:lnTo>
                    <a:lnTo>
                      <a:pt x="364" y="48"/>
                    </a:lnTo>
                    <a:lnTo>
                      <a:pt x="367" y="48"/>
                    </a:lnTo>
                    <a:lnTo>
                      <a:pt x="320" y="0"/>
                    </a:lnTo>
                    <a:close/>
                  </a:path>
                </a:pathLst>
              </a:custGeom>
              <a:solidFill>
                <a:srgbClr val="FDF1A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6" name="Google Shape;936;p23"/>
              <p:cNvSpPr/>
              <p:nvPr/>
            </p:nvSpPr>
            <p:spPr>
              <a:xfrm>
                <a:off x="-3796204" y="2801036"/>
                <a:ext cx="63702" cy="61427"/>
              </a:xfrm>
              <a:custGeom>
                <a:rect b="b" l="l" r="r" t="t"/>
                <a:pathLst>
                  <a:path extrusionOk="0" h="243" w="252">
                    <a:moveTo>
                      <a:pt x="204" y="0"/>
                    </a:moveTo>
                    <a:lnTo>
                      <a:pt x="0" y="195"/>
                    </a:lnTo>
                    <a:lnTo>
                      <a:pt x="48" y="243"/>
                    </a:lnTo>
                    <a:lnTo>
                      <a:pt x="252" y="48"/>
                    </a:lnTo>
                    <a:lnTo>
                      <a:pt x="204" y="0"/>
                    </a:lnTo>
                    <a:close/>
                  </a:path>
                </a:pathLst>
              </a:custGeom>
              <a:solidFill>
                <a:schemeClr val="lt2"/>
              </a:solidFill>
              <a:ln>
                <a:noFill/>
              </a:ln>
            </p:spPr>
            <p:txBody>
              <a:bodyPr anchorCtr="1" anchor="ctr" bIns="42475" lIns="90000" spcFirstLastPara="1" rIns="90000" wrap="square" tIns="42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7" name="Google Shape;937;p23"/>
              <p:cNvSpPr/>
              <p:nvPr/>
            </p:nvSpPr>
            <p:spPr>
              <a:xfrm>
                <a:off x="-3715313" y="2772724"/>
                <a:ext cx="11881" cy="12134"/>
              </a:xfrm>
              <a:custGeom>
                <a:rect b="b" l="l" r="r" t="t"/>
                <a:pathLst>
                  <a:path extrusionOk="0" h="48" w="47">
                    <a:moveTo>
                      <a:pt x="0" y="0"/>
                    </a:moveTo>
                    <a:lnTo>
                      <a:pt x="0" y="0"/>
                    </a:lnTo>
                    <a:lnTo>
                      <a:pt x="44" y="48"/>
                    </a:lnTo>
                    <a:lnTo>
                      <a:pt x="47" y="48"/>
                    </a:lnTo>
                    <a:lnTo>
                      <a:pt x="0" y="0"/>
                    </a:lnTo>
                    <a:close/>
                  </a:path>
                </a:pathLst>
              </a:custGeom>
              <a:solidFill>
                <a:srgbClr val="FDF1A3"/>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8" name="Google Shape;938;p23"/>
              <p:cNvSpPr/>
              <p:nvPr/>
            </p:nvSpPr>
            <p:spPr>
              <a:xfrm>
                <a:off x="-3697365" y="2900886"/>
                <a:ext cx="136251" cy="130184"/>
              </a:xfrm>
              <a:custGeom>
                <a:rect b="b" l="l" r="r" t="t"/>
                <a:pathLst>
                  <a:path extrusionOk="0" h="515" w="539">
                    <a:moveTo>
                      <a:pt x="296" y="104"/>
                    </a:moveTo>
                    <a:lnTo>
                      <a:pt x="76" y="283"/>
                    </a:lnTo>
                    <a:lnTo>
                      <a:pt x="128" y="339"/>
                    </a:lnTo>
                    <a:lnTo>
                      <a:pt x="0" y="459"/>
                    </a:lnTo>
                    <a:lnTo>
                      <a:pt x="56" y="515"/>
                    </a:lnTo>
                    <a:lnTo>
                      <a:pt x="172" y="423"/>
                    </a:lnTo>
                    <a:lnTo>
                      <a:pt x="416" y="227"/>
                    </a:lnTo>
                    <a:lnTo>
                      <a:pt x="296" y="104"/>
                    </a:lnTo>
                    <a:moveTo>
                      <a:pt x="420" y="0"/>
                    </a:moveTo>
                    <a:lnTo>
                      <a:pt x="420" y="4"/>
                    </a:lnTo>
                    <a:lnTo>
                      <a:pt x="539" y="124"/>
                    </a:lnTo>
                    <a:lnTo>
                      <a:pt x="539" y="124"/>
                    </a:lnTo>
                    <a:lnTo>
                      <a:pt x="420"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39" name="Google Shape;939;p23"/>
              <p:cNvSpPr/>
              <p:nvPr/>
            </p:nvSpPr>
            <p:spPr>
              <a:xfrm>
                <a:off x="-3697365" y="2927175"/>
                <a:ext cx="105159" cy="103895"/>
              </a:xfrm>
              <a:custGeom>
                <a:rect b="b" l="l" r="r" t="t"/>
                <a:pathLst>
                  <a:path extrusionOk="0" h="411" w="416">
                    <a:moveTo>
                      <a:pt x="296" y="0"/>
                    </a:moveTo>
                    <a:lnTo>
                      <a:pt x="76" y="179"/>
                    </a:lnTo>
                    <a:lnTo>
                      <a:pt x="128" y="235"/>
                    </a:lnTo>
                    <a:lnTo>
                      <a:pt x="0" y="355"/>
                    </a:lnTo>
                    <a:lnTo>
                      <a:pt x="56" y="411"/>
                    </a:lnTo>
                    <a:lnTo>
                      <a:pt x="172" y="319"/>
                    </a:lnTo>
                    <a:lnTo>
                      <a:pt x="416" y="123"/>
                    </a:lnTo>
                    <a:lnTo>
                      <a:pt x="296"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0" name="Google Shape;940;p23"/>
              <p:cNvSpPr/>
              <p:nvPr/>
            </p:nvSpPr>
            <p:spPr>
              <a:xfrm>
                <a:off x="-3591196" y="2900886"/>
                <a:ext cx="30081" cy="31345"/>
              </a:xfrm>
              <a:custGeom>
                <a:rect b="b" l="l" r="r" t="t"/>
                <a:pathLst>
                  <a:path extrusionOk="0" h="124" w="119">
                    <a:moveTo>
                      <a:pt x="0" y="0"/>
                    </a:moveTo>
                    <a:lnTo>
                      <a:pt x="0" y="4"/>
                    </a:lnTo>
                    <a:lnTo>
                      <a:pt x="119" y="124"/>
                    </a:lnTo>
                    <a:lnTo>
                      <a:pt x="119" y="124"/>
                    </a:ln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1" name="Google Shape;941;p23"/>
              <p:cNvSpPr/>
              <p:nvPr/>
            </p:nvSpPr>
            <p:spPr>
              <a:xfrm>
                <a:off x="-3785081" y="2862462"/>
                <a:ext cx="106928" cy="111225"/>
              </a:xfrm>
              <a:custGeom>
                <a:rect b="b" l="l" r="r" t="t"/>
                <a:pathLst>
                  <a:path extrusionOk="0" h="440" w="423">
                    <a:moveTo>
                      <a:pt x="4" y="0"/>
                    </a:moveTo>
                    <a:lnTo>
                      <a:pt x="0" y="4"/>
                    </a:lnTo>
                    <a:lnTo>
                      <a:pt x="419" y="440"/>
                    </a:lnTo>
                    <a:lnTo>
                      <a:pt x="423" y="435"/>
                    </a:lnTo>
                    <a:lnTo>
                      <a:pt x="4"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2" name="Google Shape;942;p23"/>
              <p:cNvSpPr/>
              <p:nvPr/>
            </p:nvSpPr>
            <p:spPr>
              <a:xfrm>
                <a:off x="-3785081" y="2862462"/>
                <a:ext cx="106928" cy="111225"/>
              </a:xfrm>
              <a:custGeom>
                <a:rect b="b" l="l" r="r" t="t"/>
                <a:pathLst>
                  <a:path extrusionOk="0" h="440" w="423">
                    <a:moveTo>
                      <a:pt x="4" y="0"/>
                    </a:moveTo>
                    <a:lnTo>
                      <a:pt x="0" y="4"/>
                    </a:lnTo>
                    <a:lnTo>
                      <a:pt x="419" y="440"/>
                    </a:lnTo>
                    <a:lnTo>
                      <a:pt x="423" y="435"/>
                    </a:lnTo>
                    <a:lnTo>
                      <a:pt x="4"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3" name="Google Shape;943;p23"/>
              <p:cNvSpPr/>
              <p:nvPr/>
            </p:nvSpPr>
            <p:spPr>
              <a:xfrm>
                <a:off x="-3797215" y="2850329"/>
                <a:ext cx="13145" cy="13145"/>
              </a:xfrm>
              <a:custGeom>
                <a:rect b="b" l="l" r="r" t="t"/>
                <a:pathLst>
                  <a:path extrusionOk="0" h="52" w="52">
                    <a:moveTo>
                      <a:pt x="4" y="0"/>
                    </a:moveTo>
                    <a:lnTo>
                      <a:pt x="0" y="4"/>
                    </a:lnTo>
                    <a:lnTo>
                      <a:pt x="48" y="52"/>
                    </a:lnTo>
                    <a:lnTo>
                      <a:pt x="52" y="48"/>
                    </a:lnTo>
                    <a:lnTo>
                      <a:pt x="4" y="0"/>
                    </a:lnTo>
                    <a:close/>
                  </a:path>
                </a:pathLst>
              </a:custGeom>
              <a:solidFill>
                <a:srgbClr val="FEFBE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4" name="Google Shape;944;p23"/>
              <p:cNvSpPr/>
              <p:nvPr/>
            </p:nvSpPr>
            <p:spPr>
              <a:xfrm>
                <a:off x="-3797215" y="2850329"/>
                <a:ext cx="13145" cy="13145"/>
              </a:xfrm>
              <a:custGeom>
                <a:rect b="b" l="l" r="r" t="t"/>
                <a:pathLst>
                  <a:path extrusionOk="0" h="52" w="52">
                    <a:moveTo>
                      <a:pt x="4" y="0"/>
                    </a:moveTo>
                    <a:lnTo>
                      <a:pt x="0" y="4"/>
                    </a:lnTo>
                    <a:lnTo>
                      <a:pt x="48" y="52"/>
                    </a:lnTo>
                    <a:lnTo>
                      <a:pt x="52" y="48"/>
                    </a:lnTo>
                    <a:lnTo>
                      <a:pt x="4" y="0"/>
                    </a:lnTo>
                    <a:close/>
                  </a:path>
                </a:pathLst>
              </a:custGeom>
              <a:solidFill>
                <a:srgbClr val="FEFBE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5" name="Google Shape;945;p23"/>
              <p:cNvSpPr/>
              <p:nvPr/>
            </p:nvSpPr>
            <p:spPr>
              <a:xfrm>
                <a:off x="-3816427" y="2863474"/>
                <a:ext cx="151418" cy="153440"/>
              </a:xfrm>
              <a:custGeom>
                <a:rect b="b" l="l" r="r" t="t"/>
                <a:pathLst>
                  <a:path extrusionOk="0" h="607" w="599">
                    <a:moveTo>
                      <a:pt x="124" y="0"/>
                    </a:moveTo>
                    <a:lnTo>
                      <a:pt x="0" y="120"/>
                    </a:lnTo>
                    <a:lnTo>
                      <a:pt x="471" y="607"/>
                    </a:lnTo>
                    <a:lnTo>
                      <a:pt x="599" y="487"/>
                    </a:lnTo>
                    <a:lnTo>
                      <a:pt x="547" y="431"/>
                    </a:lnTo>
                    <a:lnTo>
                      <a:pt x="543" y="436"/>
                    </a:lnTo>
                    <a:lnTo>
                      <a:pt x="124"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6" name="Google Shape;946;p23"/>
              <p:cNvSpPr/>
              <p:nvPr/>
            </p:nvSpPr>
            <p:spPr>
              <a:xfrm>
                <a:off x="-3828560" y="2851340"/>
                <a:ext cx="43479" cy="42468"/>
              </a:xfrm>
              <a:custGeom>
                <a:rect b="b" l="l" r="r" t="t"/>
                <a:pathLst>
                  <a:path extrusionOk="0" h="168" w="172">
                    <a:moveTo>
                      <a:pt x="124" y="0"/>
                    </a:moveTo>
                    <a:lnTo>
                      <a:pt x="0" y="120"/>
                    </a:lnTo>
                    <a:lnTo>
                      <a:pt x="48" y="168"/>
                    </a:lnTo>
                    <a:lnTo>
                      <a:pt x="172" y="48"/>
                    </a:lnTo>
                    <a:lnTo>
                      <a:pt x="124" y="0"/>
                    </a:lnTo>
                    <a:close/>
                  </a:path>
                </a:pathLst>
              </a:custGeom>
              <a:solidFill>
                <a:schemeClr val="dk2"/>
              </a:solidFill>
              <a:ln>
                <a:noFill/>
              </a:ln>
            </p:spPr>
            <p:txBody>
              <a:bodyPr anchorCtr="1" anchor="ctr" bIns="15475" lIns="90000" spcFirstLastPara="1" rIns="90000" wrap="square" tIns="15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7" name="Google Shape;947;p23"/>
              <p:cNvSpPr/>
              <p:nvPr/>
            </p:nvSpPr>
            <p:spPr>
              <a:xfrm>
                <a:off x="-3947622" y="991860"/>
                <a:ext cx="1856706" cy="1795026"/>
              </a:xfrm>
              <a:custGeom>
                <a:rect b="b" l="l" r="r" t="t"/>
                <a:pathLst>
                  <a:path extrusionOk="0" h="7101" w="7345">
                    <a:moveTo>
                      <a:pt x="200" y="6271"/>
                    </a:moveTo>
                    <a:lnTo>
                      <a:pt x="200" y="6271"/>
                    </a:lnTo>
                    <a:cubicBezTo>
                      <a:pt x="184" y="6287"/>
                      <a:pt x="184" y="6287"/>
                      <a:pt x="184" y="6287"/>
                    </a:cubicBezTo>
                    <a:cubicBezTo>
                      <a:pt x="631" y="6750"/>
                      <a:pt x="631" y="6750"/>
                      <a:pt x="631" y="6750"/>
                    </a:cubicBezTo>
                    <a:cubicBezTo>
                      <a:pt x="647" y="6734"/>
                      <a:pt x="647" y="6734"/>
                      <a:pt x="647" y="6734"/>
                    </a:cubicBezTo>
                    <a:cubicBezTo>
                      <a:pt x="200" y="6271"/>
                      <a:pt x="200" y="6271"/>
                      <a:pt x="200" y="6271"/>
                    </a:cubicBezTo>
                    <a:moveTo>
                      <a:pt x="615" y="6167"/>
                    </a:moveTo>
                    <a:lnTo>
                      <a:pt x="615" y="6167"/>
                    </a:lnTo>
                    <a:cubicBezTo>
                      <a:pt x="587" y="6167"/>
                      <a:pt x="567" y="6159"/>
                      <a:pt x="551" y="6143"/>
                    </a:cubicBezTo>
                    <a:cubicBezTo>
                      <a:pt x="340" y="5923"/>
                      <a:pt x="1609" y="4631"/>
                      <a:pt x="3213" y="3078"/>
                    </a:cubicBezTo>
                    <a:cubicBezTo>
                      <a:pt x="4702" y="1633"/>
                      <a:pt x="5979" y="495"/>
                      <a:pt x="6303" y="495"/>
                    </a:cubicBezTo>
                    <a:cubicBezTo>
                      <a:pt x="6327" y="495"/>
                      <a:pt x="6347" y="503"/>
                      <a:pt x="6363" y="515"/>
                    </a:cubicBezTo>
                    <a:cubicBezTo>
                      <a:pt x="6546" y="711"/>
                      <a:pt x="5209" y="1928"/>
                      <a:pt x="3604" y="3485"/>
                    </a:cubicBezTo>
                    <a:cubicBezTo>
                      <a:pt x="2119" y="4922"/>
                      <a:pt x="947" y="6167"/>
                      <a:pt x="615" y="6167"/>
                    </a:cubicBezTo>
                    <a:moveTo>
                      <a:pt x="6371" y="0"/>
                    </a:moveTo>
                    <a:lnTo>
                      <a:pt x="6371" y="0"/>
                    </a:lnTo>
                    <a:cubicBezTo>
                      <a:pt x="6371" y="0"/>
                      <a:pt x="5489" y="703"/>
                      <a:pt x="3281" y="2842"/>
                    </a:cubicBezTo>
                    <a:cubicBezTo>
                      <a:pt x="1074" y="4978"/>
                      <a:pt x="0" y="6099"/>
                      <a:pt x="0" y="6099"/>
                    </a:cubicBezTo>
                    <a:cubicBezTo>
                      <a:pt x="64" y="6167"/>
                      <a:pt x="64" y="6167"/>
                      <a:pt x="64" y="6167"/>
                    </a:cubicBezTo>
                    <a:cubicBezTo>
                      <a:pt x="192" y="6019"/>
                      <a:pt x="192" y="6019"/>
                      <a:pt x="192" y="6019"/>
                    </a:cubicBezTo>
                    <a:cubicBezTo>
                      <a:pt x="1242" y="7101"/>
                      <a:pt x="1242" y="7101"/>
                      <a:pt x="1242" y="7101"/>
                    </a:cubicBezTo>
                    <a:cubicBezTo>
                      <a:pt x="1617" y="6758"/>
                      <a:pt x="2726" y="5737"/>
                      <a:pt x="4459" y="4056"/>
                    </a:cubicBezTo>
                    <a:cubicBezTo>
                      <a:pt x="6307" y="2267"/>
                      <a:pt x="7137" y="1353"/>
                      <a:pt x="7345" y="1121"/>
                    </a:cubicBezTo>
                    <a:cubicBezTo>
                      <a:pt x="6455" y="204"/>
                      <a:pt x="6455" y="204"/>
                      <a:pt x="6455" y="204"/>
                    </a:cubicBezTo>
                    <a:cubicBezTo>
                      <a:pt x="6475" y="187"/>
                      <a:pt x="6495" y="168"/>
                      <a:pt x="6514" y="148"/>
                    </a:cubicBezTo>
                    <a:cubicBezTo>
                      <a:pt x="6371" y="0"/>
                      <a:pt x="6371" y="0"/>
                      <a:pt x="6371" y="0"/>
                    </a:cubicBezTo>
                    <a:close/>
                  </a:path>
                </a:pathLst>
              </a:custGeom>
              <a:solidFill>
                <a:srgbClr val="FFFFFF">
                  <a:alpha val="62260"/>
                </a:srgbClr>
              </a:solidFill>
              <a:ln>
                <a:noFill/>
              </a:ln>
              <a:effectLst>
                <a:outerShdw blurRad="57150" rotWithShape="0" algn="bl" dir="5400000" dist="19050">
                  <a:srgbClr val="000000">
                    <a:alpha val="2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8" name="Google Shape;948;p23"/>
              <p:cNvSpPr/>
              <p:nvPr/>
            </p:nvSpPr>
            <p:spPr>
              <a:xfrm>
                <a:off x="-3788115" y="2694108"/>
                <a:ext cx="44490" cy="45249"/>
              </a:xfrm>
              <a:custGeom>
                <a:rect b="b" l="l" r="r" t="t"/>
                <a:pathLst>
                  <a:path extrusionOk="0" h="179" w="176">
                    <a:moveTo>
                      <a:pt x="16" y="0"/>
                    </a:moveTo>
                    <a:lnTo>
                      <a:pt x="0" y="16"/>
                    </a:lnTo>
                    <a:lnTo>
                      <a:pt x="160" y="179"/>
                    </a:lnTo>
                    <a:lnTo>
                      <a:pt x="176" y="163"/>
                    </a:lnTo>
                    <a:lnTo>
                      <a:pt x="16" y="0"/>
                    </a:lnTo>
                    <a:close/>
                  </a:path>
                </a:pathLst>
              </a:custGeom>
              <a:solidFill>
                <a:srgbClr val="FEF9D2"/>
              </a:solidFill>
              <a:ln>
                <a:noFill/>
              </a:ln>
            </p:spPr>
            <p:txBody>
              <a:bodyPr anchorCtr="1" anchor="ctr" bIns="19425" lIns="90000" spcFirstLastPara="1" rIns="90000" wrap="square" tIns="19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49" name="Google Shape;949;p23"/>
              <p:cNvSpPr/>
              <p:nvPr/>
            </p:nvSpPr>
            <p:spPr>
              <a:xfrm>
                <a:off x="-3788115" y="2694108"/>
                <a:ext cx="44490" cy="45249"/>
              </a:xfrm>
              <a:custGeom>
                <a:rect b="b" l="l" r="r" t="t"/>
                <a:pathLst>
                  <a:path extrusionOk="0" h="179" w="176">
                    <a:moveTo>
                      <a:pt x="16" y="0"/>
                    </a:moveTo>
                    <a:lnTo>
                      <a:pt x="0" y="16"/>
                    </a:lnTo>
                    <a:lnTo>
                      <a:pt x="160" y="179"/>
                    </a:lnTo>
                    <a:lnTo>
                      <a:pt x="176" y="163"/>
                    </a:lnTo>
                    <a:lnTo>
                      <a:pt x="16" y="0"/>
                    </a:lnTo>
                    <a:close/>
                  </a:path>
                </a:pathLst>
              </a:custGeom>
              <a:solidFill>
                <a:srgbClr val="FEF9D2"/>
              </a:solidFill>
              <a:ln>
                <a:noFill/>
              </a:ln>
            </p:spPr>
            <p:txBody>
              <a:bodyPr anchorCtr="1" anchor="ctr" bIns="19425" lIns="90000" spcFirstLastPara="1" rIns="90000" wrap="square" tIns="194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0" name="Google Shape;950;p23"/>
              <p:cNvSpPr/>
              <p:nvPr/>
            </p:nvSpPr>
            <p:spPr>
              <a:xfrm>
                <a:off x="-3747669" y="2735312"/>
                <a:ext cx="36401" cy="37412"/>
              </a:xfrm>
              <a:custGeom>
                <a:rect b="b" l="l" r="r" t="t"/>
                <a:pathLst>
                  <a:path extrusionOk="0" h="148" w="144">
                    <a:moveTo>
                      <a:pt x="16" y="0"/>
                    </a:moveTo>
                    <a:lnTo>
                      <a:pt x="0" y="16"/>
                    </a:lnTo>
                    <a:lnTo>
                      <a:pt x="128" y="148"/>
                    </a:lnTo>
                    <a:lnTo>
                      <a:pt x="144" y="132"/>
                    </a:lnTo>
                    <a:lnTo>
                      <a:pt x="16" y="0"/>
                    </a:lnTo>
                    <a:close/>
                  </a:path>
                </a:pathLst>
              </a:custGeom>
              <a:solidFill>
                <a:srgbClr val="FEF6C1"/>
              </a:solidFill>
              <a:ln>
                <a:noFill/>
              </a:ln>
            </p:spPr>
            <p:txBody>
              <a:bodyPr anchorCtr="1" anchor="ctr" bIns="8275" lIns="90000" spcFirstLastPara="1" rIns="90000" wrap="square" tIns="8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1" name="Google Shape;951;p23"/>
              <p:cNvSpPr/>
              <p:nvPr/>
            </p:nvSpPr>
            <p:spPr>
              <a:xfrm>
                <a:off x="-3747669" y="2735312"/>
                <a:ext cx="36401" cy="37412"/>
              </a:xfrm>
              <a:custGeom>
                <a:rect b="b" l="l" r="r" t="t"/>
                <a:pathLst>
                  <a:path extrusionOk="0" h="148" w="144">
                    <a:moveTo>
                      <a:pt x="16" y="0"/>
                    </a:moveTo>
                    <a:lnTo>
                      <a:pt x="0" y="16"/>
                    </a:lnTo>
                    <a:lnTo>
                      <a:pt x="128" y="148"/>
                    </a:lnTo>
                    <a:lnTo>
                      <a:pt x="144" y="132"/>
                    </a:lnTo>
                    <a:lnTo>
                      <a:pt x="16" y="0"/>
                    </a:lnTo>
                    <a:close/>
                  </a:path>
                </a:pathLst>
              </a:custGeom>
              <a:solidFill>
                <a:srgbClr val="FEF6C1"/>
              </a:solidFill>
              <a:ln>
                <a:noFill/>
              </a:ln>
            </p:spPr>
            <p:txBody>
              <a:bodyPr anchorCtr="1" anchor="ctr" bIns="8275" lIns="90000" spcFirstLastPara="1" rIns="90000" wrap="square" tIns="8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2" name="Google Shape;952;p23"/>
              <p:cNvSpPr/>
              <p:nvPr/>
            </p:nvSpPr>
            <p:spPr>
              <a:xfrm>
                <a:off x="-2315900" y="1029272"/>
                <a:ext cx="224979" cy="245960"/>
              </a:xfrm>
              <a:custGeom>
                <a:rect b="b" l="l" r="r" t="t"/>
                <a:pathLst>
                  <a:path extrusionOk="0" h="973" w="890">
                    <a:moveTo>
                      <a:pt x="59" y="0"/>
                    </a:moveTo>
                    <a:lnTo>
                      <a:pt x="59" y="0"/>
                    </a:lnTo>
                    <a:cubicBezTo>
                      <a:pt x="40" y="20"/>
                      <a:pt x="20" y="39"/>
                      <a:pt x="0" y="56"/>
                    </a:cubicBezTo>
                    <a:cubicBezTo>
                      <a:pt x="890" y="973"/>
                      <a:pt x="890" y="973"/>
                      <a:pt x="890" y="973"/>
                    </a:cubicBezTo>
                    <a:lnTo>
                      <a:pt x="890" y="973"/>
                    </a:lnTo>
                    <a:cubicBezTo>
                      <a:pt x="714" y="794"/>
                      <a:pt x="714" y="794"/>
                      <a:pt x="714" y="794"/>
                    </a:cubicBezTo>
                    <a:cubicBezTo>
                      <a:pt x="734" y="778"/>
                      <a:pt x="754" y="758"/>
                      <a:pt x="774" y="738"/>
                    </a:cubicBezTo>
                    <a:cubicBezTo>
                      <a:pt x="59" y="0"/>
                      <a:pt x="59" y="0"/>
                      <a:pt x="59" y="0"/>
                    </a:cubicBezTo>
                    <a:close/>
                  </a:path>
                </a:pathLst>
              </a:custGeom>
              <a:solidFill>
                <a:srgbClr val="D41B3B">
                  <a:alpha val="398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3" name="Google Shape;953;p23"/>
              <p:cNvSpPr/>
              <p:nvPr/>
            </p:nvSpPr>
            <p:spPr>
              <a:xfrm>
                <a:off x="-2135412" y="1215827"/>
                <a:ext cx="71791" cy="59404"/>
              </a:xfrm>
              <a:custGeom>
                <a:rect b="b" l="l" r="r" t="t"/>
                <a:pathLst>
                  <a:path extrusionOk="0" h="235" w="284">
                    <a:moveTo>
                      <a:pt x="60" y="0"/>
                    </a:moveTo>
                    <a:lnTo>
                      <a:pt x="60" y="0"/>
                    </a:lnTo>
                    <a:cubicBezTo>
                      <a:pt x="40" y="20"/>
                      <a:pt x="20" y="40"/>
                      <a:pt x="0" y="56"/>
                    </a:cubicBezTo>
                    <a:cubicBezTo>
                      <a:pt x="176" y="235"/>
                      <a:pt x="176" y="235"/>
                      <a:pt x="176" y="235"/>
                    </a:cubicBezTo>
                    <a:cubicBezTo>
                      <a:pt x="212" y="196"/>
                      <a:pt x="228" y="176"/>
                      <a:pt x="228" y="176"/>
                    </a:cubicBezTo>
                    <a:cubicBezTo>
                      <a:pt x="284" y="232"/>
                      <a:pt x="284" y="232"/>
                      <a:pt x="284" y="232"/>
                    </a:cubicBezTo>
                    <a:cubicBezTo>
                      <a:pt x="60" y="0"/>
                      <a:pt x="60" y="0"/>
                      <a:pt x="60" y="0"/>
                    </a:cubicBezTo>
                    <a:close/>
                  </a:path>
                </a:pathLst>
              </a:custGeom>
              <a:solidFill>
                <a:srgbClr val="D41B3B">
                  <a:alpha val="39870"/>
                </a:srgbClr>
              </a:solidFill>
              <a:ln>
                <a:noFill/>
              </a:ln>
            </p:spPr>
            <p:txBody>
              <a:bodyPr anchorCtr="1" anchor="ctr" bIns="39600" lIns="90000" spcFirstLastPara="1" rIns="90000" wrap="square" tIns="39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4" name="Google Shape;954;p23"/>
              <p:cNvSpPr/>
              <p:nvPr/>
            </p:nvSpPr>
            <p:spPr>
              <a:xfrm>
                <a:off x="-3931443" y="2513367"/>
                <a:ext cx="297781" cy="282614"/>
              </a:xfrm>
              <a:custGeom>
                <a:rect b="b" l="l" r="r" t="t"/>
                <a:pathLst>
                  <a:path extrusionOk="0" h="1118" w="1178">
                    <a:moveTo>
                      <a:pt x="128" y="0"/>
                    </a:moveTo>
                    <a:lnTo>
                      <a:pt x="128" y="0"/>
                    </a:lnTo>
                    <a:cubicBezTo>
                      <a:pt x="0" y="148"/>
                      <a:pt x="0" y="148"/>
                      <a:pt x="0" y="148"/>
                    </a:cubicBezTo>
                    <a:cubicBezTo>
                      <a:pt x="120" y="268"/>
                      <a:pt x="120" y="268"/>
                      <a:pt x="120" y="268"/>
                    </a:cubicBezTo>
                    <a:cubicBezTo>
                      <a:pt x="136" y="252"/>
                      <a:pt x="136" y="252"/>
                      <a:pt x="136" y="252"/>
                    </a:cubicBezTo>
                    <a:cubicBezTo>
                      <a:pt x="583" y="715"/>
                      <a:pt x="583" y="715"/>
                      <a:pt x="583" y="715"/>
                    </a:cubicBezTo>
                    <a:cubicBezTo>
                      <a:pt x="683" y="619"/>
                      <a:pt x="683" y="619"/>
                      <a:pt x="683" y="619"/>
                    </a:cubicBezTo>
                    <a:cubicBezTo>
                      <a:pt x="843" y="782"/>
                      <a:pt x="843" y="782"/>
                      <a:pt x="843" y="782"/>
                    </a:cubicBezTo>
                    <a:lnTo>
                      <a:pt x="843" y="782"/>
                    </a:lnTo>
                    <a:cubicBezTo>
                      <a:pt x="1014" y="962"/>
                      <a:pt x="1014" y="962"/>
                      <a:pt x="1014" y="962"/>
                    </a:cubicBezTo>
                    <a:cubicBezTo>
                      <a:pt x="1002" y="978"/>
                      <a:pt x="1002" y="978"/>
                      <a:pt x="1002" y="978"/>
                    </a:cubicBezTo>
                    <a:cubicBezTo>
                      <a:pt x="1138" y="1118"/>
                      <a:pt x="1138" y="1118"/>
                      <a:pt x="1138" y="1118"/>
                    </a:cubicBezTo>
                    <a:cubicBezTo>
                      <a:pt x="1150" y="1106"/>
                      <a:pt x="1162" y="1094"/>
                      <a:pt x="1178" y="1082"/>
                    </a:cubicBezTo>
                    <a:cubicBezTo>
                      <a:pt x="128" y="0"/>
                      <a:pt x="128" y="0"/>
                      <a:pt x="128"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5" name="Google Shape;955;p23"/>
              <p:cNvSpPr/>
              <p:nvPr/>
            </p:nvSpPr>
            <p:spPr>
              <a:xfrm>
                <a:off x="-3784070" y="2669841"/>
                <a:ext cx="65724" cy="65471"/>
              </a:xfrm>
              <a:custGeom>
                <a:rect b="b" l="l" r="r" t="t"/>
                <a:pathLst>
                  <a:path extrusionOk="0" h="259" w="260">
                    <a:moveTo>
                      <a:pt x="100" y="0"/>
                    </a:moveTo>
                    <a:lnTo>
                      <a:pt x="0" y="96"/>
                    </a:lnTo>
                    <a:lnTo>
                      <a:pt x="160" y="259"/>
                    </a:lnTo>
                    <a:lnTo>
                      <a:pt x="260" y="163"/>
                    </a:lnTo>
                    <a:lnTo>
                      <a:pt x="100" y="0"/>
                    </a:lnTo>
                    <a:close/>
                  </a:path>
                </a:pathLst>
              </a:custGeom>
              <a:solidFill>
                <a:srgbClr val="FFFCE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6" name="Google Shape;956;p23"/>
              <p:cNvSpPr/>
              <p:nvPr/>
            </p:nvSpPr>
            <p:spPr>
              <a:xfrm>
                <a:off x="-3784070" y="2669841"/>
                <a:ext cx="65724" cy="65471"/>
              </a:xfrm>
              <a:custGeom>
                <a:rect b="b" l="l" r="r" t="t"/>
                <a:pathLst>
                  <a:path extrusionOk="0" h="259" w="260">
                    <a:moveTo>
                      <a:pt x="100" y="0"/>
                    </a:moveTo>
                    <a:lnTo>
                      <a:pt x="0" y="96"/>
                    </a:lnTo>
                    <a:lnTo>
                      <a:pt x="160" y="259"/>
                    </a:lnTo>
                    <a:lnTo>
                      <a:pt x="260" y="163"/>
                    </a:lnTo>
                    <a:lnTo>
                      <a:pt x="100" y="0"/>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7" name="Google Shape;957;p23"/>
              <p:cNvSpPr/>
              <p:nvPr/>
            </p:nvSpPr>
            <p:spPr>
              <a:xfrm>
                <a:off x="-3743625" y="2711045"/>
                <a:ext cx="68505" cy="57635"/>
              </a:xfrm>
              <a:custGeom>
                <a:rect b="b" l="l" r="r" t="t"/>
                <a:pathLst>
                  <a:path extrusionOk="0" h="228" w="271">
                    <a:moveTo>
                      <a:pt x="100" y="0"/>
                    </a:moveTo>
                    <a:lnTo>
                      <a:pt x="0" y="96"/>
                    </a:lnTo>
                    <a:lnTo>
                      <a:pt x="128" y="228"/>
                    </a:lnTo>
                    <a:lnTo>
                      <a:pt x="211" y="148"/>
                    </a:lnTo>
                    <a:lnTo>
                      <a:pt x="259" y="196"/>
                    </a:lnTo>
                    <a:lnTo>
                      <a:pt x="271" y="180"/>
                    </a:lnTo>
                    <a:lnTo>
                      <a:pt x="100" y="0"/>
                    </a:lnTo>
                    <a:close/>
                  </a:path>
                </a:pathLst>
              </a:custGeom>
              <a:solidFill>
                <a:srgbClr val="FEFAE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8" name="Google Shape;958;p23"/>
              <p:cNvSpPr/>
              <p:nvPr/>
            </p:nvSpPr>
            <p:spPr>
              <a:xfrm>
                <a:off x="-3743625" y="2711045"/>
                <a:ext cx="68505" cy="57635"/>
              </a:xfrm>
              <a:custGeom>
                <a:rect b="b" l="l" r="r" t="t"/>
                <a:pathLst>
                  <a:path extrusionOk="0" h="228" w="271">
                    <a:moveTo>
                      <a:pt x="100" y="0"/>
                    </a:moveTo>
                    <a:lnTo>
                      <a:pt x="0" y="96"/>
                    </a:lnTo>
                    <a:lnTo>
                      <a:pt x="128" y="228"/>
                    </a:lnTo>
                    <a:lnTo>
                      <a:pt x="211" y="148"/>
                    </a:lnTo>
                    <a:lnTo>
                      <a:pt x="259" y="196"/>
                    </a:lnTo>
                    <a:lnTo>
                      <a:pt x="271" y="180"/>
                    </a:lnTo>
                    <a:lnTo>
                      <a:pt x="100" y="0"/>
                    </a:lnTo>
                    <a:close/>
                  </a:path>
                </a:pathLst>
              </a:custGeom>
              <a:solidFill>
                <a:schemeClr val="lt2"/>
              </a:solidFill>
              <a:ln>
                <a:noFill/>
              </a:ln>
            </p:spPr>
            <p:txBody>
              <a:bodyPr anchorCtr="1" anchor="ctr" bIns="37075" lIns="90000" spcFirstLastPara="1" rIns="90000" wrap="square" tIns="37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59" name="Google Shape;959;p23"/>
              <p:cNvSpPr/>
              <p:nvPr/>
            </p:nvSpPr>
            <p:spPr>
              <a:xfrm>
                <a:off x="-3558839" y="1389489"/>
                <a:ext cx="1607207" cy="1559936"/>
              </a:xfrm>
              <a:custGeom>
                <a:rect b="b" l="l" r="r" t="t"/>
                <a:pathLst>
                  <a:path extrusionOk="0" h="6171" w="6358">
                    <a:moveTo>
                      <a:pt x="6358" y="0"/>
                    </a:moveTo>
                    <a:lnTo>
                      <a:pt x="6358" y="0"/>
                    </a:lnTo>
                    <a:cubicBezTo>
                      <a:pt x="6354" y="8"/>
                      <a:pt x="5579" y="902"/>
                      <a:pt x="3415" y="2998"/>
                    </a:cubicBezTo>
                    <a:cubicBezTo>
                      <a:pt x="1248" y="5097"/>
                      <a:pt x="55" y="6171"/>
                      <a:pt x="55" y="6171"/>
                    </a:cubicBezTo>
                    <a:cubicBezTo>
                      <a:pt x="0" y="6111"/>
                      <a:pt x="0" y="6111"/>
                      <a:pt x="0" y="6111"/>
                    </a:cubicBezTo>
                    <a:lnTo>
                      <a:pt x="0" y="6111"/>
                    </a:lnTo>
                    <a:cubicBezTo>
                      <a:pt x="55" y="6171"/>
                      <a:pt x="55" y="6171"/>
                      <a:pt x="55" y="6171"/>
                    </a:cubicBezTo>
                    <a:cubicBezTo>
                      <a:pt x="55" y="6171"/>
                      <a:pt x="1248" y="5097"/>
                      <a:pt x="3415" y="2998"/>
                    </a:cubicBezTo>
                    <a:cubicBezTo>
                      <a:pt x="5587" y="894"/>
                      <a:pt x="6358" y="0"/>
                      <a:pt x="6358"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0" name="Google Shape;960;p23"/>
              <p:cNvSpPr/>
              <p:nvPr/>
            </p:nvSpPr>
            <p:spPr>
              <a:xfrm>
                <a:off x="-3703432" y="2780813"/>
                <a:ext cx="144593" cy="153440"/>
              </a:xfrm>
              <a:custGeom>
                <a:rect b="b" l="l" r="r" t="t"/>
                <a:pathLst>
                  <a:path extrusionOk="0" h="607" w="572">
                    <a:moveTo>
                      <a:pt x="563" y="599"/>
                    </a:moveTo>
                    <a:lnTo>
                      <a:pt x="563" y="599"/>
                    </a:lnTo>
                    <a:lnTo>
                      <a:pt x="563" y="599"/>
                    </a:lnTo>
                    <a:cubicBezTo>
                      <a:pt x="572" y="607"/>
                      <a:pt x="572" y="607"/>
                      <a:pt x="572" y="607"/>
                    </a:cubicBezTo>
                    <a:lnTo>
                      <a:pt x="572" y="607"/>
                    </a:lnTo>
                    <a:cubicBezTo>
                      <a:pt x="563" y="599"/>
                      <a:pt x="563" y="599"/>
                      <a:pt x="563" y="599"/>
                    </a:cubicBezTo>
                    <a:moveTo>
                      <a:pt x="12" y="0"/>
                    </a:moveTo>
                    <a:lnTo>
                      <a:pt x="12" y="0"/>
                    </a:lnTo>
                    <a:cubicBezTo>
                      <a:pt x="0" y="16"/>
                      <a:pt x="0" y="16"/>
                      <a:pt x="0" y="16"/>
                    </a:cubicBezTo>
                    <a:cubicBezTo>
                      <a:pt x="444" y="475"/>
                      <a:pt x="444" y="475"/>
                      <a:pt x="444" y="475"/>
                    </a:cubicBezTo>
                    <a:lnTo>
                      <a:pt x="444" y="475"/>
                    </a:lnTo>
                    <a:cubicBezTo>
                      <a:pt x="132" y="156"/>
                      <a:pt x="132" y="156"/>
                      <a:pt x="132" y="156"/>
                    </a:cubicBezTo>
                    <a:cubicBezTo>
                      <a:pt x="132" y="156"/>
                      <a:pt x="136" y="148"/>
                      <a:pt x="148" y="140"/>
                    </a:cubicBezTo>
                    <a:cubicBezTo>
                      <a:pt x="12" y="0"/>
                      <a:pt x="12" y="0"/>
                      <a:pt x="1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1" name="Google Shape;961;p23"/>
              <p:cNvSpPr/>
              <p:nvPr/>
            </p:nvSpPr>
            <p:spPr>
              <a:xfrm>
                <a:off x="-3715313" y="2768679"/>
                <a:ext cx="14914" cy="16178"/>
              </a:xfrm>
              <a:custGeom>
                <a:rect b="b" l="l" r="r" t="t"/>
                <a:pathLst>
                  <a:path extrusionOk="0" h="64" w="59">
                    <a:moveTo>
                      <a:pt x="16" y="0"/>
                    </a:moveTo>
                    <a:lnTo>
                      <a:pt x="0" y="16"/>
                    </a:lnTo>
                    <a:lnTo>
                      <a:pt x="47" y="64"/>
                    </a:lnTo>
                    <a:lnTo>
                      <a:pt x="59" y="48"/>
                    </a:lnTo>
                    <a:lnTo>
                      <a:pt x="16" y="0"/>
                    </a:lnTo>
                    <a:close/>
                  </a:path>
                </a:pathLst>
              </a:custGeom>
              <a:solidFill>
                <a:srgbClr val="FEF6C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2" name="Google Shape;962;p23"/>
              <p:cNvSpPr/>
              <p:nvPr/>
            </p:nvSpPr>
            <p:spPr>
              <a:xfrm>
                <a:off x="-3715313" y="2768679"/>
                <a:ext cx="14914" cy="16178"/>
              </a:xfrm>
              <a:custGeom>
                <a:rect b="b" l="l" r="r" t="t"/>
                <a:pathLst>
                  <a:path extrusionOk="0" h="64" w="59">
                    <a:moveTo>
                      <a:pt x="16" y="0"/>
                    </a:moveTo>
                    <a:lnTo>
                      <a:pt x="0" y="16"/>
                    </a:lnTo>
                    <a:lnTo>
                      <a:pt x="47" y="64"/>
                    </a:lnTo>
                    <a:lnTo>
                      <a:pt x="59" y="48"/>
                    </a:lnTo>
                    <a:lnTo>
                      <a:pt x="16" y="0"/>
                    </a:lnTo>
                    <a:close/>
                  </a:path>
                </a:pathLst>
              </a:custGeom>
              <a:solidFill>
                <a:srgbClr val="FEF6C1"/>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3" name="Google Shape;963;p23"/>
              <p:cNvSpPr/>
              <p:nvPr/>
            </p:nvSpPr>
            <p:spPr>
              <a:xfrm>
                <a:off x="-3700399" y="2760590"/>
                <a:ext cx="139285" cy="171641"/>
              </a:xfrm>
              <a:custGeom>
                <a:rect b="b" l="l" r="r" t="t"/>
                <a:pathLst>
                  <a:path extrusionOk="0" h="679" w="551">
                    <a:moveTo>
                      <a:pt x="432" y="555"/>
                    </a:moveTo>
                    <a:lnTo>
                      <a:pt x="432" y="555"/>
                    </a:lnTo>
                    <a:lnTo>
                      <a:pt x="432" y="555"/>
                    </a:lnTo>
                    <a:cubicBezTo>
                      <a:pt x="551" y="679"/>
                      <a:pt x="551" y="679"/>
                      <a:pt x="551" y="679"/>
                    </a:cubicBezTo>
                    <a:lnTo>
                      <a:pt x="551" y="679"/>
                    </a:lnTo>
                    <a:cubicBezTo>
                      <a:pt x="432" y="555"/>
                      <a:pt x="432" y="555"/>
                      <a:pt x="432" y="555"/>
                    </a:cubicBezTo>
                    <a:moveTo>
                      <a:pt x="88" y="0"/>
                    </a:moveTo>
                    <a:lnTo>
                      <a:pt x="88" y="0"/>
                    </a:lnTo>
                    <a:cubicBezTo>
                      <a:pt x="0" y="80"/>
                      <a:pt x="0" y="80"/>
                      <a:pt x="0" y="80"/>
                    </a:cubicBezTo>
                    <a:cubicBezTo>
                      <a:pt x="136" y="220"/>
                      <a:pt x="136" y="220"/>
                      <a:pt x="136" y="220"/>
                    </a:cubicBezTo>
                    <a:cubicBezTo>
                      <a:pt x="152" y="204"/>
                      <a:pt x="180" y="180"/>
                      <a:pt x="224" y="140"/>
                    </a:cubicBezTo>
                    <a:cubicBezTo>
                      <a:pt x="88" y="0"/>
                      <a:pt x="88" y="0"/>
                      <a:pt x="88"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4" name="Google Shape;964;p23"/>
              <p:cNvSpPr/>
              <p:nvPr/>
            </p:nvSpPr>
            <p:spPr>
              <a:xfrm>
                <a:off x="-3711268" y="2748457"/>
                <a:ext cx="33115" cy="32356"/>
              </a:xfrm>
              <a:custGeom>
                <a:rect b="b" l="l" r="r" t="t"/>
                <a:pathLst>
                  <a:path extrusionOk="0" h="128" w="131">
                    <a:moveTo>
                      <a:pt x="83" y="0"/>
                    </a:moveTo>
                    <a:lnTo>
                      <a:pt x="0" y="80"/>
                    </a:lnTo>
                    <a:lnTo>
                      <a:pt x="43" y="128"/>
                    </a:lnTo>
                    <a:lnTo>
                      <a:pt x="131" y="48"/>
                    </a:lnTo>
                    <a:lnTo>
                      <a:pt x="83" y="0"/>
                    </a:lnTo>
                    <a:close/>
                  </a:path>
                </a:pathLst>
              </a:custGeom>
              <a:solidFill>
                <a:srgbClr val="FEFAE2"/>
              </a:solidFill>
              <a:ln>
                <a:noFill/>
              </a:ln>
            </p:spPr>
            <p:txBody>
              <a:bodyPr anchorCtr="1" anchor="ctr" bIns="1075" lIns="90000" spcFirstLastPara="1" rIns="90000" wrap="square" tIns="1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5" name="Google Shape;965;p23"/>
              <p:cNvSpPr/>
              <p:nvPr/>
            </p:nvSpPr>
            <p:spPr>
              <a:xfrm>
                <a:off x="-3711268" y="2748457"/>
                <a:ext cx="33115" cy="32356"/>
              </a:xfrm>
              <a:custGeom>
                <a:rect b="b" l="l" r="r" t="t"/>
                <a:pathLst>
                  <a:path extrusionOk="0" h="128" w="131">
                    <a:moveTo>
                      <a:pt x="83" y="0"/>
                    </a:moveTo>
                    <a:lnTo>
                      <a:pt x="0" y="80"/>
                    </a:lnTo>
                    <a:lnTo>
                      <a:pt x="43" y="128"/>
                    </a:lnTo>
                    <a:lnTo>
                      <a:pt x="131" y="48"/>
                    </a:lnTo>
                    <a:lnTo>
                      <a:pt x="83" y="0"/>
                    </a:lnTo>
                    <a:close/>
                  </a:path>
                </a:pathLst>
              </a:custGeom>
              <a:solidFill>
                <a:schemeClr val="lt2"/>
              </a:solidFill>
              <a:ln>
                <a:noFill/>
              </a:ln>
            </p:spPr>
            <p:txBody>
              <a:bodyPr anchorCtr="1" anchor="ctr" bIns="1075" lIns="90000" spcFirstLastPara="1" rIns="90000" wrap="square" tIns="10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6" name="Google Shape;966;p23"/>
              <p:cNvSpPr/>
              <p:nvPr/>
            </p:nvSpPr>
            <p:spPr>
              <a:xfrm>
                <a:off x="-2270652" y="715314"/>
                <a:ext cx="603651" cy="607442"/>
              </a:xfrm>
              <a:custGeom>
                <a:rect b="b" l="l" r="r" t="t"/>
                <a:pathLst>
                  <a:path extrusionOk="0" h="2403" w="2388">
                    <a:moveTo>
                      <a:pt x="2388" y="1373"/>
                    </a:moveTo>
                    <a:lnTo>
                      <a:pt x="2388" y="1373"/>
                    </a:lnTo>
                    <a:cubicBezTo>
                      <a:pt x="2388" y="1373"/>
                      <a:pt x="2120" y="1828"/>
                      <a:pt x="1525" y="2403"/>
                    </a:cubicBezTo>
                    <a:cubicBezTo>
                      <a:pt x="0" y="830"/>
                      <a:pt x="0" y="830"/>
                      <a:pt x="0" y="830"/>
                    </a:cubicBezTo>
                    <a:cubicBezTo>
                      <a:pt x="423" y="419"/>
                      <a:pt x="1058" y="0"/>
                      <a:pt x="1058" y="0"/>
                    </a:cubicBezTo>
                    <a:cubicBezTo>
                      <a:pt x="1058" y="0"/>
                      <a:pt x="1453" y="140"/>
                      <a:pt x="1861" y="563"/>
                    </a:cubicBezTo>
                    <a:cubicBezTo>
                      <a:pt x="2268" y="982"/>
                      <a:pt x="2388" y="1373"/>
                      <a:pt x="2388" y="1373"/>
                    </a:cubicBezTo>
                    <a:close/>
                  </a:path>
                </a:pathLst>
              </a:custGeom>
              <a:solidFill>
                <a:schemeClr val="accent3"/>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7" name="Google Shape;967;p23"/>
              <p:cNvSpPr/>
              <p:nvPr/>
            </p:nvSpPr>
            <p:spPr>
              <a:xfrm>
                <a:off x="-1989050" y="1352077"/>
                <a:ext cx="37412" cy="37412"/>
              </a:xfrm>
              <a:custGeom>
                <a:rect b="b" l="l" r="r" t="t"/>
                <a:pathLst>
                  <a:path extrusionOk="0" h="148" w="148">
                    <a:moveTo>
                      <a:pt x="0" y="0"/>
                    </a:moveTo>
                    <a:lnTo>
                      <a:pt x="0" y="0"/>
                    </a:lnTo>
                    <a:lnTo>
                      <a:pt x="0" y="0"/>
                    </a:lnTo>
                    <a:cubicBezTo>
                      <a:pt x="148" y="148"/>
                      <a:pt x="148" y="148"/>
                      <a:pt x="148" y="148"/>
                    </a:cubicBezTo>
                    <a:lnTo>
                      <a:pt x="148" y="148"/>
                    </a:lnTo>
                    <a:cubicBezTo>
                      <a:pt x="0" y="0"/>
                      <a:pt x="0" y="0"/>
                      <a:pt x="0" y="0"/>
                    </a:cubicBezTo>
                    <a:close/>
                  </a:path>
                </a:pathLst>
              </a:custGeom>
              <a:solidFill>
                <a:srgbClr val="FFFFFF"/>
              </a:solidFill>
              <a:ln>
                <a:noFill/>
              </a:ln>
            </p:spPr>
            <p:txBody>
              <a:bodyPr anchorCtr="1" anchor="ctr" bIns="8275" lIns="90000" spcFirstLastPara="1" rIns="90000" wrap="square" tIns="8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8" name="Google Shape;968;p23"/>
              <p:cNvSpPr/>
              <p:nvPr/>
            </p:nvSpPr>
            <p:spPr>
              <a:xfrm>
                <a:off x="-1989050" y="1352077"/>
                <a:ext cx="0" cy="0"/>
              </a:xfrm>
              <a:custGeom>
                <a:rect b="b" l="l" r="r" t="t"/>
                <a:pathLst>
                  <a:path extrusionOk="0" h="120000" w="120000">
                    <a:moveTo>
                      <a:pt x="0" y="0"/>
                    </a:moveTo>
                    <a:lnTo>
                      <a:pt x="0" y="0"/>
                    </a:lnTo>
                    <a:close/>
                  </a:path>
                </a:pathLst>
              </a:custGeom>
              <a:solidFill>
                <a:srgbClr val="EECED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69" name="Google Shape;969;p23"/>
              <p:cNvSpPr/>
              <p:nvPr/>
            </p:nvSpPr>
            <p:spPr>
              <a:xfrm>
                <a:off x="-2063621" y="1274472"/>
                <a:ext cx="74572" cy="77605"/>
              </a:xfrm>
              <a:custGeom>
                <a:rect b="b" l="l" r="r" t="t"/>
                <a:pathLst>
                  <a:path extrusionOk="0" h="307" w="295">
                    <a:moveTo>
                      <a:pt x="0" y="0"/>
                    </a:moveTo>
                    <a:lnTo>
                      <a:pt x="0" y="0"/>
                    </a:lnTo>
                    <a:cubicBezTo>
                      <a:pt x="295" y="307"/>
                      <a:pt x="295" y="307"/>
                      <a:pt x="295" y="307"/>
                    </a:cubicBezTo>
                    <a:lnTo>
                      <a:pt x="295" y="307"/>
                    </a:lnTo>
                    <a:cubicBezTo>
                      <a:pt x="0" y="0"/>
                      <a:pt x="0" y="0"/>
                      <a:pt x="0" y="0"/>
                    </a:cubicBezTo>
                    <a:close/>
                  </a:path>
                </a:pathLst>
              </a:custGeom>
              <a:solidFill>
                <a:srgbClr val="A10B2D"/>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FFFFFF"/>
                  </a:solidFill>
                  <a:latin typeface="Arial"/>
                  <a:ea typeface="Arial"/>
                  <a:cs typeface="Arial"/>
                  <a:sym typeface="Arial"/>
                </a:endParaRPr>
              </a:p>
            </p:txBody>
          </p:sp>
          <p:sp>
            <p:nvSpPr>
              <p:cNvPr id="970" name="Google Shape;970;p23"/>
              <p:cNvSpPr/>
              <p:nvPr/>
            </p:nvSpPr>
            <p:spPr>
              <a:xfrm>
                <a:off x="-3633664" y="1275231"/>
                <a:ext cx="1682031" cy="1674195"/>
              </a:xfrm>
              <a:custGeom>
                <a:rect b="b" l="l" r="r" t="t"/>
                <a:pathLst>
                  <a:path extrusionOk="0" h="6623" w="6654">
                    <a:moveTo>
                      <a:pt x="6103" y="0"/>
                    </a:moveTo>
                    <a:lnTo>
                      <a:pt x="6103" y="0"/>
                    </a:lnTo>
                    <a:cubicBezTo>
                      <a:pt x="5895" y="232"/>
                      <a:pt x="5065" y="1146"/>
                      <a:pt x="3217" y="2935"/>
                    </a:cubicBezTo>
                    <a:cubicBezTo>
                      <a:pt x="1484" y="4616"/>
                      <a:pt x="375" y="5637"/>
                      <a:pt x="0" y="5980"/>
                    </a:cubicBezTo>
                    <a:cubicBezTo>
                      <a:pt x="439" y="6435"/>
                      <a:pt x="439" y="6435"/>
                      <a:pt x="439" y="6435"/>
                    </a:cubicBezTo>
                    <a:cubicBezTo>
                      <a:pt x="395" y="6467"/>
                      <a:pt x="395" y="6467"/>
                      <a:pt x="395" y="6467"/>
                    </a:cubicBezTo>
                    <a:cubicBezTo>
                      <a:pt x="403" y="6475"/>
                      <a:pt x="403" y="6475"/>
                      <a:pt x="403" y="6475"/>
                    </a:cubicBezTo>
                    <a:cubicBezTo>
                      <a:pt x="296" y="6563"/>
                      <a:pt x="296" y="6563"/>
                      <a:pt x="296" y="6563"/>
                    </a:cubicBezTo>
                    <a:cubicBezTo>
                      <a:pt x="351" y="6623"/>
                      <a:pt x="351" y="6623"/>
                      <a:pt x="351" y="6623"/>
                    </a:cubicBezTo>
                    <a:cubicBezTo>
                      <a:pt x="351" y="6623"/>
                      <a:pt x="1544" y="5549"/>
                      <a:pt x="3711" y="3450"/>
                    </a:cubicBezTo>
                    <a:cubicBezTo>
                      <a:pt x="5875" y="1354"/>
                      <a:pt x="6650" y="460"/>
                      <a:pt x="6654" y="452"/>
                    </a:cubicBezTo>
                    <a:cubicBezTo>
                      <a:pt x="6506" y="304"/>
                      <a:pt x="6506" y="304"/>
                      <a:pt x="6506" y="304"/>
                    </a:cubicBezTo>
                    <a:cubicBezTo>
                      <a:pt x="6490" y="324"/>
                      <a:pt x="6470" y="340"/>
                      <a:pt x="6450" y="360"/>
                    </a:cubicBezTo>
                    <a:lnTo>
                      <a:pt x="6450" y="360"/>
                    </a:lnTo>
                    <a:cubicBezTo>
                      <a:pt x="6103" y="0"/>
                      <a:pt x="6103" y="0"/>
                      <a:pt x="6103" y="0"/>
                    </a:cubicBezTo>
                    <a:close/>
                  </a:path>
                </a:pathLst>
              </a:custGeom>
              <a:solidFill>
                <a:srgbClr val="FFFFFF">
                  <a:alpha val="62260"/>
                </a:srgbClr>
              </a:solidFill>
              <a:ln>
                <a:noFill/>
              </a:ln>
              <a:effectLst>
                <a:outerShdw blurRad="57150" rotWithShape="0" algn="bl" dir="5400000" dist="19050">
                  <a:srgbClr val="000000">
                    <a:alpha val="2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1" name="Google Shape;971;p23"/>
              <p:cNvSpPr/>
              <p:nvPr/>
            </p:nvSpPr>
            <p:spPr>
              <a:xfrm>
                <a:off x="-2090922" y="1275231"/>
                <a:ext cx="87716" cy="91003"/>
              </a:xfrm>
              <a:custGeom>
                <a:rect b="b" l="l" r="r" t="t"/>
                <a:pathLst>
                  <a:path extrusionOk="0" h="360" w="347">
                    <a:moveTo>
                      <a:pt x="0" y="0"/>
                    </a:moveTo>
                    <a:lnTo>
                      <a:pt x="0" y="0"/>
                    </a:lnTo>
                    <a:lnTo>
                      <a:pt x="347" y="360"/>
                    </a:lnTo>
                    <a:lnTo>
                      <a:pt x="347" y="360"/>
                    </a:lnTo>
                    <a:lnTo>
                      <a:pt x="347" y="360"/>
                    </a:lnTo>
                    <a:lnTo>
                      <a:pt x="0" y="0"/>
                    </a:lnTo>
                    <a:close/>
                  </a:path>
                </a:pathLst>
              </a:custGeom>
              <a:solidFill>
                <a:srgbClr val="C75B76"/>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2" name="Google Shape;972;p23"/>
              <p:cNvSpPr/>
              <p:nvPr/>
            </p:nvSpPr>
            <p:spPr>
              <a:xfrm>
                <a:off x="-2090922" y="1275231"/>
                <a:ext cx="87716" cy="91003"/>
              </a:xfrm>
              <a:custGeom>
                <a:rect b="b" l="l" r="r" t="t"/>
                <a:pathLst>
                  <a:path extrusionOk="0" h="360" w="347">
                    <a:moveTo>
                      <a:pt x="0" y="0"/>
                    </a:moveTo>
                    <a:lnTo>
                      <a:pt x="0" y="0"/>
                    </a:lnTo>
                    <a:lnTo>
                      <a:pt x="347" y="360"/>
                    </a:lnTo>
                    <a:lnTo>
                      <a:pt x="347" y="360"/>
                    </a:lnTo>
                    <a:lnTo>
                      <a:pt x="347" y="360"/>
                    </a:lnTo>
                    <a:lnTo>
                      <a:pt x="0" y="0"/>
                    </a:lnTo>
                    <a:close/>
                  </a:path>
                </a:pathLst>
              </a:custGeom>
              <a:solidFill>
                <a:srgbClr val="C75B76"/>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3" name="Google Shape;973;p23"/>
              <p:cNvSpPr/>
              <p:nvPr/>
            </p:nvSpPr>
            <p:spPr>
              <a:xfrm>
                <a:off x="-2003206" y="1352077"/>
                <a:ext cx="14156" cy="14156"/>
              </a:xfrm>
              <a:custGeom>
                <a:rect b="b" l="l" r="r" t="t"/>
                <a:pathLst>
                  <a:path extrusionOk="0" h="56" w="56">
                    <a:moveTo>
                      <a:pt x="56" y="0"/>
                    </a:moveTo>
                    <a:lnTo>
                      <a:pt x="56" y="0"/>
                    </a:lnTo>
                    <a:cubicBezTo>
                      <a:pt x="40" y="20"/>
                      <a:pt x="20" y="36"/>
                      <a:pt x="0" y="56"/>
                    </a:cubicBezTo>
                    <a:cubicBezTo>
                      <a:pt x="20" y="36"/>
                      <a:pt x="40" y="20"/>
                      <a:pt x="56" y="0"/>
                    </a:cubicBezTo>
                    <a:close/>
                  </a:path>
                </a:pathLst>
              </a:custGeom>
              <a:solidFill>
                <a:srgbClr val="F4DEE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4" name="Google Shape;974;p23"/>
              <p:cNvSpPr/>
              <p:nvPr/>
            </p:nvSpPr>
            <p:spPr>
              <a:xfrm>
                <a:off x="-2090922" y="1260317"/>
                <a:ext cx="101872" cy="105917"/>
              </a:xfrm>
              <a:custGeom>
                <a:rect b="b" l="l" r="r" t="t"/>
                <a:pathLst>
                  <a:path extrusionOk="0" h="419" w="403">
                    <a:moveTo>
                      <a:pt x="52" y="0"/>
                    </a:moveTo>
                    <a:lnTo>
                      <a:pt x="52" y="0"/>
                    </a:lnTo>
                    <a:cubicBezTo>
                      <a:pt x="52" y="0"/>
                      <a:pt x="36" y="20"/>
                      <a:pt x="0" y="59"/>
                    </a:cubicBezTo>
                    <a:cubicBezTo>
                      <a:pt x="347" y="419"/>
                      <a:pt x="347" y="419"/>
                      <a:pt x="347" y="419"/>
                    </a:cubicBezTo>
                    <a:lnTo>
                      <a:pt x="347" y="419"/>
                    </a:lnTo>
                    <a:cubicBezTo>
                      <a:pt x="367" y="399"/>
                      <a:pt x="387" y="383"/>
                      <a:pt x="403" y="363"/>
                    </a:cubicBezTo>
                    <a:cubicBezTo>
                      <a:pt x="108" y="56"/>
                      <a:pt x="108" y="56"/>
                      <a:pt x="108" y="56"/>
                    </a:cubicBezTo>
                    <a:cubicBezTo>
                      <a:pt x="52" y="0"/>
                      <a:pt x="52" y="0"/>
                      <a:pt x="52" y="0"/>
                    </a:cubicBezTo>
                    <a:close/>
                  </a:path>
                </a:pathLst>
              </a:custGeom>
              <a:solidFill>
                <a:srgbClr val="D41B3B">
                  <a:alpha val="398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5" name="Google Shape;975;p23"/>
              <p:cNvSpPr/>
              <p:nvPr/>
            </p:nvSpPr>
            <p:spPr>
              <a:xfrm>
                <a:off x="-3643775" y="2786880"/>
                <a:ext cx="121084" cy="123106"/>
              </a:xfrm>
              <a:custGeom>
                <a:rect b="b" l="l" r="r" t="t"/>
                <a:pathLst>
                  <a:path extrusionOk="0" h="487" w="479">
                    <a:moveTo>
                      <a:pt x="40" y="0"/>
                    </a:moveTo>
                    <a:lnTo>
                      <a:pt x="40" y="0"/>
                    </a:lnTo>
                    <a:cubicBezTo>
                      <a:pt x="24" y="12"/>
                      <a:pt x="12" y="24"/>
                      <a:pt x="0" y="36"/>
                    </a:cubicBezTo>
                    <a:cubicBezTo>
                      <a:pt x="435" y="487"/>
                      <a:pt x="435" y="487"/>
                      <a:pt x="435" y="487"/>
                    </a:cubicBezTo>
                    <a:cubicBezTo>
                      <a:pt x="479" y="455"/>
                      <a:pt x="479" y="455"/>
                      <a:pt x="479" y="455"/>
                    </a:cubicBezTo>
                    <a:cubicBezTo>
                      <a:pt x="40" y="0"/>
                      <a:pt x="40" y="0"/>
                      <a:pt x="40"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6" name="Google Shape;976;p23"/>
              <p:cNvSpPr/>
              <p:nvPr/>
            </p:nvSpPr>
            <p:spPr>
              <a:xfrm>
                <a:off x="-3670065" y="2816203"/>
                <a:ext cx="138273" cy="118051"/>
              </a:xfrm>
              <a:custGeom>
                <a:rect b="b" l="l" r="r" t="t"/>
                <a:pathLst>
                  <a:path extrusionOk="0" h="467" w="547">
                    <a:moveTo>
                      <a:pt x="539" y="371"/>
                    </a:moveTo>
                    <a:lnTo>
                      <a:pt x="539" y="371"/>
                    </a:lnTo>
                    <a:cubicBezTo>
                      <a:pt x="431" y="459"/>
                      <a:pt x="431" y="459"/>
                      <a:pt x="431" y="459"/>
                    </a:cubicBezTo>
                    <a:cubicBezTo>
                      <a:pt x="440" y="467"/>
                      <a:pt x="440" y="467"/>
                      <a:pt x="440" y="467"/>
                    </a:cubicBezTo>
                    <a:cubicBezTo>
                      <a:pt x="547" y="379"/>
                      <a:pt x="547" y="379"/>
                      <a:pt x="547" y="379"/>
                    </a:cubicBezTo>
                    <a:cubicBezTo>
                      <a:pt x="539" y="371"/>
                      <a:pt x="539" y="371"/>
                      <a:pt x="539" y="371"/>
                    </a:cubicBezTo>
                    <a:moveTo>
                      <a:pt x="16" y="0"/>
                    </a:moveTo>
                    <a:lnTo>
                      <a:pt x="16" y="0"/>
                    </a:lnTo>
                    <a:cubicBezTo>
                      <a:pt x="4" y="8"/>
                      <a:pt x="0" y="16"/>
                      <a:pt x="0" y="16"/>
                    </a:cubicBezTo>
                    <a:cubicBezTo>
                      <a:pt x="312" y="335"/>
                      <a:pt x="312" y="335"/>
                      <a:pt x="312" y="335"/>
                    </a:cubicBezTo>
                    <a:cubicBezTo>
                      <a:pt x="328" y="323"/>
                      <a:pt x="328" y="323"/>
                      <a:pt x="328" y="323"/>
                    </a:cubicBezTo>
                    <a:cubicBezTo>
                      <a:pt x="16" y="0"/>
                      <a:pt x="16" y="0"/>
                      <a:pt x="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7" name="Google Shape;977;p23"/>
              <p:cNvSpPr/>
              <p:nvPr/>
            </p:nvSpPr>
            <p:spPr>
              <a:xfrm>
                <a:off x="-3666020" y="2795980"/>
                <a:ext cx="132207" cy="136251"/>
              </a:xfrm>
              <a:custGeom>
                <a:rect b="b" l="l" r="r" t="t"/>
                <a:pathLst>
                  <a:path extrusionOk="0" h="539" w="523">
                    <a:moveTo>
                      <a:pt x="88" y="0"/>
                    </a:moveTo>
                    <a:lnTo>
                      <a:pt x="88" y="0"/>
                    </a:lnTo>
                    <a:cubicBezTo>
                      <a:pt x="44" y="40"/>
                      <a:pt x="16" y="64"/>
                      <a:pt x="0" y="80"/>
                    </a:cubicBezTo>
                    <a:cubicBezTo>
                      <a:pt x="312" y="403"/>
                      <a:pt x="312" y="403"/>
                      <a:pt x="312" y="403"/>
                    </a:cubicBezTo>
                    <a:cubicBezTo>
                      <a:pt x="296" y="415"/>
                      <a:pt x="296" y="415"/>
                      <a:pt x="296" y="415"/>
                    </a:cubicBezTo>
                    <a:cubicBezTo>
                      <a:pt x="415" y="539"/>
                      <a:pt x="415" y="539"/>
                      <a:pt x="415" y="539"/>
                    </a:cubicBezTo>
                    <a:cubicBezTo>
                      <a:pt x="523" y="451"/>
                      <a:pt x="523" y="451"/>
                      <a:pt x="523" y="451"/>
                    </a:cubicBezTo>
                    <a:cubicBezTo>
                      <a:pt x="88" y="0"/>
                      <a:pt x="88" y="0"/>
                      <a:pt x="88"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8" name="Google Shape;978;p23"/>
              <p:cNvSpPr/>
              <p:nvPr/>
            </p:nvSpPr>
            <p:spPr>
              <a:xfrm>
                <a:off x="-4018148" y="2717364"/>
                <a:ext cx="117039" cy="118051"/>
              </a:xfrm>
              <a:custGeom>
                <a:rect b="b" l="l" r="r" t="t"/>
                <a:pathLst>
                  <a:path extrusionOk="0" h="467" w="463">
                    <a:moveTo>
                      <a:pt x="116" y="0"/>
                    </a:moveTo>
                    <a:lnTo>
                      <a:pt x="0" y="111"/>
                    </a:lnTo>
                    <a:lnTo>
                      <a:pt x="347" y="467"/>
                    </a:lnTo>
                    <a:lnTo>
                      <a:pt x="463" y="355"/>
                    </a:lnTo>
                    <a:lnTo>
                      <a:pt x="116"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79" name="Google Shape;979;p23"/>
              <p:cNvSpPr/>
              <p:nvPr/>
            </p:nvSpPr>
            <p:spPr>
              <a:xfrm>
                <a:off x="-3930432" y="2807103"/>
                <a:ext cx="69769" cy="70527"/>
              </a:xfrm>
              <a:custGeom>
                <a:rect b="b" l="l" r="r" t="t"/>
                <a:pathLst>
                  <a:path extrusionOk="0" h="279" w="276">
                    <a:moveTo>
                      <a:pt x="116" y="0"/>
                    </a:moveTo>
                    <a:lnTo>
                      <a:pt x="0" y="112"/>
                    </a:lnTo>
                    <a:lnTo>
                      <a:pt x="160" y="279"/>
                    </a:lnTo>
                    <a:lnTo>
                      <a:pt x="276" y="167"/>
                    </a:lnTo>
                    <a:lnTo>
                      <a:pt x="116" y="0"/>
                    </a:lnTo>
                    <a:close/>
                  </a:path>
                </a:pathLst>
              </a:custGeom>
              <a:solidFill>
                <a:srgbClr val="FEF5B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0" name="Google Shape;980;p23"/>
              <p:cNvSpPr/>
              <p:nvPr/>
            </p:nvSpPr>
            <p:spPr>
              <a:xfrm>
                <a:off x="-3930432" y="2807103"/>
                <a:ext cx="69769" cy="70527"/>
              </a:xfrm>
              <a:custGeom>
                <a:rect b="b" l="l" r="r" t="t"/>
                <a:pathLst>
                  <a:path extrusionOk="0" h="279" w="276">
                    <a:moveTo>
                      <a:pt x="116" y="0"/>
                    </a:moveTo>
                    <a:lnTo>
                      <a:pt x="0" y="112"/>
                    </a:lnTo>
                    <a:lnTo>
                      <a:pt x="160" y="279"/>
                    </a:lnTo>
                    <a:lnTo>
                      <a:pt x="276" y="167"/>
                    </a:lnTo>
                    <a:lnTo>
                      <a:pt x="116" y="0"/>
                    </a:lnTo>
                    <a:close/>
                  </a:path>
                </a:pathLst>
              </a:custGeom>
              <a:solidFill>
                <a:srgbClr val="FEF5B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1" name="Google Shape;981;p23"/>
              <p:cNvSpPr/>
              <p:nvPr/>
            </p:nvSpPr>
            <p:spPr>
              <a:xfrm>
                <a:off x="-3889987" y="2849318"/>
                <a:ext cx="60416" cy="61680"/>
              </a:xfrm>
              <a:custGeom>
                <a:rect b="b" l="l" r="r" t="t"/>
                <a:pathLst>
                  <a:path extrusionOk="0" h="244" w="239">
                    <a:moveTo>
                      <a:pt x="116" y="0"/>
                    </a:moveTo>
                    <a:lnTo>
                      <a:pt x="0" y="112"/>
                    </a:lnTo>
                    <a:lnTo>
                      <a:pt x="128" y="244"/>
                    </a:lnTo>
                    <a:lnTo>
                      <a:pt x="239" y="132"/>
                    </a:lnTo>
                    <a:lnTo>
                      <a:pt x="116" y="0"/>
                    </a:lnTo>
                    <a:close/>
                  </a:path>
                </a:pathLst>
              </a:custGeom>
              <a:solidFill>
                <a:srgbClr val="FDF0A3"/>
              </a:solidFill>
              <a:ln>
                <a:noFill/>
              </a:ln>
            </p:spPr>
            <p:txBody>
              <a:bodyPr anchorCtr="1" anchor="ctr" bIns="42825" lIns="90000" spcFirstLastPara="1" rIns="90000" wrap="square" tIns="42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2" name="Google Shape;982;p23"/>
              <p:cNvSpPr/>
              <p:nvPr/>
            </p:nvSpPr>
            <p:spPr>
              <a:xfrm>
                <a:off x="-3889987" y="2849318"/>
                <a:ext cx="60416" cy="61680"/>
              </a:xfrm>
              <a:custGeom>
                <a:rect b="b" l="l" r="r" t="t"/>
                <a:pathLst>
                  <a:path extrusionOk="0" h="244" w="239">
                    <a:moveTo>
                      <a:pt x="116" y="0"/>
                    </a:moveTo>
                    <a:lnTo>
                      <a:pt x="0" y="112"/>
                    </a:lnTo>
                    <a:lnTo>
                      <a:pt x="128" y="244"/>
                    </a:lnTo>
                    <a:lnTo>
                      <a:pt x="239" y="132"/>
                    </a:lnTo>
                    <a:lnTo>
                      <a:pt x="116" y="0"/>
                    </a:lnTo>
                    <a:close/>
                  </a:path>
                </a:pathLst>
              </a:custGeom>
              <a:solidFill>
                <a:schemeClr val="lt2"/>
              </a:solidFill>
              <a:ln>
                <a:noFill/>
              </a:ln>
            </p:spPr>
            <p:txBody>
              <a:bodyPr anchorCtr="1" anchor="ctr" bIns="42825" lIns="90000" spcFirstLastPara="1" rIns="90000" wrap="square" tIns="42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3" name="Google Shape;983;p23"/>
              <p:cNvSpPr/>
              <p:nvPr/>
            </p:nvSpPr>
            <p:spPr>
              <a:xfrm>
                <a:off x="-4049494" y="2685008"/>
                <a:ext cx="148385" cy="122095"/>
              </a:xfrm>
              <a:custGeom>
                <a:rect b="b" l="l" r="r" t="t"/>
                <a:pathLst>
                  <a:path extrusionOk="0" h="483" w="587">
                    <a:moveTo>
                      <a:pt x="116" y="0"/>
                    </a:moveTo>
                    <a:lnTo>
                      <a:pt x="0" y="111"/>
                    </a:lnTo>
                    <a:lnTo>
                      <a:pt x="124" y="239"/>
                    </a:lnTo>
                    <a:lnTo>
                      <a:pt x="240" y="128"/>
                    </a:lnTo>
                    <a:lnTo>
                      <a:pt x="587" y="483"/>
                    </a:lnTo>
                    <a:lnTo>
                      <a:pt x="587" y="483"/>
                    </a:lnTo>
                    <a:lnTo>
                      <a:pt x="116"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4" name="Google Shape;984;p23"/>
              <p:cNvSpPr/>
              <p:nvPr/>
            </p:nvSpPr>
            <p:spPr>
              <a:xfrm>
                <a:off x="-3901109" y="2807103"/>
                <a:ext cx="40446" cy="42215"/>
              </a:xfrm>
              <a:custGeom>
                <a:rect b="b" l="l" r="r" t="t"/>
                <a:pathLst>
                  <a:path extrusionOk="0" h="167" w="160">
                    <a:moveTo>
                      <a:pt x="0" y="0"/>
                    </a:moveTo>
                    <a:lnTo>
                      <a:pt x="0" y="0"/>
                    </a:lnTo>
                    <a:lnTo>
                      <a:pt x="160" y="167"/>
                    </a:lnTo>
                    <a:lnTo>
                      <a:pt x="160" y="167"/>
                    </a:lnTo>
                    <a:lnTo>
                      <a:pt x="0" y="0"/>
                    </a:lnTo>
                    <a:close/>
                  </a:path>
                </a:pathLst>
              </a:custGeom>
              <a:solidFill>
                <a:srgbClr val="FFFCEC"/>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5" name="Google Shape;985;p23"/>
              <p:cNvSpPr/>
              <p:nvPr/>
            </p:nvSpPr>
            <p:spPr>
              <a:xfrm>
                <a:off x="-3901109" y="2807103"/>
                <a:ext cx="40446" cy="42215"/>
              </a:xfrm>
              <a:custGeom>
                <a:rect b="b" l="l" r="r" t="t"/>
                <a:pathLst>
                  <a:path extrusionOk="0" h="167" w="160">
                    <a:moveTo>
                      <a:pt x="0" y="0"/>
                    </a:moveTo>
                    <a:lnTo>
                      <a:pt x="0" y="0"/>
                    </a:lnTo>
                    <a:lnTo>
                      <a:pt x="160" y="167"/>
                    </a:lnTo>
                    <a:lnTo>
                      <a:pt x="160" y="167"/>
                    </a:lnTo>
                    <a:lnTo>
                      <a:pt x="0" y="0"/>
                    </a:lnTo>
                    <a:close/>
                  </a:path>
                </a:pathLst>
              </a:custGeom>
              <a:solidFill>
                <a:srgbClr val="FFFCEC"/>
              </a:solidFill>
              <a:ln>
                <a:noFill/>
              </a:ln>
            </p:spPr>
            <p:txBody>
              <a:bodyPr anchorCtr="1" anchor="ctr" bIns="15100" lIns="90000" spcFirstLastPara="1" rIns="90000" wrap="square" tIns="151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6" name="Google Shape;986;p23"/>
              <p:cNvSpPr/>
              <p:nvPr/>
            </p:nvSpPr>
            <p:spPr>
              <a:xfrm>
                <a:off x="-3860664" y="2849318"/>
                <a:ext cx="31093" cy="33368"/>
              </a:xfrm>
              <a:custGeom>
                <a:rect b="b" l="l" r="r" t="t"/>
                <a:pathLst>
                  <a:path extrusionOk="0" h="132" w="123">
                    <a:moveTo>
                      <a:pt x="0" y="0"/>
                    </a:moveTo>
                    <a:lnTo>
                      <a:pt x="0" y="0"/>
                    </a:lnTo>
                    <a:lnTo>
                      <a:pt x="123" y="132"/>
                    </a:lnTo>
                    <a:lnTo>
                      <a:pt x="123" y="132"/>
                    </a:lnTo>
                    <a:lnTo>
                      <a:pt x="0" y="0"/>
                    </a:lnTo>
                    <a:close/>
                  </a:path>
                </a:pathLst>
              </a:custGeom>
              <a:solidFill>
                <a:srgbClr val="FEFBE5"/>
              </a:solidFill>
              <a:ln>
                <a:noFill/>
              </a:ln>
            </p:spPr>
            <p:txBody>
              <a:bodyPr anchorCtr="1" anchor="ctr" bIns="2500" lIns="90000" spcFirstLastPara="1" rIns="90000" wrap="square" tIns="2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7" name="Google Shape;987;p23"/>
              <p:cNvSpPr/>
              <p:nvPr/>
            </p:nvSpPr>
            <p:spPr>
              <a:xfrm>
                <a:off x="-3860664" y="2849318"/>
                <a:ext cx="31093" cy="33368"/>
              </a:xfrm>
              <a:custGeom>
                <a:rect b="b" l="l" r="r" t="t"/>
                <a:pathLst>
                  <a:path extrusionOk="0" h="132" w="123">
                    <a:moveTo>
                      <a:pt x="0" y="0"/>
                    </a:moveTo>
                    <a:lnTo>
                      <a:pt x="0" y="0"/>
                    </a:lnTo>
                    <a:lnTo>
                      <a:pt x="123" y="132"/>
                    </a:lnTo>
                    <a:lnTo>
                      <a:pt x="123" y="132"/>
                    </a:lnTo>
                    <a:lnTo>
                      <a:pt x="0" y="0"/>
                    </a:lnTo>
                    <a:close/>
                  </a:path>
                </a:pathLst>
              </a:custGeom>
              <a:solidFill>
                <a:schemeClr val="dk2"/>
              </a:solidFill>
              <a:ln>
                <a:noFill/>
              </a:ln>
            </p:spPr>
            <p:txBody>
              <a:bodyPr anchorCtr="1" anchor="ctr" bIns="2500" lIns="90000" spcFirstLastPara="1" rIns="90000" wrap="square" tIns="25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8" name="Google Shape;988;p23"/>
              <p:cNvSpPr/>
              <p:nvPr/>
            </p:nvSpPr>
            <p:spPr>
              <a:xfrm>
                <a:off x="-3727447" y="3016913"/>
                <a:ext cx="29070" cy="28312"/>
              </a:xfrm>
              <a:custGeom>
                <a:rect b="b" l="l" r="r" t="t"/>
                <a:pathLst>
                  <a:path extrusionOk="0" h="112" w="115">
                    <a:moveTo>
                      <a:pt x="112" y="0"/>
                    </a:moveTo>
                    <a:lnTo>
                      <a:pt x="0" y="112"/>
                    </a:lnTo>
                    <a:lnTo>
                      <a:pt x="0" y="112"/>
                    </a:lnTo>
                    <a:lnTo>
                      <a:pt x="115" y="4"/>
                    </a:lnTo>
                    <a:lnTo>
                      <a:pt x="112"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89" name="Google Shape;989;p23"/>
              <p:cNvSpPr/>
              <p:nvPr/>
            </p:nvSpPr>
            <p:spPr>
              <a:xfrm>
                <a:off x="-3727447" y="3016913"/>
                <a:ext cx="29070" cy="28312"/>
              </a:xfrm>
              <a:custGeom>
                <a:rect b="b" l="l" r="r" t="t"/>
                <a:pathLst>
                  <a:path extrusionOk="0" h="112" w="115">
                    <a:moveTo>
                      <a:pt x="112" y="0"/>
                    </a:moveTo>
                    <a:lnTo>
                      <a:pt x="0" y="112"/>
                    </a:lnTo>
                    <a:lnTo>
                      <a:pt x="0" y="112"/>
                    </a:lnTo>
                    <a:lnTo>
                      <a:pt x="115" y="4"/>
                    </a:lnTo>
                    <a:lnTo>
                      <a:pt x="112"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0" name="Google Shape;990;p23"/>
              <p:cNvSpPr/>
              <p:nvPr/>
            </p:nvSpPr>
            <p:spPr>
              <a:xfrm>
                <a:off x="-3846508" y="2894819"/>
                <a:ext cx="117039" cy="118051"/>
              </a:xfrm>
              <a:custGeom>
                <a:rect b="b" l="l" r="r" t="t"/>
                <a:pathLst>
                  <a:path extrusionOk="0" h="467" w="463">
                    <a:moveTo>
                      <a:pt x="115" y="0"/>
                    </a:moveTo>
                    <a:lnTo>
                      <a:pt x="0" y="112"/>
                    </a:lnTo>
                    <a:lnTo>
                      <a:pt x="347" y="467"/>
                    </a:lnTo>
                    <a:lnTo>
                      <a:pt x="463" y="360"/>
                    </a:lnTo>
                    <a:lnTo>
                      <a:pt x="115"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1" name="Google Shape;991;p23"/>
              <p:cNvSpPr/>
              <p:nvPr/>
            </p:nvSpPr>
            <p:spPr>
              <a:xfrm>
                <a:off x="-3857630" y="2882685"/>
                <a:ext cx="40193" cy="40446"/>
              </a:xfrm>
              <a:custGeom>
                <a:rect b="b" l="l" r="r" t="t"/>
                <a:pathLst>
                  <a:path extrusionOk="0" h="160" w="159">
                    <a:moveTo>
                      <a:pt x="111" y="0"/>
                    </a:moveTo>
                    <a:lnTo>
                      <a:pt x="0" y="112"/>
                    </a:lnTo>
                    <a:lnTo>
                      <a:pt x="44" y="160"/>
                    </a:lnTo>
                    <a:lnTo>
                      <a:pt x="159" y="48"/>
                    </a:lnTo>
                    <a:lnTo>
                      <a:pt x="111" y="0"/>
                    </a:lnTo>
                    <a:close/>
                  </a:path>
                </a:pathLst>
              </a:custGeom>
              <a:solidFill>
                <a:srgbClr val="FDF0A3"/>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2" name="Google Shape;992;p23"/>
              <p:cNvSpPr/>
              <p:nvPr/>
            </p:nvSpPr>
            <p:spPr>
              <a:xfrm>
                <a:off x="-3857630" y="2882685"/>
                <a:ext cx="40193" cy="40446"/>
              </a:xfrm>
              <a:custGeom>
                <a:rect b="b" l="l" r="r" t="t"/>
                <a:pathLst>
                  <a:path extrusionOk="0" h="160" w="159">
                    <a:moveTo>
                      <a:pt x="111" y="0"/>
                    </a:moveTo>
                    <a:lnTo>
                      <a:pt x="0" y="112"/>
                    </a:lnTo>
                    <a:lnTo>
                      <a:pt x="44" y="160"/>
                    </a:lnTo>
                    <a:lnTo>
                      <a:pt x="159" y="48"/>
                    </a:lnTo>
                    <a:lnTo>
                      <a:pt x="111" y="0"/>
                    </a:lnTo>
                    <a:close/>
                  </a:path>
                </a:pathLst>
              </a:custGeom>
              <a:solidFill>
                <a:schemeClr val="lt2"/>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3" name="Google Shape;993;p23"/>
              <p:cNvSpPr/>
              <p:nvPr/>
            </p:nvSpPr>
            <p:spPr>
              <a:xfrm>
                <a:off x="-3817438" y="2894819"/>
                <a:ext cx="118303" cy="150407"/>
              </a:xfrm>
              <a:custGeom>
                <a:rect b="b" l="l" r="r" t="t"/>
                <a:pathLst>
                  <a:path extrusionOk="0" h="595" w="468">
                    <a:moveTo>
                      <a:pt x="0" y="0"/>
                    </a:moveTo>
                    <a:lnTo>
                      <a:pt x="0" y="0"/>
                    </a:lnTo>
                    <a:lnTo>
                      <a:pt x="348" y="360"/>
                    </a:lnTo>
                    <a:lnTo>
                      <a:pt x="232" y="467"/>
                    </a:lnTo>
                    <a:lnTo>
                      <a:pt x="356" y="595"/>
                    </a:lnTo>
                    <a:lnTo>
                      <a:pt x="468" y="483"/>
                    </a:lnTo>
                    <a:lnTo>
                      <a:pt x="0"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4" name="Google Shape;994;p23"/>
              <p:cNvSpPr/>
              <p:nvPr/>
            </p:nvSpPr>
            <p:spPr>
              <a:xfrm>
                <a:off x="-3829571" y="2882685"/>
                <a:ext cx="12134" cy="12134"/>
              </a:xfrm>
              <a:custGeom>
                <a:rect b="b" l="l" r="r" t="t"/>
                <a:pathLst>
                  <a:path extrusionOk="0" h="48" w="48">
                    <a:moveTo>
                      <a:pt x="0" y="0"/>
                    </a:moveTo>
                    <a:lnTo>
                      <a:pt x="0" y="0"/>
                    </a:lnTo>
                    <a:lnTo>
                      <a:pt x="48" y="48"/>
                    </a:lnTo>
                    <a:lnTo>
                      <a:pt x="48" y="48"/>
                    </a:lnTo>
                    <a:lnTo>
                      <a:pt x="0" y="0"/>
                    </a:lnTo>
                    <a:close/>
                  </a:path>
                </a:pathLst>
              </a:custGeom>
              <a:solidFill>
                <a:srgbClr val="FEFBE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5" name="Google Shape;995;p23"/>
              <p:cNvSpPr/>
              <p:nvPr/>
            </p:nvSpPr>
            <p:spPr>
              <a:xfrm>
                <a:off x="-3829571" y="2882685"/>
                <a:ext cx="12134" cy="12134"/>
              </a:xfrm>
              <a:custGeom>
                <a:rect b="b" l="l" r="r" t="t"/>
                <a:pathLst>
                  <a:path extrusionOk="0" h="48" w="48">
                    <a:moveTo>
                      <a:pt x="0" y="0"/>
                    </a:moveTo>
                    <a:lnTo>
                      <a:pt x="0" y="0"/>
                    </a:lnTo>
                    <a:lnTo>
                      <a:pt x="48" y="48"/>
                    </a:lnTo>
                    <a:lnTo>
                      <a:pt x="48" y="48"/>
                    </a:lnTo>
                    <a:lnTo>
                      <a:pt x="0" y="0"/>
                    </a:lnTo>
                    <a:close/>
                  </a:path>
                </a:pathLst>
              </a:custGeom>
              <a:solidFill>
                <a:srgbClr val="FEFBE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6" name="Google Shape;996;p23"/>
              <p:cNvSpPr/>
              <p:nvPr/>
            </p:nvSpPr>
            <p:spPr>
              <a:xfrm>
                <a:off x="-3958491" y="2549768"/>
                <a:ext cx="170377" cy="176697"/>
              </a:xfrm>
              <a:custGeom>
                <a:rect b="b" l="l" r="r" t="t"/>
                <a:pathLst>
                  <a:path extrusionOk="0" h="699" w="674">
                    <a:moveTo>
                      <a:pt x="227" y="128"/>
                    </a:moveTo>
                    <a:lnTo>
                      <a:pt x="123" y="247"/>
                    </a:lnTo>
                    <a:lnTo>
                      <a:pt x="558" y="699"/>
                    </a:lnTo>
                    <a:lnTo>
                      <a:pt x="674" y="587"/>
                    </a:lnTo>
                    <a:lnTo>
                      <a:pt x="227" y="128"/>
                    </a:lnTo>
                    <a:moveTo>
                      <a:pt x="107" y="0"/>
                    </a:moveTo>
                    <a:lnTo>
                      <a:pt x="0" y="119"/>
                    </a:lnTo>
                    <a:lnTo>
                      <a:pt x="3" y="124"/>
                    </a:lnTo>
                    <a:lnTo>
                      <a:pt x="107" y="4"/>
                    </a:lnTo>
                    <a:lnTo>
                      <a:pt x="107"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7" name="Google Shape;997;p23"/>
              <p:cNvSpPr/>
              <p:nvPr/>
            </p:nvSpPr>
            <p:spPr>
              <a:xfrm>
                <a:off x="-3927399" y="2582125"/>
                <a:ext cx="139285" cy="144340"/>
              </a:xfrm>
              <a:custGeom>
                <a:rect b="b" l="l" r="r" t="t"/>
                <a:pathLst>
                  <a:path extrusionOk="0" h="571" w="551">
                    <a:moveTo>
                      <a:pt x="104" y="0"/>
                    </a:moveTo>
                    <a:lnTo>
                      <a:pt x="0" y="119"/>
                    </a:lnTo>
                    <a:lnTo>
                      <a:pt x="435" y="571"/>
                    </a:lnTo>
                    <a:lnTo>
                      <a:pt x="551" y="459"/>
                    </a:lnTo>
                    <a:lnTo>
                      <a:pt x="104"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8" name="Google Shape;998;p23"/>
              <p:cNvSpPr/>
              <p:nvPr/>
            </p:nvSpPr>
            <p:spPr>
              <a:xfrm>
                <a:off x="-3958491" y="2549768"/>
                <a:ext cx="27048" cy="31345"/>
              </a:xfrm>
              <a:custGeom>
                <a:rect b="b" l="l" r="r" t="t"/>
                <a:pathLst>
                  <a:path extrusionOk="0" h="124" w="107">
                    <a:moveTo>
                      <a:pt x="107" y="0"/>
                    </a:moveTo>
                    <a:lnTo>
                      <a:pt x="0" y="119"/>
                    </a:lnTo>
                    <a:lnTo>
                      <a:pt x="3" y="124"/>
                    </a:lnTo>
                    <a:lnTo>
                      <a:pt x="107" y="4"/>
                    </a:lnTo>
                    <a:lnTo>
                      <a:pt x="107"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999" name="Google Shape;999;p23"/>
              <p:cNvSpPr/>
              <p:nvPr/>
            </p:nvSpPr>
            <p:spPr>
              <a:xfrm>
                <a:off x="-3817438" y="2698153"/>
                <a:ext cx="69769" cy="69516"/>
              </a:xfrm>
              <a:custGeom>
                <a:rect b="b" l="l" r="r" t="t"/>
                <a:pathLst>
                  <a:path extrusionOk="0" h="275" w="276">
                    <a:moveTo>
                      <a:pt x="116" y="0"/>
                    </a:moveTo>
                    <a:lnTo>
                      <a:pt x="0" y="112"/>
                    </a:lnTo>
                    <a:lnTo>
                      <a:pt x="160" y="275"/>
                    </a:lnTo>
                    <a:lnTo>
                      <a:pt x="276" y="163"/>
                    </a:lnTo>
                    <a:lnTo>
                      <a:pt x="116" y="0"/>
                    </a:lnTo>
                    <a:close/>
                  </a:path>
                </a:pathLst>
              </a:custGeom>
              <a:solidFill>
                <a:srgbClr val="FEF6B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0" name="Google Shape;1000;p23"/>
              <p:cNvSpPr/>
              <p:nvPr/>
            </p:nvSpPr>
            <p:spPr>
              <a:xfrm>
                <a:off x="-3817438" y="2698153"/>
                <a:ext cx="69769" cy="69516"/>
              </a:xfrm>
              <a:custGeom>
                <a:rect b="b" l="l" r="r" t="t"/>
                <a:pathLst>
                  <a:path extrusionOk="0" h="275" w="276">
                    <a:moveTo>
                      <a:pt x="116" y="0"/>
                    </a:moveTo>
                    <a:lnTo>
                      <a:pt x="0" y="112"/>
                    </a:lnTo>
                    <a:lnTo>
                      <a:pt x="160" y="275"/>
                    </a:lnTo>
                    <a:lnTo>
                      <a:pt x="276" y="163"/>
                    </a:lnTo>
                    <a:lnTo>
                      <a:pt x="116" y="0"/>
                    </a:lnTo>
                    <a:close/>
                  </a:path>
                </a:pathLst>
              </a:custGeom>
              <a:solidFill>
                <a:srgbClr val="FEF6BC"/>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1" name="Google Shape;1001;p23"/>
              <p:cNvSpPr/>
              <p:nvPr/>
            </p:nvSpPr>
            <p:spPr>
              <a:xfrm>
                <a:off x="-3776992" y="2739356"/>
                <a:ext cx="61680" cy="61680"/>
              </a:xfrm>
              <a:custGeom>
                <a:rect b="b" l="l" r="r" t="t"/>
                <a:pathLst>
                  <a:path extrusionOk="0" h="244" w="244">
                    <a:moveTo>
                      <a:pt x="116" y="0"/>
                    </a:moveTo>
                    <a:lnTo>
                      <a:pt x="0" y="112"/>
                    </a:lnTo>
                    <a:lnTo>
                      <a:pt x="128" y="244"/>
                    </a:lnTo>
                    <a:lnTo>
                      <a:pt x="244" y="132"/>
                    </a:lnTo>
                    <a:lnTo>
                      <a:pt x="116" y="0"/>
                    </a:lnTo>
                    <a:close/>
                  </a:path>
                </a:pathLst>
              </a:custGeom>
              <a:solidFill>
                <a:srgbClr val="FDF1A3"/>
              </a:solidFill>
              <a:ln>
                <a:noFill/>
              </a:ln>
            </p:spPr>
            <p:txBody>
              <a:bodyPr anchorCtr="1" anchor="ctr" bIns="42825" lIns="90000" spcFirstLastPara="1" rIns="90000" wrap="square" tIns="42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2" name="Google Shape;1002;p23"/>
              <p:cNvSpPr/>
              <p:nvPr/>
            </p:nvSpPr>
            <p:spPr>
              <a:xfrm>
                <a:off x="-3776992" y="2739356"/>
                <a:ext cx="61680" cy="61680"/>
              </a:xfrm>
              <a:custGeom>
                <a:rect b="b" l="l" r="r" t="t"/>
                <a:pathLst>
                  <a:path extrusionOk="0" h="244" w="244">
                    <a:moveTo>
                      <a:pt x="116" y="0"/>
                    </a:moveTo>
                    <a:lnTo>
                      <a:pt x="0" y="112"/>
                    </a:lnTo>
                    <a:lnTo>
                      <a:pt x="128" y="244"/>
                    </a:lnTo>
                    <a:lnTo>
                      <a:pt x="244" y="132"/>
                    </a:lnTo>
                    <a:lnTo>
                      <a:pt x="116" y="0"/>
                    </a:lnTo>
                    <a:close/>
                  </a:path>
                </a:pathLst>
              </a:custGeom>
              <a:solidFill>
                <a:schemeClr val="lt2"/>
              </a:solidFill>
              <a:ln>
                <a:noFill/>
              </a:ln>
            </p:spPr>
            <p:txBody>
              <a:bodyPr anchorCtr="1" anchor="ctr" bIns="42825" lIns="90000" spcFirstLastPara="1" rIns="90000" wrap="square" tIns="4282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3" name="Google Shape;1003;p23"/>
              <p:cNvSpPr/>
              <p:nvPr/>
            </p:nvSpPr>
            <p:spPr>
              <a:xfrm>
                <a:off x="-3957733" y="2550780"/>
                <a:ext cx="56624" cy="61427"/>
              </a:xfrm>
              <a:custGeom>
                <a:rect b="b" l="l" r="r" t="t"/>
                <a:pathLst>
                  <a:path extrusionOk="0" h="243" w="224">
                    <a:moveTo>
                      <a:pt x="104" y="0"/>
                    </a:moveTo>
                    <a:lnTo>
                      <a:pt x="0" y="120"/>
                    </a:lnTo>
                    <a:lnTo>
                      <a:pt x="120" y="243"/>
                    </a:lnTo>
                    <a:lnTo>
                      <a:pt x="224" y="124"/>
                    </a:lnTo>
                    <a:lnTo>
                      <a:pt x="104" y="0"/>
                    </a:lnTo>
                    <a:close/>
                  </a:path>
                </a:pathLst>
              </a:custGeom>
              <a:solidFill>
                <a:srgbClr val="FFFFFF"/>
              </a:solidFill>
              <a:ln>
                <a:noFill/>
              </a:ln>
            </p:spPr>
            <p:txBody>
              <a:bodyPr anchorCtr="1" anchor="ctr" bIns="42475" lIns="90000" spcFirstLastPara="1" rIns="90000" wrap="square" tIns="42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4" name="Google Shape;1004;p23"/>
              <p:cNvSpPr/>
              <p:nvPr/>
            </p:nvSpPr>
            <p:spPr>
              <a:xfrm>
                <a:off x="-3957733" y="2550780"/>
                <a:ext cx="56624" cy="61427"/>
              </a:xfrm>
              <a:custGeom>
                <a:rect b="b" l="l" r="r" t="t"/>
                <a:pathLst>
                  <a:path extrusionOk="0" h="243" w="224">
                    <a:moveTo>
                      <a:pt x="104" y="0"/>
                    </a:moveTo>
                    <a:lnTo>
                      <a:pt x="0" y="120"/>
                    </a:lnTo>
                    <a:lnTo>
                      <a:pt x="120" y="243"/>
                    </a:lnTo>
                    <a:lnTo>
                      <a:pt x="224" y="124"/>
                    </a:lnTo>
                    <a:lnTo>
                      <a:pt x="104" y="0"/>
                    </a:lnTo>
                    <a:close/>
                  </a:path>
                </a:pathLst>
              </a:custGeom>
              <a:solidFill>
                <a:srgbClr val="FFFFFF">
                  <a:alpha val="62260"/>
                </a:srgbClr>
              </a:solidFill>
              <a:ln>
                <a:noFill/>
              </a:ln>
            </p:spPr>
            <p:txBody>
              <a:bodyPr anchorCtr="1" anchor="ctr" bIns="42475" lIns="90000" spcFirstLastPara="1" rIns="90000" wrap="square" tIns="424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5" name="Google Shape;1005;p23"/>
              <p:cNvSpPr/>
              <p:nvPr/>
            </p:nvSpPr>
            <p:spPr>
              <a:xfrm>
                <a:off x="-3732502" y="2784858"/>
                <a:ext cx="172399" cy="174674"/>
              </a:xfrm>
              <a:custGeom>
                <a:rect b="b" l="l" r="r" t="t"/>
                <a:pathLst>
                  <a:path extrusionOk="0" h="691" w="682">
                    <a:moveTo>
                      <a:pt x="678" y="583"/>
                    </a:moveTo>
                    <a:lnTo>
                      <a:pt x="555" y="686"/>
                    </a:lnTo>
                    <a:lnTo>
                      <a:pt x="559" y="691"/>
                    </a:lnTo>
                    <a:lnTo>
                      <a:pt x="682" y="587"/>
                    </a:lnTo>
                    <a:lnTo>
                      <a:pt x="678" y="583"/>
                    </a:lnTo>
                    <a:moveTo>
                      <a:pt x="112" y="0"/>
                    </a:moveTo>
                    <a:lnTo>
                      <a:pt x="0" y="112"/>
                    </a:lnTo>
                    <a:lnTo>
                      <a:pt x="435" y="563"/>
                    </a:lnTo>
                    <a:lnTo>
                      <a:pt x="559" y="463"/>
                    </a:lnTo>
                    <a:lnTo>
                      <a:pt x="112"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6" name="Google Shape;1006;p23"/>
              <p:cNvSpPr/>
              <p:nvPr/>
            </p:nvSpPr>
            <p:spPr>
              <a:xfrm>
                <a:off x="-3592207" y="2932231"/>
                <a:ext cx="32104" cy="27301"/>
              </a:xfrm>
              <a:custGeom>
                <a:rect b="b" l="l" r="r" t="t"/>
                <a:pathLst>
                  <a:path extrusionOk="0" h="108" w="127">
                    <a:moveTo>
                      <a:pt x="123" y="0"/>
                    </a:moveTo>
                    <a:lnTo>
                      <a:pt x="0" y="103"/>
                    </a:lnTo>
                    <a:lnTo>
                      <a:pt x="4" y="108"/>
                    </a:lnTo>
                    <a:lnTo>
                      <a:pt x="127" y="4"/>
                    </a:lnTo>
                    <a:lnTo>
                      <a:pt x="123"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7" name="Google Shape;1007;p23"/>
              <p:cNvSpPr/>
              <p:nvPr/>
            </p:nvSpPr>
            <p:spPr>
              <a:xfrm>
                <a:off x="-3732502" y="2784858"/>
                <a:ext cx="141307" cy="142318"/>
              </a:xfrm>
              <a:custGeom>
                <a:rect b="b" l="l" r="r" t="t"/>
                <a:pathLst>
                  <a:path extrusionOk="0" h="563" w="559">
                    <a:moveTo>
                      <a:pt x="112" y="0"/>
                    </a:moveTo>
                    <a:lnTo>
                      <a:pt x="0" y="112"/>
                    </a:lnTo>
                    <a:lnTo>
                      <a:pt x="435" y="563"/>
                    </a:lnTo>
                    <a:lnTo>
                      <a:pt x="559" y="463"/>
                    </a:lnTo>
                    <a:lnTo>
                      <a:pt x="112"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8" name="Google Shape;1008;p23"/>
              <p:cNvSpPr/>
              <p:nvPr/>
            </p:nvSpPr>
            <p:spPr>
              <a:xfrm>
                <a:off x="-3744636" y="2772724"/>
                <a:ext cx="40446" cy="40446"/>
              </a:xfrm>
              <a:custGeom>
                <a:rect b="b" l="l" r="r" t="t"/>
                <a:pathLst>
                  <a:path extrusionOk="0" h="160" w="160">
                    <a:moveTo>
                      <a:pt x="116" y="0"/>
                    </a:moveTo>
                    <a:lnTo>
                      <a:pt x="0" y="112"/>
                    </a:lnTo>
                    <a:lnTo>
                      <a:pt x="48" y="160"/>
                    </a:lnTo>
                    <a:lnTo>
                      <a:pt x="160" y="48"/>
                    </a:lnTo>
                    <a:lnTo>
                      <a:pt x="116" y="0"/>
                    </a:lnTo>
                    <a:close/>
                  </a:path>
                </a:pathLst>
              </a:custGeom>
              <a:solidFill>
                <a:srgbClr val="FDF1A3"/>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09" name="Google Shape;1009;p23"/>
              <p:cNvSpPr/>
              <p:nvPr/>
            </p:nvSpPr>
            <p:spPr>
              <a:xfrm>
                <a:off x="-3744636" y="2772724"/>
                <a:ext cx="40446" cy="40446"/>
              </a:xfrm>
              <a:custGeom>
                <a:rect b="b" l="l" r="r" t="t"/>
                <a:pathLst>
                  <a:path extrusionOk="0" h="160" w="160">
                    <a:moveTo>
                      <a:pt x="116" y="0"/>
                    </a:moveTo>
                    <a:lnTo>
                      <a:pt x="0" y="112"/>
                    </a:lnTo>
                    <a:lnTo>
                      <a:pt x="48" y="160"/>
                    </a:lnTo>
                    <a:lnTo>
                      <a:pt x="160" y="48"/>
                    </a:lnTo>
                    <a:lnTo>
                      <a:pt x="116" y="0"/>
                    </a:lnTo>
                    <a:close/>
                  </a:path>
                </a:pathLst>
              </a:custGeom>
              <a:solidFill>
                <a:schemeClr val="lt2"/>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0" name="Google Shape;1010;p23"/>
              <p:cNvSpPr/>
              <p:nvPr/>
            </p:nvSpPr>
            <p:spPr>
              <a:xfrm>
                <a:off x="-3622541" y="2901897"/>
                <a:ext cx="61427" cy="56371"/>
              </a:xfrm>
              <a:custGeom>
                <a:rect b="b" l="l" r="r" t="t"/>
                <a:pathLst>
                  <a:path extrusionOk="0" h="223" w="243">
                    <a:moveTo>
                      <a:pt x="124" y="0"/>
                    </a:moveTo>
                    <a:lnTo>
                      <a:pt x="0" y="100"/>
                    </a:lnTo>
                    <a:lnTo>
                      <a:pt x="120" y="223"/>
                    </a:lnTo>
                    <a:lnTo>
                      <a:pt x="243" y="120"/>
                    </a:lnTo>
                    <a:lnTo>
                      <a:pt x="124" y="0"/>
                    </a:lnTo>
                    <a:close/>
                  </a:path>
                </a:pathLst>
              </a:custGeom>
              <a:solidFill>
                <a:srgbClr val="FFFFFF"/>
              </a:solidFill>
              <a:ln>
                <a:noFill/>
              </a:ln>
            </p:spPr>
            <p:txBody>
              <a:bodyPr anchorCtr="1" anchor="ctr" bIns="35275" lIns="90000" spcFirstLastPara="1" rIns="90000" wrap="square" tIns="35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1" name="Google Shape;1011;p23"/>
              <p:cNvSpPr/>
              <p:nvPr/>
            </p:nvSpPr>
            <p:spPr>
              <a:xfrm>
                <a:off x="-3622541" y="2901897"/>
                <a:ext cx="61427" cy="56371"/>
              </a:xfrm>
              <a:custGeom>
                <a:rect b="b" l="l" r="r" t="t"/>
                <a:pathLst>
                  <a:path extrusionOk="0" h="223" w="243">
                    <a:moveTo>
                      <a:pt x="124" y="0"/>
                    </a:moveTo>
                    <a:lnTo>
                      <a:pt x="0" y="100"/>
                    </a:lnTo>
                    <a:lnTo>
                      <a:pt x="120" y="223"/>
                    </a:lnTo>
                    <a:lnTo>
                      <a:pt x="243" y="120"/>
                    </a:lnTo>
                    <a:lnTo>
                      <a:pt x="124" y="0"/>
                    </a:lnTo>
                    <a:close/>
                  </a:path>
                </a:pathLst>
              </a:custGeom>
              <a:solidFill>
                <a:srgbClr val="FFFFFF">
                  <a:alpha val="62260"/>
                </a:srgbClr>
              </a:solidFill>
              <a:ln>
                <a:noFill/>
              </a:ln>
            </p:spPr>
            <p:txBody>
              <a:bodyPr anchorCtr="1" anchor="ctr" bIns="35275" lIns="90000" spcFirstLastPara="1" rIns="90000" wrap="square" tIns="352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2" name="Google Shape;1012;p23"/>
              <p:cNvSpPr/>
              <p:nvPr/>
            </p:nvSpPr>
            <p:spPr>
              <a:xfrm>
                <a:off x="-2014328" y="886954"/>
                <a:ext cx="347327" cy="435801"/>
              </a:xfrm>
              <a:custGeom>
                <a:rect b="b" l="l" r="r" t="t"/>
                <a:pathLst>
                  <a:path extrusionOk="0" h="1724" w="1374">
                    <a:moveTo>
                      <a:pt x="954" y="0"/>
                    </a:moveTo>
                    <a:lnTo>
                      <a:pt x="954" y="0"/>
                    </a:lnTo>
                    <a:cubicBezTo>
                      <a:pt x="878" y="135"/>
                      <a:pt x="587" y="626"/>
                      <a:pt x="0" y="1197"/>
                    </a:cubicBezTo>
                    <a:cubicBezTo>
                      <a:pt x="511" y="1724"/>
                      <a:pt x="511" y="1724"/>
                      <a:pt x="511" y="1724"/>
                    </a:cubicBezTo>
                    <a:cubicBezTo>
                      <a:pt x="1106" y="1149"/>
                      <a:pt x="1374" y="694"/>
                      <a:pt x="1374" y="694"/>
                    </a:cubicBezTo>
                    <a:cubicBezTo>
                      <a:pt x="1374" y="694"/>
                      <a:pt x="1278" y="375"/>
                      <a:pt x="954"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3" name="Google Shape;1013;p23"/>
              <p:cNvSpPr/>
              <p:nvPr/>
            </p:nvSpPr>
            <p:spPr>
              <a:xfrm>
                <a:off x="-2655389" y="1149092"/>
                <a:ext cx="551324" cy="538179"/>
              </a:xfrm>
              <a:custGeom>
                <a:rect b="b" l="l" r="r" t="t"/>
                <a:pathLst>
                  <a:path extrusionOk="0" h="2129" w="2181">
                    <a:moveTo>
                      <a:pt x="377" y="2077"/>
                    </a:moveTo>
                    <a:lnTo>
                      <a:pt x="377" y="2077"/>
                    </a:lnTo>
                    <a:cubicBezTo>
                      <a:pt x="2181" y="332"/>
                      <a:pt x="2181" y="332"/>
                      <a:pt x="2181" y="332"/>
                    </a:cubicBezTo>
                    <a:cubicBezTo>
                      <a:pt x="1858" y="0"/>
                      <a:pt x="1858" y="0"/>
                      <a:pt x="1858" y="0"/>
                    </a:cubicBezTo>
                    <a:cubicBezTo>
                      <a:pt x="53" y="1745"/>
                      <a:pt x="53" y="1745"/>
                      <a:pt x="53" y="1745"/>
                    </a:cubicBezTo>
                    <a:cubicBezTo>
                      <a:pt x="-23" y="1825"/>
                      <a:pt x="-19" y="1961"/>
                      <a:pt x="73" y="2053"/>
                    </a:cubicBezTo>
                    <a:cubicBezTo>
                      <a:pt x="161" y="2144"/>
                      <a:pt x="297" y="2156"/>
                      <a:pt x="377" y="2077"/>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4" name="Google Shape;1014;p23"/>
              <p:cNvSpPr/>
              <p:nvPr/>
            </p:nvSpPr>
            <p:spPr>
              <a:xfrm>
                <a:off x="-2631880" y="1534082"/>
                <a:ext cx="127656" cy="126392"/>
              </a:xfrm>
              <a:custGeom>
                <a:rect b="b" l="l" r="r" t="t"/>
                <a:pathLst>
                  <a:path extrusionOk="0" h="500" w="505">
                    <a:moveTo>
                      <a:pt x="463" y="258"/>
                    </a:moveTo>
                    <a:lnTo>
                      <a:pt x="463" y="258"/>
                    </a:lnTo>
                    <a:cubicBezTo>
                      <a:pt x="252" y="462"/>
                      <a:pt x="252" y="462"/>
                      <a:pt x="252" y="462"/>
                    </a:cubicBezTo>
                    <a:cubicBezTo>
                      <a:pt x="196" y="514"/>
                      <a:pt x="108" y="514"/>
                      <a:pt x="52" y="458"/>
                    </a:cubicBezTo>
                    <a:cubicBezTo>
                      <a:pt x="40" y="442"/>
                      <a:pt x="40" y="442"/>
                      <a:pt x="40" y="442"/>
                    </a:cubicBezTo>
                    <a:cubicBezTo>
                      <a:pt x="-16" y="386"/>
                      <a:pt x="-12" y="298"/>
                      <a:pt x="44" y="242"/>
                    </a:cubicBezTo>
                    <a:cubicBezTo>
                      <a:pt x="252" y="38"/>
                      <a:pt x="252" y="38"/>
                      <a:pt x="252" y="38"/>
                    </a:cubicBezTo>
                    <a:cubicBezTo>
                      <a:pt x="308" y="-13"/>
                      <a:pt x="395" y="-13"/>
                      <a:pt x="451" y="43"/>
                    </a:cubicBezTo>
                    <a:cubicBezTo>
                      <a:pt x="463" y="58"/>
                      <a:pt x="463" y="58"/>
                      <a:pt x="463" y="58"/>
                    </a:cubicBezTo>
                    <a:cubicBezTo>
                      <a:pt x="519" y="114"/>
                      <a:pt x="519" y="202"/>
                      <a:pt x="463" y="258"/>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5" name="Google Shape;1015;p23"/>
              <p:cNvSpPr/>
              <p:nvPr/>
            </p:nvSpPr>
            <p:spPr>
              <a:xfrm>
                <a:off x="-3814151" y="1116988"/>
                <a:ext cx="1479298" cy="1433797"/>
              </a:xfrm>
              <a:custGeom>
                <a:rect b="b" l="l" r="r" t="t"/>
                <a:pathLst>
                  <a:path extrusionOk="0" h="5672" w="5852">
                    <a:moveTo>
                      <a:pt x="5775" y="0"/>
                    </a:moveTo>
                    <a:lnTo>
                      <a:pt x="5775" y="0"/>
                    </a:lnTo>
                    <a:cubicBezTo>
                      <a:pt x="5451" y="0"/>
                      <a:pt x="4174" y="1138"/>
                      <a:pt x="2685" y="2583"/>
                    </a:cubicBezTo>
                    <a:cubicBezTo>
                      <a:pt x="1081" y="4136"/>
                      <a:pt x="-188" y="5428"/>
                      <a:pt x="23" y="5648"/>
                    </a:cubicBezTo>
                    <a:cubicBezTo>
                      <a:pt x="39" y="5664"/>
                      <a:pt x="59" y="5672"/>
                      <a:pt x="87" y="5672"/>
                    </a:cubicBezTo>
                    <a:cubicBezTo>
                      <a:pt x="419" y="5672"/>
                      <a:pt x="1591" y="4427"/>
                      <a:pt x="3076" y="2990"/>
                    </a:cubicBezTo>
                    <a:cubicBezTo>
                      <a:pt x="4681" y="1433"/>
                      <a:pt x="6018" y="216"/>
                      <a:pt x="5835" y="20"/>
                    </a:cubicBezTo>
                    <a:cubicBezTo>
                      <a:pt x="5819" y="8"/>
                      <a:pt x="5799" y="0"/>
                      <a:pt x="5775" y="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6" name="Google Shape;1016;p23"/>
              <p:cNvSpPr/>
              <p:nvPr/>
            </p:nvSpPr>
            <p:spPr>
              <a:xfrm>
                <a:off x="-2227173" y="755759"/>
                <a:ext cx="265677" cy="248235"/>
              </a:xfrm>
              <a:custGeom>
                <a:rect b="b" l="l" r="r" t="t"/>
                <a:pathLst>
                  <a:path extrusionOk="0" h="982" w="1051">
                    <a:moveTo>
                      <a:pt x="978" y="0"/>
                    </a:moveTo>
                    <a:lnTo>
                      <a:pt x="978" y="0"/>
                    </a:lnTo>
                    <a:cubicBezTo>
                      <a:pt x="830" y="0"/>
                      <a:pt x="479" y="239"/>
                      <a:pt x="0" y="634"/>
                    </a:cubicBezTo>
                    <a:cubicBezTo>
                      <a:pt x="335" y="982"/>
                      <a:pt x="335" y="982"/>
                      <a:pt x="335" y="982"/>
                    </a:cubicBezTo>
                    <a:cubicBezTo>
                      <a:pt x="842" y="463"/>
                      <a:pt x="1126" y="115"/>
                      <a:pt x="1034" y="20"/>
                    </a:cubicBezTo>
                    <a:cubicBezTo>
                      <a:pt x="1022" y="3"/>
                      <a:pt x="1002" y="0"/>
                      <a:pt x="978" y="0"/>
                    </a:cubicBez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7" name="Google Shape;1017;p23"/>
              <p:cNvSpPr/>
              <p:nvPr/>
            </p:nvSpPr>
            <p:spPr>
              <a:xfrm>
                <a:off x="-5045463" y="3758582"/>
                <a:ext cx="154452" cy="153440"/>
              </a:xfrm>
              <a:custGeom>
                <a:rect b="b" l="l" r="r" t="t"/>
                <a:pathLst>
                  <a:path extrusionOk="0" h="607" w="611">
                    <a:moveTo>
                      <a:pt x="383" y="0"/>
                    </a:moveTo>
                    <a:lnTo>
                      <a:pt x="383" y="0"/>
                    </a:lnTo>
                    <a:cubicBezTo>
                      <a:pt x="0" y="372"/>
                      <a:pt x="0" y="372"/>
                      <a:pt x="0" y="372"/>
                    </a:cubicBezTo>
                    <a:lnTo>
                      <a:pt x="0" y="376"/>
                    </a:lnTo>
                    <a:cubicBezTo>
                      <a:pt x="223" y="603"/>
                      <a:pt x="223" y="603"/>
                      <a:pt x="223" y="603"/>
                    </a:cubicBezTo>
                    <a:cubicBezTo>
                      <a:pt x="223" y="607"/>
                      <a:pt x="223" y="607"/>
                      <a:pt x="228" y="607"/>
                    </a:cubicBezTo>
                    <a:lnTo>
                      <a:pt x="228" y="603"/>
                    </a:lnTo>
                    <a:cubicBezTo>
                      <a:pt x="611" y="232"/>
                      <a:pt x="611" y="232"/>
                      <a:pt x="611" y="232"/>
                    </a:cubicBezTo>
                    <a:cubicBezTo>
                      <a:pt x="383" y="0"/>
                      <a:pt x="383" y="0"/>
                      <a:pt x="383"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8" name="Google Shape;1018;p23"/>
              <p:cNvSpPr/>
              <p:nvPr/>
            </p:nvSpPr>
            <p:spPr>
              <a:xfrm>
                <a:off x="-4744650" y="2808114"/>
                <a:ext cx="774028" cy="705270"/>
              </a:xfrm>
              <a:custGeom>
                <a:rect b="b" l="l" r="r" t="t"/>
                <a:pathLst>
                  <a:path extrusionOk="0" h="2790" w="3062">
                    <a:moveTo>
                      <a:pt x="383" y="2351"/>
                    </a:moveTo>
                    <a:lnTo>
                      <a:pt x="0" y="2723"/>
                    </a:lnTo>
                    <a:lnTo>
                      <a:pt x="67" y="2790"/>
                    </a:lnTo>
                    <a:lnTo>
                      <a:pt x="451" y="2419"/>
                    </a:lnTo>
                    <a:lnTo>
                      <a:pt x="383" y="2351"/>
                    </a:lnTo>
                    <a:moveTo>
                      <a:pt x="2810" y="0"/>
                    </a:moveTo>
                    <a:lnTo>
                      <a:pt x="902" y="1848"/>
                    </a:lnTo>
                    <a:lnTo>
                      <a:pt x="1153" y="2112"/>
                    </a:lnTo>
                    <a:lnTo>
                      <a:pt x="3062" y="263"/>
                    </a:lnTo>
                    <a:lnTo>
                      <a:pt x="2810"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19" name="Google Shape;1019;p23"/>
              <p:cNvSpPr/>
              <p:nvPr/>
            </p:nvSpPr>
            <p:spPr>
              <a:xfrm>
                <a:off x="-4744650" y="3402409"/>
                <a:ext cx="114006" cy="110973"/>
              </a:xfrm>
              <a:custGeom>
                <a:rect b="b" l="l" r="r" t="t"/>
                <a:pathLst>
                  <a:path extrusionOk="0" h="439" w="451">
                    <a:moveTo>
                      <a:pt x="383" y="0"/>
                    </a:moveTo>
                    <a:lnTo>
                      <a:pt x="0" y="372"/>
                    </a:lnTo>
                    <a:lnTo>
                      <a:pt x="67" y="439"/>
                    </a:lnTo>
                    <a:lnTo>
                      <a:pt x="451" y="68"/>
                    </a:lnTo>
                    <a:lnTo>
                      <a:pt x="383"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0" name="Google Shape;1020;p23"/>
              <p:cNvSpPr/>
              <p:nvPr/>
            </p:nvSpPr>
            <p:spPr>
              <a:xfrm>
                <a:off x="-4453190" y="2874596"/>
                <a:ext cx="498492" cy="483325"/>
              </a:xfrm>
              <a:custGeom>
                <a:rect b="b" l="l" r="r" t="t"/>
                <a:pathLst>
                  <a:path extrusionOk="0" h="1912" w="1972">
                    <a:moveTo>
                      <a:pt x="1909" y="0"/>
                    </a:moveTo>
                    <a:lnTo>
                      <a:pt x="0" y="1849"/>
                    </a:lnTo>
                    <a:lnTo>
                      <a:pt x="64" y="1912"/>
                    </a:lnTo>
                    <a:lnTo>
                      <a:pt x="1972" y="64"/>
                    </a:lnTo>
                    <a:lnTo>
                      <a:pt x="1909"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1" name="Google Shape;1021;p23"/>
              <p:cNvSpPr/>
              <p:nvPr/>
            </p:nvSpPr>
            <p:spPr>
              <a:xfrm>
                <a:off x="-4604355" y="3275259"/>
                <a:ext cx="151165" cy="166585"/>
              </a:xfrm>
              <a:custGeom>
                <a:rect b="b" l="l" r="r" t="t"/>
                <a:pathLst>
                  <a:path extrusionOk="0" h="659" w="598">
                    <a:moveTo>
                      <a:pt x="347" y="0"/>
                    </a:moveTo>
                    <a:lnTo>
                      <a:pt x="0" y="335"/>
                    </a:lnTo>
                    <a:lnTo>
                      <a:pt x="315" y="659"/>
                    </a:lnTo>
                    <a:lnTo>
                      <a:pt x="554" y="427"/>
                    </a:lnTo>
                    <a:lnTo>
                      <a:pt x="495" y="363"/>
                    </a:lnTo>
                    <a:lnTo>
                      <a:pt x="598" y="264"/>
                    </a:lnTo>
                    <a:lnTo>
                      <a:pt x="347"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2" name="Google Shape;1022;p23"/>
              <p:cNvSpPr/>
              <p:nvPr/>
            </p:nvSpPr>
            <p:spPr>
              <a:xfrm>
                <a:off x="-4479227" y="3341994"/>
                <a:ext cx="42215" cy="41204"/>
              </a:xfrm>
              <a:custGeom>
                <a:rect b="b" l="l" r="r" t="t"/>
                <a:pathLst>
                  <a:path extrusionOk="0" h="163" w="167">
                    <a:moveTo>
                      <a:pt x="103" y="0"/>
                    </a:moveTo>
                    <a:lnTo>
                      <a:pt x="0" y="99"/>
                    </a:lnTo>
                    <a:lnTo>
                      <a:pt x="59" y="163"/>
                    </a:lnTo>
                    <a:lnTo>
                      <a:pt x="167" y="63"/>
                    </a:lnTo>
                    <a:lnTo>
                      <a:pt x="103" y="0"/>
                    </a:lnTo>
                    <a:close/>
                  </a:path>
                </a:pathLst>
              </a:custGeom>
              <a:solidFill>
                <a:srgbClr val="FFFCE5"/>
              </a:solidFill>
              <a:ln>
                <a:noFill/>
              </a:ln>
            </p:spPr>
            <p:txBody>
              <a:bodyPr anchorCtr="1" anchor="ctr" bIns="13675" lIns="90000" spcFirstLastPara="1" rIns="90000" wrap="square" tIns="13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3" name="Google Shape;1023;p23"/>
              <p:cNvSpPr/>
              <p:nvPr/>
            </p:nvSpPr>
            <p:spPr>
              <a:xfrm>
                <a:off x="-4479227" y="3341994"/>
                <a:ext cx="42215" cy="41204"/>
              </a:xfrm>
              <a:custGeom>
                <a:rect b="b" l="l" r="r" t="t"/>
                <a:pathLst>
                  <a:path extrusionOk="0" h="163" w="167">
                    <a:moveTo>
                      <a:pt x="103" y="0"/>
                    </a:moveTo>
                    <a:lnTo>
                      <a:pt x="0" y="99"/>
                    </a:lnTo>
                    <a:lnTo>
                      <a:pt x="59" y="163"/>
                    </a:lnTo>
                    <a:lnTo>
                      <a:pt x="167" y="63"/>
                    </a:lnTo>
                    <a:lnTo>
                      <a:pt x="103" y="0"/>
                    </a:lnTo>
                    <a:close/>
                  </a:path>
                </a:pathLst>
              </a:custGeom>
              <a:solidFill>
                <a:srgbClr val="FFFFFF">
                  <a:alpha val="62260"/>
                </a:srgbClr>
              </a:solidFill>
              <a:ln>
                <a:noFill/>
              </a:ln>
            </p:spPr>
            <p:txBody>
              <a:bodyPr anchorCtr="1" anchor="ctr" bIns="13675" lIns="90000" spcFirstLastPara="1" rIns="90000" wrap="square" tIns="13675">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4" name="Google Shape;1024;p23"/>
              <p:cNvSpPr/>
              <p:nvPr/>
            </p:nvSpPr>
            <p:spPr>
              <a:xfrm>
                <a:off x="-4864217" y="3538660"/>
                <a:ext cx="154957" cy="155463"/>
              </a:xfrm>
              <a:custGeom>
                <a:rect b="b" l="l" r="r" t="t"/>
                <a:pathLst>
                  <a:path extrusionOk="0" h="615" w="613">
                    <a:moveTo>
                      <a:pt x="113" y="180"/>
                    </a:moveTo>
                    <a:lnTo>
                      <a:pt x="113" y="180"/>
                    </a:lnTo>
                    <a:cubicBezTo>
                      <a:pt x="2" y="288"/>
                      <a:pt x="2" y="288"/>
                      <a:pt x="2" y="288"/>
                    </a:cubicBezTo>
                    <a:cubicBezTo>
                      <a:pt x="2" y="288"/>
                      <a:pt x="-3" y="291"/>
                      <a:pt x="2" y="291"/>
                    </a:cubicBezTo>
                    <a:cubicBezTo>
                      <a:pt x="309" y="611"/>
                      <a:pt x="309" y="611"/>
                      <a:pt x="309" y="611"/>
                    </a:cubicBezTo>
                    <a:cubicBezTo>
                      <a:pt x="313" y="615"/>
                      <a:pt x="313" y="615"/>
                      <a:pt x="313" y="615"/>
                    </a:cubicBezTo>
                    <a:cubicBezTo>
                      <a:pt x="317" y="615"/>
                      <a:pt x="317" y="615"/>
                      <a:pt x="317" y="611"/>
                    </a:cubicBezTo>
                    <a:cubicBezTo>
                      <a:pt x="429" y="503"/>
                      <a:pt x="429" y="503"/>
                      <a:pt x="429" y="503"/>
                    </a:cubicBezTo>
                    <a:cubicBezTo>
                      <a:pt x="113" y="180"/>
                      <a:pt x="113" y="180"/>
                      <a:pt x="113" y="180"/>
                    </a:cubicBezTo>
                    <a:moveTo>
                      <a:pt x="297" y="0"/>
                    </a:moveTo>
                    <a:lnTo>
                      <a:pt x="297" y="0"/>
                    </a:lnTo>
                    <a:cubicBezTo>
                      <a:pt x="189" y="104"/>
                      <a:pt x="189" y="104"/>
                      <a:pt x="189" y="104"/>
                    </a:cubicBezTo>
                    <a:cubicBezTo>
                      <a:pt x="504" y="431"/>
                      <a:pt x="504" y="431"/>
                      <a:pt x="504" y="431"/>
                    </a:cubicBezTo>
                    <a:cubicBezTo>
                      <a:pt x="613" y="324"/>
                      <a:pt x="613" y="324"/>
                      <a:pt x="613" y="324"/>
                    </a:cubicBezTo>
                    <a:cubicBezTo>
                      <a:pt x="297" y="0"/>
                      <a:pt x="297" y="0"/>
                      <a:pt x="297"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5" name="Google Shape;1025;p23"/>
              <p:cNvSpPr/>
              <p:nvPr/>
            </p:nvSpPr>
            <p:spPr>
              <a:xfrm>
                <a:off x="-4727713" y="3419599"/>
                <a:ext cx="159507" cy="159507"/>
              </a:xfrm>
              <a:custGeom>
                <a:rect b="b" l="l" r="r" t="t"/>
                <a:pathLst>
                  <a:path extrusionOk="0" h="631" w="631">
                    <a:moveTo>
                      <a:pt x="384" y="0"/>
                    </a:moveTo>
                    <a:lnTo>
                      <a:pt x="0" y="371"/>
                    </a:lnTo>
                    <a:lnTo>
                      <a:pt x="248" y="631"/>
                    </a:lnTo>
                    <a:lnTo>
                      <a:pt x="631" y="256"/>
                    </a:lnTo>
                    <a:lnTo>
                      <a:pt x="384" y="0"/>
                    </a:ln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6" name="Google Shape;1026;p23"/>
              <p:cNvSpPr/>
              <p:nvPr/>
            </p:nvSpPr>
            <p:spPr>
              <a:xfrm>
                <a:off x="-4647834" y="3359942"/>
                <a:ext cx="123106" cy="124370"/>
              </a:xfrm>
              <a:custGeom>
                <a:rect b="b" l="l" r="r" t="t"/>
                <a:pathLst>
                  <a:path extrusionOk="0" h="492" w="487">
                    <a:moveTo>
                      <a:pt x="172" y="0"/>
                    </a:moveTo>
                    <a:lnTo>
                      <a:pt x="0" y="168"/>
                    </a:lnTo>
                    <a:lnTo>
                      <a:pt x="68" y="236"/>
                    </a:lnTo>
                    <a:lnTo>
                      <a:pt x="315" y="492"/>
                    </a:lnTo>
                    <a:lnTo>
                      <a:pt x="487" y="324"/>
                    </a:lnTo>
                    <a:lnTo>
                      <a:pt x="172" y="0"/>
                    </a:ln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7" name="Google Shape;1027;p23"/>
              <p:cNvSpPr/>
              <p:nvPr/>
            </p:nvSpPr>
            <p:spPr>
              <a:xfrm>
                <a:off x="-4789140" y="3496445"/>
                <a:ext cx="124117" cy="124117"/>
              </a:xfrm>
              <a:custGeom>
                <a:rect b="b" l="l" r="r" t="t"/>
                <a:pathLst>
                  <a:path extrusionOk="0" h="491" w="491">
                    <a:moveTo>
                      <a:pt x="176" y="0"/>
                    </a:moveTo>
                    <a:lnTo>
                      <a:pt x="0" y="167"/>
                    </a:lnTo>
                    <a:lnTo>
                      <a:pt x="316" y="491"/>
                    </a:lnTo>
                    <a:lnTo>
                      <a:pt x="491" y="327"/>
                    </a:lnTo>
                    <a:lnTo>
                      <a:pt x="243" y="67"/>
                    </a:lnTo>
                    <a:lnTo>
                      <a:pt x="176" y="0"/>
                    </a:ln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8" name="Google Shape;1028;p23"/>
              <p:cNvSpPr/>
              <p:nvPr/>
            </p:nvSpPr>
            <p:spPr>
              <a:xfrm>
                <a:off x="-4835652" y="3564949"/>
                <a:ext cx="98839" cy="100861"/>
              </a:xfrm>
              <a:custGeom>
                <a:rect b="b" l="l" r="r" t="t"/>
                <a:pathLst>
                  <a:path extrusionOk="0" h="399" w="391">
                    <a:moveTo>
                      <a:pt x="76" y="0"/>
                    </a:moveTo>
                    <a:lnTo>
                      <a:pt x="0" y="76"/>
                    </a:lnTo>
                    <a:lnTo>
                      <a:pt x="316" y="399"/>
                    </a:lnTo>
                    <a:lnTo>
                      <a:pt x="391" y="327"/>
                    </a:lnTo>
                    <a:lnTo>
                      <a:pt x="76" y="0"/>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029" name="Google Shape;1029;p23"/>
              <p:cNvSpPr/>
              <p:nvPr/>
            </p:nvSpPr>
            <p:spPr>
              <a:xfrm>
                <a:off x="-4835652" y="3564949"/>
                <a:ext cx="98839" cy="100861"/>
              </a:xfrm>
              <a:custGeom>
                <a:rect b="b" l="l" r="r" t="t"/>
                <a:pathLst>
                  <a:path extrusionOk="0" h="399" w="391">
                    <a:moveTo>
                      <a:pt x="76" y="0"/>
                    </a:moveTo>
                    <a:lnTo>
                      <a:pt x="0" y="76"/>
                    </a:lnTo>
                    <a:lnTo>
                      <a:pt x="316" y="399"/>
                    </a:lnTo>
                    <a:lnTo>
                      <a:pt x="391" y="327"/>
                    </a:lnTo>
                    <a:lnTo>
                      <a:pt x="76" y="0"/>
                    </a:ln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
    <p:spTree>
      <p:nvGrpSpPr>
        <p:cNvPr id="1030" name="Shape 1030"/>
        <p:cNvGrpSpPr/>
        <p:nvPr/>
      </p:nvGrpSpPr>
      <p:grpSpPr>
        <a:xfrm>
          <a:off x="0" y="0"/>
          <a:ext cx="0" cy="0"/>
          <a:chOff x="0" y="0"/>
          <a:chExt cx="0" cy="0"/>
        </a:xfrm>
      </p:grpSpPr>
      <p:grpSp>
        <p:nvGrpSpPr>
          <p:cNvPr id="1031" name="Google Shape;1031;p24"/>
          <p:cNvGrpSpPr/>
          <p:nvPr/>
        </p:nvGrpSpPr>
        <p:grpSpPr>
          <a:xfrm>
            <a:off x="0" y="262263"/>
            <a:ext cx="9146700" cy="4618975"/>
            <a:chOff x="0" y="261000"/>
            <a:chExt cx="9146700" cy="4618975"/>
          </a:xfrm>
        </p:grpSpPr>
        <p:cxnSp>
          <p:nvCxnSpPr>
            <p:cNvPr id="1032" name="Google Shape;1032;p24"/>
            <p:cNvCxnSpPr/>
            <p:nvPr/>
          </p:nvCxnSpPr>
          <p:spPr>
            <a:xfrm>
              <a:off x="0" y="261000"/>
              <a:ext cx="9146700" cy="0"/>
            </a:xfrm>
            <a:prstGeom prst="straightConnector1">
              <a:avLst/>
            </a:prstGeom>
            <a:noFill/>
            <a:ln cap="flat" cmpd="sng" w="9525">
              <a:solidFill>
                <a:schemeClr val="dk1"/>
              </a:solidFill>
              <a:prstDash val="solid"/>
              <a:round/>
              <a:headEnd len="med" w="med" type="none"/>
              <a:tailEnd len="med" w="med" type="none"/>
            </a:ln>
          </p:spPr>
        </p:cxnSp>
        <p:cxnSp>
          <p:nvCxnSpPr>
            <p:cNvPr id="1033" name="Google Shape;1033;p24"/>
            <p:cNvCxnSpPr/>
            <p:nvPr/>
          </p:nvCxnSpPr>
          <p:spPr>
            <a:xfrm>
              <a:off x="0" y="4879975"/>
              <a:ext cx="9146700" cy="0"/>
            </a:xfrm>
            <a:prstGeom prst="straightConnector1">
              <a:avLst/>
            </a:prstGeom>
            <a:noFill/>
            <a:ln cap="flat" cmpd="sng" w="9525">
              <a:solidFill>
                <a:schemeClr val="dk1"/>
              </a:solidFill>
              <a:prstDash val="solid"/>
              <a:round/>
              <a:headEnd len="med" w="med" type="none"/>
              <a:tailEnd len="med" w="med" type="none"/>
            </a:ln>
          </p:spPr>
        </p:cxnSp>
      </p:grpSp>
      <p:grpSp>
        <p:nvGrpSpPr>
          <p:cNvPr id="1034" name="Google Shape;1034;p24"/>
          <p:cNvGrpSpPr/>
          <p:nvPr/>
        </p:nvGrpSpPr>
        <p:grpSpPr>
          <a:xfrm>
            <a:off x="-355178" y="891300"/>
            <a:ext cx="9622347" cy="3483412"/>
            <a:chOff x="-355178" y="891300"/>
            <a:chExt cx="9622347" cy="3483412"/>
          </a:xfrm>
        </p:grpSpPr>
        <p:grpSp>
          <p:nvGrpSpPr>
            <p:cNvPr id="1035" name="Google Shape;1035;p24"/>
            <p:cNvGrpSpPr/>
            <p:nvPr/>
          </p:nvGrpSpPr>
          <p:grpSpPr>
            <a:xfrm>
              <a:off x="-355178" y="891300"/>
              <a:ext cx="691286" cy="691286"/>
              <a:chOff x="6816400" y="1061650"/>
              <a:chExt cx="567000" cy="567000"/>
            </a:xfrm>
          </p:grpSpPr>
          <p:sp>
            <p:nvSpPr>
              <p:cNvPr id="1036" name="Google Shape;1036;p2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037" name="Google Shape;1037;p2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038" name="Google Shape;1038;p24"/>
            <p:cNvGrpSpPr/>
            <p:nvPr/>
          </p:nvGrpSpPr>
          <p:grpSpPr>
            <a:xfrm>
              <a:off x="205561" y="3744861"/>
              <a:ext cx="304876" cy="304876"/>
              <a:chOff x="6816400" y="1061650"/>
              <a:chExt cx="567000" cy="567000"/>
            </a:xfrm>
          </p:grpSpPr>
          <p:sp>
            <p:nvSpPr>
              <p:cNvPr id="1039" name="Google Shape;1039;p2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040" name="Google Shape;1040;p2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041" name="Google Shape;1041;p24"/>
            <p:cNvGrpSpPr/>
            <p:nvPr/>
          </p:nvGrpSpPr>
          <p:grpSpPr>
            <a:xfrm>
              <a:off x="336100" y="1862913"/>
              <a:ext cx="201568" cy="201569"/>
              <a:chOff x="6816400" y="1061650"/>
              <a:chExt cx="567000" cy="567000"/>
            </a:xfrm>
          </p:grpSpPr>
          <p:sp>
            <p:nvSpPr>
              <p:cNvPr id="1042" name="Google Shape;1042;p2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043" name="Google Shape;1043;p2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044" name="Google Shape;1044;p24"/>
            <p:cNvGrpSpPr/>
            <p:nvPr/>
          </p:nvGrpSpPr>
          <p:grpSpPr>
            <a:xfrm>
              <a:off x="9065600" y="3230063"/>
              <a:ext cx="201568" cy="201569"/>
              <a:chOff x="6816400" y="1061650"/>
              <a:chExt cx="567000" cy="567000"/>
            </a:xfrm>
          </p:grpSpPr>
          <p:sp>
            <p:nvSpPr>
              <p:cNvPr id="1045" name="Google Shape;1045;p2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046" name="Google Shape;1046;p2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047" name="Google Shape;1047;p24"/>
            <p:cNvGrpSpPr/>
            <p:nvPr/>
          </p:nvGrpSpPr>
          <p:grpSpPr>
            <a:xfrm>
              <a:off x="8632386" y="2041586"/>
              <a:ext cx="304876" cy="304876"/>
              <a:chOff x="6816400" y="1061650"/>
              <a:chExt cx="567000" cy="567000"/>
            </a:xfrm>
          </p:grpSpPr>
          <p:sp>
            <p:nvSpPr>
              <p:cNvPr id="1048" name="Google Shape;1048;p2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049" name="Google Shape;1049;p2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050" name="Google Shape;1050;p24"/>
            <p:cNvGrpSpPr/>
            <p:nvPr/>
          </p:nvGrpSpPr>
          <p:grpSpPr>
            <a:xfrm>
              <a:off x="8587561" y="4069836"/>
              <a:ext cx="304876" cy="304876"/>
              <a:chOff x="6816400" y="1061650"/>
              <a:chExt cx="567000" cy="567000"/>
            </a:xfrm>
          </p:grpSpPr>
          <p:sp>
            <p:nvSpPr>
              <p:cNvPr id="1051" name="Google Shape;1051;p24"/>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052" name="Google Shape;1052;p24"/>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
    <p:bg>
      <p:bgPr>
        <a:solidFill>
          <a:schemeClr val="lt1"/>
        </a:solidFill>
      </p:bgPr>
    </p:bg>
    <p:spTree>
      <p:nvGrpSpPr>
        <p:cNvPr id="1053" name="Shape 1053"/>
        <p:cNvGrpSpPr/>
        <p:nvPr/>
      </p:nvGrpSpPr>
      <p:grpSpPr>
        <a:xfrm>
          <a:off x="0" y="0"/>
          <a:ext cx="0" cy="0"/>
          <a:chOff x="0" y="0"/>
          <a:chExt cx="0" cy="0"/>
        </a:xfrm>
      </p:grpSpPr>
      <p:sp>
        <p:nvSpPr>
          <p:cNvPr id="1054" name="Google Shape;1054;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5" name="Google Shape;1055;p25"/>
          <p:cNvSpPr txBox="1"/>
          <p:nvPr>
            <p:ph idx="1" type="subTitle"/>
          </p:nvPr>
        </p:nvSpPr>
        <p:spPr>
          <a:xfrm>
            <a:off x="1416050" y="1788094"/>
            <a:ext cx="2913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6" name="Google Shape;1056;p25"/>
          <p:cNvSpPr txBox="1"/>
          <p:nvPr>
            <p:ph idx="2" type="subTitle"/>
          </p:nvPr>
        </p:nvSpPr>
        <p:spPr>
          <a:xfrm>
            <a:off x="4814953" y="1788094"/>
            <a:ext cx="2913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7" name="Google Shape;1057;p25"/>
          <p:cNvSpPr txBox="1"/>
          <p:nvPr>
            <p:ph idx="3" type="subTitle"/>
          </p:nvPr>
        </p:nvSpPr>
        <p:spPr>
          <a:xfrm>
            <a:off x="1416050" y="3311896"/>
            <a:ext cx="2913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8" name="Google Shape;1058;p25"/>
          <p:cNvSpPr txBox="1"/>
          <p:nvPr>
            <p:ph idx="4" type="subTitle"/>
          </p:nvPr>
        </p:nvSpPr>
        <p:spPr>
          <a:xfrm>
            <a:off x="4814953" y="3311896"/>
            <a:ext cx="29130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9" name="Google Shape;1059;p25"/>
          <p:cNvSpPr txBox="1"/>
          <p:nvPr>
            <p:ph idx="5" type="subTitle"/>
          </p:nvPr>
        </p:nvSpPr>
        <p:spPr>
          <a:xfrm>
            <a:off x="1416050" y="1403000"/>
            <a:ext cx="2913000" cy="429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60" name="Google Shape;1060;p25"/>
          <p:cNvSpPr txBox="1"/>
          <p:nvPr>
            <p:ph idx="6" type="subTitle"/>
          </p:nvPr>
        </p:nvSpPr>
        <p:spPr>
          <a:xfrm>
            <a:off x="1416050" y="2922100"/>
            <a:ext cx="2913000" cy="429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61" name="Google Shape;1061;p25"/>
          <p:cNvSpPr txBox="1"/>
          <p:nvPr>
            <p:ph idx="7" type="subTitle"/>
          </p:nvPr>
        </p:nvSpPr>
        <p:spPr>
          <a:xfrm>
            <a:off x="4814925" y="1403000"/>
            <a:ext cx="2913000" cy="429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62" name="Google Shape;1062;p25"/>
          <p:cNvSpPr txBox="1"/>
          <p:nvPr>
            <p:ph idx="8" type="subTitle"/>
          </p:nvPr>
        </p:nvSpPr>
        <p:spPr>
          <a:xfrm>
            <a:off x="4814925" y="2922100"/>
            <a:ext cx="2913000" cy="429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Space Grotesk"/>
                <a:ea typeface="Space Grotesk"/>
                <a:cs typeface="Space Grotesk"/>
                <a:sym typeface="Space Grotes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63" name="Google Shape;1063;p25"/>
          <p:cNvSpPr/>
          <p:nvPr/>
        </p:nvSpPr>
        <p:spPr>
          <a:xfrm flipH="1" rot="7199981">
            <a:off x="-1087921" y="-1132559"/>
            <a:ext cx="5168582" cy="3727864"/>
          </a:xfrm>
          <a:custGeom>
            <a:rect b="b" l="l" r="r" t="t"/>
            <a:pathLst>
              <a:path extrusionOk="0" h="21583" w="66242">
                <a:moveTo>
                  <a:pt x="66241" y="0"/>
                </a:moveTo>
                <a:cubicBezTo>
                  <a:pt x="60820" y="994"/>
                  <a:pt x="55534" y="2735"/>
                  <a:pt x="50597" y="5175"/>
                </a:cubicBezTo>
                <a:cubicBezTo>
                  <a:pt x="44588" y="8148"/>
                  <a:pt x="39079" y="12131"/>
                  <a:pt x="32847" y="14611"/>
                </a:cubicBezTo>
                <a:cubicBezTo>
                  <a:pt x="28104" y="16500"/>
                  <a:pt x="22996" y="17456"/>
                  <a:pt x="17889" y="17456"/>
                </a:cubicBezTo>
                <a:cubicBezTo>
                  <a:pt x="14659" y="17456"/>
                  <a:pt x="11430" y="17074"/>
                  <a:pt x="8292" y="16304"/>
                </a:cubicBezTo>
                <a:cubicBezTo>
                  <a:pt x="5631" y="15645"/>
                  <a:pt x="2785" y="14738"/>
                  <a:pt x="104" y="14738"/>
                </a:cubicBezTo>
                <a:cubicBezTo>
                  <a:pt x="69" y="14738"/>
                  <a:pt x="35" y="14738"/>
                  <a:pt x="1" y="14738"/>
                </a:cubicBezTo>
                <a:lnTo>
                  <a:pt x="1" y="21582"/>
                </a:lnTo>
                <a:lnTo>
                  <a:pt x="66241" y="21582"/>
                </a:lnTo>
                <a:lnTo>
                  <a:pt x="66241" y="1479"/>
                </a:lnTo>
                <a:lnTo>
                  <a:pt x="6624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5"/>
          <p:cNvSpPr/>
          <p:nvPr/>
        </p:nvSpPr>
        <p:spPr>
          <a:xfrm rot="-7199981">
            <a:off x="5172079" y="-980159"/>
            <a:ext cx="5168582" cy="3727864"/>
          </a:xfrm>
          <a:custGeom>
            <a:rect b="b" l="l" r="r" t="t"/>
            <a:pathLst>
              <a:path extrusionOk="0" h="21583" w="66242">
                <a:moveTo>
                  <a:pt x="66241" y="0"/>
                </a:moveTo>
                <a:cubicBezTo>
                  <a:pt x="60820" y="994"/>
                  <a:pt x="55534" y="2735"/>
                  <a:pt x="50597" y="5175"/>
                </a:cubicBezTo>
                <a:cubicBezTo>
                  <a:pt x="44588" y="8148"/>
                  <a:pt x="39079" y="12131"/>
                  <a:pt x="32847" y="14611"/>
                </a:cubicBezTo>
                <a:cubicBezTo>
                  <a:pt x="28104" y="16500"/>
                  <a:pt x="22996" y="17456"/>
                  <a:pt x="17889" y="17456"/>
                </a:cubicBezTo>
                <a:cubicBezTo>
                  <a:pt x="14659" y="17456"/>
                  <a:pt x="11430" y="17074"/>
                  <a:pt x="8292" y="16304"/>
                </a:cubicBezTo>
                <a:cubicBezTo>
                  <a:pt x="5631" y="15645"/>
                  <a:pt x="2785" y="14738"/>
                  <a:pt x="104" y="14738"/>
                </a:cubicBezTo>
                <a:cubicBezTo>
                  <a:pt x="69" y="14738"/>
                  <a:pt x="35" y="14738"/>
                  <a:pt x="1" y="14738"/>
                </a:cubicBezTo>
                <a:lnTo>
                  <a:pt x="1" y="21582"/>
                </a:lnTo>
                <a:lnTo>
                  <a:pt x="66241" y="21582"/>
                </a:lnTo>
                <a:lnTo>
                  <a:pt x="66241" y="1479"/>
                </a:lnTo>
                <a:lnTo>
                  <a:pt x="6624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5"/>
          <p:cNvSpPr/>
          <p:nvPr/>
        </p:nvSpPr>
        <p:spPr>
          <a:xfrm rot="5400000">
            <a:off x="97126" y="4043274"/>
            <a:ext cx="705775" cy="534154"/>
          </a:xfrm>
          <a:custGeom>
            <a:rect b="b" l="l" r="r" t="t"/>
            <a:pathLst>
              <a:path extrusionOk="0" h="11112" w="14683">
                <a:moveTo>
                  <a:pt x="1614" y="0"/>
                </a:moveTo>
                <a:cubicBezTo>
                  <a:pt x="1228" y="0"/>
                  <a:pt x="876" y="143"/>
                  <a:pt x="621" y="437"/>
                </a:cubicBezTo>
                <a:cubicBezTo>
                  <a:pt x="1" y="1145"/>
                  <a:pt x="191" y="2480"/>
                  <a:pt x="1050" y="3418"/>
                </a:cubicBezTo>
                <a:cubicBezTo>
                  <a:pt x="1446" y="3854"/>
                  <a:pt x="2056" y="3972"/>
                  <a:pt x="2592" y="3972"/>
                </a:cubicBezTo>
                <a:cubicBezTo>
                  <a:pt x="2915" y="3972"/>
                  <a:pt x="3212" y="3929"/>
                  <a:pt x="3419" y="3887"/>
                </a:cubicBezTo>
                <a:cubicBezTo>
                  <a:pt x="3689" y="4221"/>
                  <a:pt x="4023" y="4618"/>
                  <a:pt x="4420" y="5048"/>
                </a:cubicBezTo>
                <a:cubicBezTo>
                  <a:pt x="4172" y="4892"/>
                  <a:pt x="3676" y="4631"/>
                  <a:pt x="3055" y="4631"/>
                </a:cubicBezTo>
                <a:cubicBezTo>
                  <a:pt x="2821" y="4631"/>
                  <a:pt x="2569" y="4668"/>
                  <a:pt x="2306" y="4762"/>
                </a:cubicBezTo>
                <a:cubicBezTo>
                  <a:pt x="1050" y="5215"/>
                  <a:pt x="17" y="6137"/>
                  <a:pt x="17" y="6820"/>
                </a:cubicBezTo>
                <a:cubicBezTo>
                  <a:pt x="17" y="7251"/>
                  <a:pt x="419" y="7482"/>
                  <a:pt x="1033" y="7482"/>
                </a:cubicBezTo>
                <a:cubicBezTo>
                  <a:pt x="1394" y="7482"/>
                  <a:pt x="1829" y="7402"/>
                  <a:pt x="2298" y="7234"/>
                </a:cubicBezTo>
                <a:cubicBezTo>
                  <a:pt x="3451" y="6812"/>
                  <a:pt x="4412" y="5437"/>
                  <a:pt x="4563" y="5207"/>
                </a:cubicBezTo>
                <a:cubicBezTo>
                  <a:pt x="5120" y="5803"/>
                  <a:pt x="5788" y="6447"/>
                  <a:pt x="6535" y="7043"/>
                </a:cubicBezTo>
                <a:cubicBezTo>
                  <a:pt x="6341" y="6948"/>
                  <a:pt x="5960" y="6798"/>
                  <a:pt x="5489" y="6798"/>
                </a:cubicBezTo>
                <a:cubicBezTo>
                  <a:pt x="5208" y="6798"/>
                  <a:pt x="4895" y="6852"/>
                  <a:pt x="4571" y="7003"/>
                </a:cubicBezTo>
                <a:cubicBezTo>
                  <a:pt x="3459" y="7512"/>
                  <a:pt x="2600" y="8402"/>
                  <a:pt x="2648" y="8983"/>
                </a:cubicBezTo>
                <a:cubicBezTo>
                  <a:pt x="2673" y="9296"/>
                  <a:pt x="2961" y="9456"/>
                  <a:pt x="3395" y="9456"/>
                </a:cubicBezTo>
                <a:cubicBezTo>
                  <a:pt x="3765" y="9456"/>
                  <a:pt x="4242" y="9340"/>
                  <a:pt x="4754" y="9102"/>
                </a:cubicBezTo>
                <a:cubicBezTo>
                  <a:pt x="5788" y="8625"/>
                  <a:pt x="6559" y="7329"/>
                  <a:pt x="6662" y="7146"/>
                </a:cubicBezTo>
                <a:cubicBezTo>
                  <a:pt x="7330" y="7671"/>
                  <a:pt x="8061" y="8156"/>
                  <a:pt x="8848" y="8553"/>
                </a:cubicBezTo>
                <a:cubicBezTo>
                  <a:pt x="8538" y="8553"/>
                  <a:pt x="8180" y="8617"/>
                  <a:pt x="7815" y="8816"/>
                </a:cubicBezTo>
                <a:cubicBezTo>
                  <a:pt x="6805" y="9364"/>
                  <a:pt x="6042" y="10223"/>
                  <a:pt x="6129" y="10739"/>
                </a:cubicBezTo>
                <a:cubicBezTo>
                  <a:pt x="6168" y="10988"/>
                  <a:pt x="6394" y="11112"/>
                  <a:pt x="6732" y="11112"/>
                </a:cubicBezTo>
                <a:cubicBezTo>
                  <a:pt x="7096" y="11112"/>
                  <a:pt x="7589" y="10968"/>
                  <a:pt x="8117" y="10684"/>
                </a:cubicBezTo>
                <a:cubicBezTo>
                  <a:pt x="8904" y="10262"/>
                  <a:pt x="9484" y="9340"/>
                  <a:pt x="9707" y="8943"/>
                </a:cubicBezTo>
                <a:cubicBezTo>
                  <a:pt x="10033" y="9070"/>
                  <a:pt x="10374" y="9181"/>
                  <a:pt x="10708" y="9269"/>
                </a:cubicBezTo>
                <a:cubicBezTo>
                  <a:pt x="10732" y="9301"/>
                  <a:pt x="10740" y="9316"/>
                  <a:pt x="10740" y="9316"/>
                </a:cubicBezTo>
                <a:cubicBezTo>
                  <a:pt x="10740" y="9316"/>
                  <a:pt x="10756" y="9309"/>
                  <a:pt x="10780" y="9285"/>
                </a:cubicBezTo>
                <a:cubicBezTo>
                  <a:pt x="11348" y="9428"/>
                  <a:pt x="11934" y="9508"/>
                  <a:pt x="12533" y="9508"/>
                </a:cubicBezTo>
                <a:cubicBezTo>
                  <a:pt x="13234" y="9508"/>
                  <a:pt x="13951" y="9398"/>
                  <a:pt x="14675" y="9150"/>
                </a:cubicBezTo>
                <a:lnTo>
                  <a:pt x="14683" y="8887"/>
                </a:lnTo>
                <a:lnTo>
                  <a:pt x="14683" y="8887"/>
                </a:lnTo>
                <a:cubicBezTo>
                  <a:pt x="13975" y="9132"/>
                  <a:pt x="13278" y="9240"/>
                  <a:pt x="12596" y="9240"/>
                </a:cubicBezTo>
                <a:cubicBezTo>
                  <a:pt x="12059" y="9240"/>
                  <a:pt x="11533" y="9173"/>
                  <a:pt x="11018" y="9054"/>
                </a:cubicBezTo>
                <a:cubicBezTo>
                  <a:pt x="11408" y="8665"/>
                  <a:pt x="12091" y="7878"/>
                  <a:pt x="12322" y="6987"/>
                </a:cubicBezTo>
                <a:cubicBezTo>
                  <a:pt x="12653" y="5733"/>
                  <a:pt x="12491" y="4730"/>
                  <a:pt x="11961" y="4730"/>
                </a:cubicBezTo>
                <a:cubicBezTo>
                  <a:pt x="11957" y="4730"/>
                  <a:pt x="11952" y="4730"/>
                  <a:pt x="11948" y="4730"/>
                </a:cubicBezTo>
                <a:cubicBezTo>
                  <a:pt x="11408" y="4754"/>
                  <a:pt x="10700" y="5795"/>
                  <a:pt x="10366" y="7059"/>
                </a:cubicBezTo>
                <a:cubicBezTo>
                  <a:pt x="10160" y="7846"/>
                  <a:pt x="10358" y="8522"/>
                  <a:pt x="10533" y="8927"/>
                </a:cubicBezTo>
                <a:cubicBezTo>
                  <a:pt x="9723" y="8688"/>
                  <a:pt x="8951" y="8315"/>
                  <a:pt x="8228" y="7878"/>
                </a:cubicBezTo>
                <a:cubicBezTo>
                  <a:pt x="8570" y="7552"/>
                  <a:pt x="9389" y="6685"/>
                  <a:pt x="9651" y="5700"/>
                </a:cubicBezTo>
                <a:cubicBezTo>
                  <a:pt x="9982" y="4438"/>
                  <a:pt x="9813" y="3434"/>
                  <a:pt x="9282" y="3434"/>
                </a:cubicBezTo>
                <a:cubicBezTo>
                  <a:pt x="9278" y="3434"/>
                  <a:pt x="9274" y="3434"/>
                  <a:pt x="9269" y="3434"/>
                </a:cubicBezTo>
                <a:cubicBezTo>
                  <a:pt x="8729" y="3458"/>
                  <a:pt x="8021" y="4499"/>
                  <a:pt x="7695" y="5763"/>
                </a:cubicBezTo>
                <a:cubicBezTo>
                  <a:pt x="7481" y="6558"/>
                  <a:pt x="7688" y="7250"/>
                  <a:pt x="7862" y="7647"/>
                </a:cubicBezTo>
                <a:cubicBezTo>
                  <a:pt x="7020" y="7099"/>
                  <a:pt x="6257" y="6463"/>
                  <a:pt x="5597" y="5835"/>
                </a:cubicBezTo>
                <a:cubicBezTo>
                  <a:pt x="5907" y="5549"/>
                  <a:pt x="6964" y="4507"/>
                  <a:pt x="7282" y="3299"/>
                </a:cubicBezTo>
                <a:cubicBezTo>
                  <a:pt x="7652" y="1883"/>
                  <a:pt x="7469" y="755"/>
                  <a:pt x="6879" y="755"/>
                </a:cubicBezTo>
                <a:cubicBezTo>
                  <a:pt x="6873" y="755"/>
                  <a:pt x="6867" y="755"/>
                  <a:pt x="6861" y="755"/>
                </a:cubicBezTo>
                <a:cubicBezTo>
                  <a:pt x="6249" y="771"/>
                  <a:pt x="5454" y="1948"/>
                  <a:pt x="5080" y="3370"/>
                </a:cubicBezTo>
                <a:cubicBezTo>
                  <a:pt x="4834" y="4308"/>
                  <a:pt x="5096" y="5103"/>
                  <a:pt x="5303" y="5549"/>
                </a:cubicBezTo>
                <a:cubicBezTo>
                  <a:pt x="4659" y="4913"/>
                  <a:pt x="4126" y="4293"/>
                  <a:pt x="3721" y="3800"/>
                </a:cubicBezTo>
                <a:cubicBezTo>
                  <a:pt x="3761" y="3617"/>
                  <a:pt x="4102" y="1725"/>
                  <a:pt x="3292" y="843"/>
                </a:cubicBezTo>
                <a:cubicBezTo>
                  <a:pt x="2787" y="291"/>
                  <a:pt x="2166" y="0"/>
                  <a:pt x="161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5"/>
          <p:cNvSpPr/>
          <p:nvPr/>
        </p:nvSpPr>
        <p:spPr>
          <a:xfrm flipH="1" rot="-1799987">
            <a:off x="7479180" y="4545058"/>
            <a:ext cx="790711" cy="589050"/>
          </a:xfrm>
          <a:custGeom>
            <a:rect b="b" l="l" r="r" t="t"/>
            <a:pathLst>
              <a:path extrusionOk="0" h="11032" w="14810">
                <a:moveTo>
                  <a:pt x="13186" y="1"/>
                </a:moveTo>
                <a:cubicBezTo>
                  <a:pt x="12640" y="1"/>
                  <a:pt x="12028" y="279"/>
                  <a:pt x="11527" y="812"/>
                </a:cubicBezTo>
                <a:cubicBezTo>
                  <a:pt x="10692" y="1686"/>
                  <a:pt x="11010" y="3586"/>
                  <a:pt x="11042" y="3769"/>
                </a:cubicBezTo>
                <a:cubicBezTo>
                  <a:pt x="10637" y="4254"/>
                  <a:pt x="10096" y="4858"/>
                  <a:pt x="9436" y="5486"/>
                </a:cubicBezTo>
                <a:cubicBezTo>
                  <a:pt x="9651" y="5049"/>
                  <a:pt x="9921" y="4254"/>
                  <a:pt x="9691" y="3316"/>
                </a:cubicBezTo>
                <a:cubicBezTo>
                  <a:pt x="9341" y="1885"/>
                  <a:pt x="8570" y="700"/>
                  <a:pt x="7958" y="668"/>
                </a:cubicBezTo>
                <a:cubicBezTo>
                  <a:pt x="7949" y="668"/>
                  <a:pt x="7941" y="668"/>
                  <a:pt x="7933" y="668"/>
                </a:cubicBezTo>
                <a:cubicBezTo>
                  <a:pt x="7348" y="668"/>
                  <a:pt x="7152" y="1793"/>
                  <a:pt x="7497" y="3204"/>
                </a:cubicBezTo>
                <a:cubicBezTo>
                  <a:pt x="7791" y="4421"/>
                  <a:pt x="8832" y="5478"/>
                  <a:pt x="9142" y="5764"/>
                </a:cubicBezTo>
                <a:cubicBezTo>
                  <a:pt x="8466" y="6384"/>
                  <a:pt x="7695" y="7012"/>
                  <a:pt x="6845" y="7545"/>
                </a:cubicBezTo>
                <a:cubicBezTo>
                  <a:pt x="7028" y="7147"/>
                  <a:pt x="7242" y="6463"/>
                  <a:pt x="7044" y="5669"/>
                </a:cubicBezTo>
                <a:cubicBezTo>
                  <a:pt x="6734" y="4397"/>
                  <a:pt x="6042" y="3339"/>
                  <a:pt x="5501" y="3316"/>
                </a:cubicBezTo>
                <a:cubicBezTo>
                  <a:pt x="5493" y="3315"/>
                  <a:pt x="5485" y="3315"/>
                  <a:pt x="5477" y="3315"/>
                </a:cubicBezTo>
                <a:cubicBezTo>
                  <a:pt x="4955" y="3315"/>
                  <a:pt x="4783" y="4313"/>
                  <a:pt x="5088" y="5565"/>
                </a:cubicBezTo>
                <a:cubicBezTo>
                  <a:pt x="5334" y="6559"/>
                  <a:pt x="6137" y="7433"/>
                  <a:pt x="6471" y="7767"/>
                </a:cubicBezTo>
                <a:cubicBezTo>
                  <a:pt x="5748" y="8196"/>
                  <a:pt x="4969" y="8554"/>
                  <a:pt x="4150" y="8777"/>
                </a:cubicBezTo>
                <a:cubicBezTo>
                  <a:pt x="4333" y="8379"/>
                  <a:pt x="4540" y="7704"/>
                  <a:pt x="4349" y="6917"/>
                </a:cubicBezTo>
                <a:cubicBezTo>
                  <a:pt x="4039" y="5645"/>
                  <a:pt x="3347" y="4587"/>
                  <a:pt x="2807" y="4564"/>
                </a:cubicBezTo>
                <a:cubicBezTo>
                  <a:pt x="2798" y="4563"/>
                  <a:pt x="2790" y="4563"/>
                  <a:pt x="2782" y="4563"/>
                </a:cubicBezTo>
                <a:cubicBezTo>
                  <a:pt x="2261" y="4563"/>
                  <a:pt x="2088" y="5561"/>
                  <a:pt x="2393" y="6813"/>
                </a:cubicBezTo>
                <a:cubicBezTo>
                  <a:pt x="2608" y="7712"/>
                  <a:pt x="3284" y="8506"/>
                  <a:pt x="3665" y="8904"/>
                </a:cubicBezTo>
                <a:cubicBezTo>
                  <a:pt x="3189" y="9004"/>
                  <a:pt x="2702" y="9060"/>
                  <a:pt x="2206" y="9060"/>
                </a:cubicBezTo>
                <a:cubicBezTo>
                  <a:pt x="1484" y="9060"/>
                  <a:pt x="745" y="8942"/>
                  <a:pt x="1" y="8673"/>
                </a:cubicBezTo>
                <a:lnTo>
                  <a:pt x="1" y="8928"/>
                </a:lnTo>
                <a:cubicBezTo>
                  <a:pt x="767" y="9205"/>
                  <a:pt x="1526" y="9326"/>
                  <a:pt x="2267" y="9326"/>
                </a:cubicBezTo>
                <a:cubicBezTo>
                  <a:pt x="2824" y="9326"/>
                  <a:pt x="3371" y="9257"/>
                  <a:pt x="3904" y="9134"/>
                </a:cubicBezTo>
                <a:cubicBezTo>
                  <a:pt x="3920" y="9158"/>
                  <a:pt x="3935" y="9166"/>
                  <a:pt x="3935" y="9166"/>
                </a:cubicBezTo>
                <a:cubicBezTo>
                  <a:pt x="3935" y="9166"/>
                  <a:pt x="3943" y="9150"/>
                  <a:pt x="3967" y="9119"/>
                </a:cubicBezTo>
                <a:cubicBezTo>
                  <a:pt x="4309" y="9039"/>
                  <a:pt x="4643" y="8936"/>
                  <a:pt x="4977" y="8809"/>
                </a:cubicBezTo>
                <a:cubicBezTo>
                  <a:pt x="5191" y="9206"/>
                  <a:pt x="5756" y="10136"/>
                  <a:pt x="6535" y="10581"/>
                </a:cubicBezTo>
                <a:cubicBezTo>
                  <a:pt x="7069" y="10880"/>
                  <a:pt x="7570" y="11032"/>
                  <a:pt x="7936" y="11032"/>
                </a:cubicBezTo>
                <a:cubicBezTo>
                  <a:pt x="8262" y="11032"/>
                  <a:pt x="8481" y="10912"/>
                  <a:pt x="8522" y="10669"/>
                </a:cubicBezTo>
                <a:cubicBezTo>
                  <a:pt x="8618" y="10152"/>
                  <a:pt x="7878" y="9278"/>
                  <a:pt x="6869" y="8713"/>
                </a:cubicBezTo>
                <a:cubicBezTo>
                  <a:pt x="6511" y="8506"/>
                  <a:pt x="6153" y="8443"/>
                  <a:pt x="5843" y="8435"/>
                </a:cubicBezTo>
                <a:cubicBezTo>
                  <a:pt x="6630" y="8053"/>
                  <a:pt x="7377" y="7576"/>
                  <a:pt x="8053" y="7060"/>
                </a:cubicBezTo>
                <a:cubicBezTo>
                  <a:pt x="8156" y="7250"/>
                  <a:pt x="8904" y="8554"/>
                  <a:pt x="9929" y="9055"/>
                </a:cubicBezTo>
                <a:cubicBezTo>
                  <a:pt x="10450" y="9306"/>
                  <a:pt x="10934" y="9430"/>
                  <a:pt x="11306" y="9430"/>
                </a:cubicBezTo>
                <a:cubicBezTo>
                  <a:pt x="11724" y="9430"/>
                  <a:pt x="12002" y="9274"/>
                  <a:pt x="12036" y="8968"/>
                </a:cubicBezTo>
                <a:cubicBezTo>
                  <a:pt x="12091" y="8387"/>
                  <a:pt x="11249" y="7481"/>
                  <a:pt x="10144" y="6948"/>
                </a:cubicBezTo>
                <a:cubicBezTo>
                  <a:pt x="9814" y="6789"/>
                  <a:pt x="9493" y="6734"/>
                  <a:pt x="9206" y="6734"/>
                </a:cubicBezTo>
                <a:cubicBezTo>
                  <a:pt x="8746" y="6734"/>
                  <a:pt x="8371" y="6876"/>
                  <a:pt x="8180" y="6964"/>
                </a:cubicBezTo>
                <a:cubicBezTo>
                  <a:pt x="8935" y="6376"/>
                  <a:pt x="9611" y="5740"/>
                  <a:pt x="10176" y="5160"/>
                </a:cubicBezTo>
                <a:cubicBezTo>
                  <a:pt x="10327" y="5390"/>
                  <a:pt x="11265" y="6781"/>
                  <a:pt x="12417" y="7219"/>
                </a:cubicBezTo>
                <a:cubicBezTo>
                  <a:pt x="12901" y="7402"/>
                  <a:pt x="13349" y="7490"/>
                  <a:pt x="13718" y="7490"/>
                </a:cubicBezTo>
                <a:cubicBezTo>
                  <a:pt x="14307" y="7490"/>
                  <a:pt x="14694" y="7265"/>
                  <a:pt x="14699" y="6845"/>
                </a:cubicBezTo>
                <a:cubicBezTo>
                  <a:pt x="14707" y="6161"/>
                  <a:pt x="13697" y="5223"/>
                  <a:pt x="12441" y="4754"/>
                </a:cubicBezTo>
                <a:cubicBezTo>
                  <a:pt x="12164" y="4647"/>
                  <a:pt x="11898" y="4606"/>
                  <a:pt x="11650" y="4606"/>
                </a:cubicBezTo>
                <a:cubicBezTo>
                  <a:pt x="11053" y="4606"/>
                  <a:pt x="10568" y="4849"/>
                  <a:pt x="10327" y="5001"/>
                </a:cubicBezTo>
                <a:cubicBezTo>
                  <a:pt x="10732" y="4580"/>
                  <a:pt x="11074" y="4190"/>
                  <a:pt x="11344" y="3856"/>
                </a:cubicBezTo>
                <a:cubicBezTo>
                  <a:pt x="11564" y="3904"/>
                  <a:pt x="11887" y="3956"/>
                  <a:pt x="12237" y="3956"/>
                </a:cubicBezTo>
                <a:cubicBezTo>
                  <a:pt x="12758" y="3956"/>
                  <a:pt x="13339" y="3841"/>
                  <a:pt x="13729" y="3427"/>
                </a:cubicBezTo>
                <a:cubicBezTo>
                  <a:pt x="14595" y="2505"/>
                  <a:pt x="14810" y="1177"/>
                  <a:pt x="14206" y="454"/>
                </a:cubicBezTo>
                <a:cubicBezTo>
                  <a:pt x="13948" y="149"/>
                  <a:pt x="13585" y="1"/>
                  <a:pt x="1318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5"/>
          <p:cNvSpPr/>
          <p:nvPr/>
        </p:nvSpPr>
        <p:spPr>
          <a:xfrm>
            <a:off x="8592569" y="3957478"/>
            <a:ext cx="604431" cy="841292"/>
          </a:xfrm>
          <a:custGeom>
            <a:rect b="b" l="l" r="r" t="t"/>
            <a:pathLst>
              <a:path extrusionOk="0" h="15756" w="11320">
                <a:moveTo>
                  <a:pt x="6089" y="1"/>
                </a:moveTo>
                <a:cubicBezTo>
                  <a:pt x="5243" y="1"/>
                  <a:pt x="4552" y="874"/>
                  <a:pt x="4507" y="2051"/>
                </a:cubicBezTo>
                <a:cubicBezTo>
                  <a:pt x="4460" y="3259"/>
                  <a:pt x="5946" y="4475"/>
                  <a:pt x="6097" y="4587"/>
                </a:cubicBezTo>
                <a:cubicBezTo>
                  <a:pt x="6105" y="5222"/>
                  <a:pt x="6097" y="6041"/>
                  <a:pt x="6018" y="6940"/>
                </a:cubicBezTo>
                <a:cubicBezTo>
                  <a:pt x="5890" y="6471"/>
                  <a:pt x="5572" y="5691"/>
                  <a:pt x="4778" y="5143"/>
                </a:cubicBezTo>
                <a:cubicBezTo>
                  <a:pt x="3886" y="4516"/>
                  <a:pt x="2913" y="4148"/>
                  <a:pt x="2269" y="4148"/>
                </a:cubicBezTo>
                <a:cubicBezTo>
                  <a:pt x="2040" y="4148"/>
                  <a:pt x="1852" y="4194"/>
                  <a:pt x="1725" y="4292"/>
                </a:cubicBezTo>
                <a:cubicBezTo>
                  <a:pt x="1248" y="4674"/>
                  <a:pt x="1844" y="5660"/>
                  <a:pt x="3053" y="6510"/>
                </a:cubicBezTo>
                <a:cubicBezTo>
                  <a:pt x="4078" y="7226"/>
                  <a:pt x="5557" y="7337"/>
                  <a:pt x="5978" y="7353"/>
                </a:cubicBezTo>
                <a:cubicBezTo>
                  <a:pt x="5882" y="8259"/>
                  <a:pt x="5708" y="9237"/>
                  <a:pt x="5429" y="10199"/>
                </a:cubicBezTo>
                <a:cubicBezTo>
                  <a:pt x="5302" y="9777"/>
                  <a:pt x="5008" y="9126"/>
                  <a:pt x="4340" y="8657"/>
                </a:cubicBezTo>
                <a:cubicBezTo>
                  <a:pt x="3549" y="8100"/>
                  <a:pt x="2680" y="7772"/>
                  <a:pt x="2109" y="7772"/>
                </a:cubicBezTo>
                <a:cubicBezTo>
                  <a:pt x="1906" y="7772"/>
                  <a:pt x="1740" y="7814"/>
                  <a:pt x="1630" y="7901"/>
                </a:cubicBezTo>
                <a:cubicBezTo>
                  <a:pt x="1200" y="8235"/>
                  <a:pt x="1725" y="9118"/>
                  <a:pt x="2798" y="9873"/>
                </a:cubicBezTo>
                <a:cubicBezTo>
                  <a:pt x="3641" y="10453"/>
                  <a:pt x="4817" y="10588"/>
                  <a:pt x="5294" y="10612"/>
                </a:cubicBezTo>
                <a:cubicBezTo>
                  <a:pt x="5032" y="11415"/>
                  <a:pt x="4682" y="12194"/>
                  <a:pt x="4221" y="12901"/>
                </a:cubicBezTo>
                <a:cubicBezTo>
                  <a:pt x="4094" y="12480"/>
                  <a:pt x="3800" y="11836"/>
                  <a:pt x="3132" y="11367"/>
                </a:cubicBezTo>
                <a:cubicBezTo>
                  <a:pt x="2341" y="10817"/>
                  <a:pt x="1477" y="10491"/>
                  <a:pt x="906" y="10491"/>
                </a:cubicBezTo>
                <a:cubicBezTo>
                  <a:pt x="701" y="10491"/>
                  <a:pt x="534" y="10532"/>
                  <a:pt x="421" y="10620"/>
                </a:cubicBezTo>
                <a:cubicBezTo>
                  <a:pt x="0" y="10954"/>
                  <a:pt x="525" y="11836"/>
                  <a:pt x="1598" y="12583"/>
                </a:cubicBezTo>
                <a:cubicBezTo>
                  <a:pt x="2353" y="13116"/>
                  <a:pt x="3378" y="13267"/>
                  <a:pt x="3927" y="13315"/>
                </a:cubicBezTo>
                <a:cubicBezTo>
                  <a:pt x="3212" y="14277"/>
                  <a:pt x="2274" y="15072"/>
                  <a:pt x="1025" y="15556"/>
                </a:cubicBezTo>
                <a:lnTo>
                  <a:pt x="1200" y="15755"/>
                </a:lnTo>
                <a:cubicBezTo>
                  <a:pt x="2528" y="15231"/>
                  <a:pt x="3522" y="14372"/>
                  <a:pt x="4261" y="13339"/>
                </a:cubicBezTo>
                <a:lnTo>
                  <a:pt x="4309" y="13339"/>
                </a:lnTo>
                <a:cubicBezTo>
                  <a:pt x="4309" y="13339"/>
                  <a:pt x="4309" y="13315"/>
                  <a:pt x="4301" y="13283"/>
                </a:cubicBezTo>
                <a:cubicBezTo>
                  <a:pt x="4507" y="12997"/>
                  <a:pt x="4690" y="12695"/>
                  <a:pt x="4857" y="12385"/>
                </a:cubicBezTo>
                <a:cubicBezTo>
                  <a:pt x="5189" y="12504"/>
                  <a:pt x="5906" y="12736"/>
                  <a:pt x="6622" y="12736"/>
                </a:cubicBezTo>
                <a:cubicBezTo>
                  <a:pt x="6816" y="12736"/>
                  <a:pt x="7009" y="12719"/>
                  <a:pt x="7194" y="12679"/>
                </a:cubicBezTo>
                <a:cubicBezTo>
                  <a:pt x="8323" y="12440"/>
                  <a:pt x="9022" y="11884"/>
                  <a:pt x="8752" y="11439"/>
                </a:cubicBezTo>
                <a:cubicBezTo>
                  <a:pt x="8560" y="11125"/>
                  <a:pt x="7960" y="10949"/>
                  <a:pt x="7235" y="10949"/>
                </a:cubicBezTo>
                <a:cubicBezTo>
                  <a:pt x="6912" y="10949"/>
                  <a:pt x="6564" y="10984"/>
                  <a:pt x="6216" y="11057"/>
                </a:cubicBezTo>
                <a:cubicBezTo>
                  <a:pt x="5811" y="11145"/>
                  <a:pt x="5501" y="11327"/>
                  <a:pt x="5262" y="11526"/>
                </a:cubicBezTo>
                <a:cubicBezTo>
                  <a:pt x="5604" y="10723"/>
                  <a:pt x="5843" y="9873"/>
                  <a:pt x="6010" y="9038"/>
                </a:cubicBezTo>
                <a:cubicBezTo>
                  <a:pt x="6169" y="9093"/>
                  <a:pt x="7047" y="9398"/>
                  <a:pt x="7944" y="9398"/>
                </a:cubicBezTo>
                <a:cubicBezTo>
                  <a:pt x="8213" y="9398"/>
                  <a:pt x="8483" y="9370"/>
                  <a:pt x="8736" y="9300"/>
                </a:cubicBezTo>
                <a:cubicBezTo>
                  <a:pt x="9921" y="8975"/>
                  <a:pt x="10604" y="8323"/>
                  <a:pt x="10262" y="7846"/>
                </a:cubicBezTo>
                <a:cubicBezTo>
                  <a:pt x="10056" y="7550"/>
                  <a:pt x="9504" y="7392"/>
                  <a:pt x="8834" y="7392"/>
                </a:cubicBezTo>
                <a:cubicBezTo>
                  <a:pt x="8423" y="7392"/>
                  <a:pt x="7967" y="7452"/>
                  <a:pt x="7520" y="7575"/>
                </a:cubicBezTo>
                <a:cubicBezTo>
                  <a:pt x="6598" y="7830"/>
                  <a:pt x="6185" y="8569"/>
                  <a:pt x="6041" y="8887"/>
                </a:cubicBezTo>
                <a:cubicBezTo>
                  <a:pt x="6224" y="7941"/>
                  <a:pt x="6320" y="7019"/>
                  <a:pt x="6359" y="6208"/>
                </a:cubicBezTo>
                <a:cubicBezTo>
                  <a:pt x="6537" y="6257"/>
                  <a:pt x="7334" y="6468"/>
                  <a:pt x="8188" y="6468"/>
                </a:cubicBezTo>
                <a:cubicBezTo>
                  <a:pt x="8598" y="6468"/>
                  <a:pt x="9022" y="6419"/>
                  <a:pt x="9396" y="6280"/>
                </a:cubicBezTo>
                <a:cubicBezTo>
                  <a:pt x="10660" y="5811"/>
                  <a:pt x="11320" y="5008"/>
                  <a:pt x="10875" y="4491"/>
                </a:cubicBezTo>
                <a:cubicBezTo>
                  <a:pt x="10638" y="4216"/>
                  <a:pt x="10137" y="4076"/>
                  <a:pt x="9530" y="4076"/>
                </a:cubicBezTo>
                <a:cubicBezTo>
                  <a:pt x="8997" y="4076"/>
                  <a:pt x="8382" y="4184"/>
                  <a:pt x="7790" y="4404"/>
                </a:cubicBezTo>
                <a:cubicBezTo>
                  <a:pt x="6844" y="4761"/>
                  <a:pt x="6487" y="5604"/>
                  <a:pt x="6367" y="5994"/>
                </a:cubicBezTo>
                <a:cubicBezTo>
                  <a:pt x="6391" y="5405"/>
                  <a:pt x="6391" y="4889"/>
                  <a:pt x="6375" y="4459"/>
                </a:cubicBezTo>
                <a:cubicBezTo>
                  <a:pt x="6868" y="4181"/>
                  <a:pt x="7846" y="3513"/>
                  <a:pt x="7886" y="2567"/>
                </a:cubicBezTo>
                <a:cubicBezTo>
                  <a:pt x="7933" y="1296"/>
                  <a:pt x="7218" y="159"/>
                  <a:pt x="6280" y="16"/>
                </a:cubicBezTo>
                <a:cubicBezTo>
                  <a:pt x="6216" y="6"/>
                  <a:pt x="6152" y="1"/>
                  <a:pt x="60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8" name="Google Shape;1068;p25"/>
          <p:cNvGrpSpPr/>
          <p:nvPr/>
        </p:nvGrpSpPr>
        <p:grpSpPr>
          <a:xfrm>
            <a:off x="7968404" y="4552207"/>
            <a:ext cx="928058" cy="801726"/>
            <a:chOff x="5647763" y="851225"/>
            <a:chExt cx="434525" cy="375375"/>
          </a:xfrm>
        </p:grpSpPr>
        <p:sp>
          <p:nvSpPr>
            <p:cNvPr id="1069" name="Google Shape;1069;p25"/>
            <p:cNvSpPr/>
            <p:nvPr/>
          </p:nvSpPr>
          <p:spPr>
            <a:xfrm>
              <a:off x="5647763" y="851225"/>
              <a:ext cx="434525" cy="375375"/>
            </a:xfrm>
            <a:custGeom>
              <a:rect b="b" l="l" r="r" t="t"/>
              <a:pathLst>
                <a:path extrusionOk="0" h="15015" w="17381">
                  <a:moveTo>
                    <a:pt x="1457" y="0"/>
                  </a:moveTo>
                  <a:cubicBezTo>
                    <a:pt x="159" y="0"/>
                    <a:pt x="0" y="4783"/>
                    <a:pt x="2492" y="6342"/>
                  </a:cubicBezTo>
                  <a:cubicBezTo>
                    <a:pt x="5210" y="8051"/>
                    <a:pt x="3104" y="9005"/>
                    <a:pt x="4328" y="10277"/>
                  </a:cubicBezTo>
                  <a:cubicBezTo>
                    <a:pt x="5552" y="11549"/>
                    <a:pt x="9320" y="10373"/>
                    <a:pt x="9336" y="13163"/>
                  </a:cubicBezTo>
                  <a:cubicBezTo>
                    <a:pt x="9345" y="14453"/>
                    <a:pt x="10338" y="15014"/>
                    <a:pt x="11564" y="15014"/>
                  </a:cubicBezTo>
                  <a:cubicBezTo>
                    <a:pt x="12574" y="15014"/>
                    <a:pt x="13741" y="14633"/>
                    <a:pt x="14646" y="13966"/>
                  </a:cubicBezTo>
                  <a:cubicBezTo>
                    <a:pt x="16657" y="12495"/>
                    <a:pt x="17381" y="9609"/>
                    <a:pt x="16745" y="8202"/>
                  </a:cubicBezTo>
                  <a:cubicBezTo>
                    <a:pt x="16618" y="7922"/>
                    <a:pt x="16449" y="7830"/>
                    <a:pt x="16255" y="7830"/>
                  </a:cubicBezTo>
                  <a:cubicBezTo>
                    <a:pt x="15882" y="7830"/>
                    <a:pt x="15419" y="8170"/>
                    <a:pt x="14996" y="8170"/>
                  </a:cubicBezTo>
                  <a:cubicBezTo>
                    <a:pt x="14629" y="8170"/>
                    <a:pt x="14293" y="7914"/>
                    <a:pt x="14074" y="6954"/>
                  </a:cubicBezTo>
                  <a:cubicBezTo>
                    <a:pt x="13642" y="5072"/>
                    <a:pt x="12866" y="4550"/>
                    <a:pt x="12064" y="4550"/>
                  </a:cubicBezTo>
                  <a:cubicBezTo>
                    <a:pt x="11270" y="4550"/>
                    <a:pt x="10450" y="5060"/>
                    <a:pt x="9908" y="5269"/>
                  </a:cubicBezTo>
                  <a:cubicBezTo>
                    <a:pt x="9741" y="5333"/>
                    <a:pt x="9600" y="5362"/>
                    <a:pt x="9479" y="5362"/>
                  </a:cubicBezTo>
                  <a:cubicBezTo>
                    <a:pt x="8239" y="5362"/>
                    <a:pt x="9121" y="2326"/>
                    <a:pt x="6798" y="2326"/>
                  </a:cubicBezTo>
                  <a:cubicBezTo>
                    <a:pt x="6630" y="2326"/>
                    <a:pt x="6446" y="2342"/>
                    <a:pt x="6244" y="2376"/>
                  </a:cubicBezTo>
                  <a:cubicBezTo>
                    <a:pt x="6042" y="2410"/>
                    <a:pt x="5853" y="2425"/>
                    <a:pt x="5675" y="2425"/>
                  </a:cubicBezTo>
                  <a:cubicBezTo>
                    <a:pt x="4019" y="2425"/>
                    <a:pt x="3319" y="1052"/>
                    <a:pt x="1840" y="126"/>
                  </a:cubicBezTo>
                  <a:cubicBezTo>
                    <a:pt x="1704" y="40"/>
                    <a:pt x="1576" y="0"/>
                    <a:pt x="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0" name="Google Shape;1070;p25"/>
            <p:cNvGrpSpPr/>
            <p:nvPr/>
          </p:nvGrpSpPr>
          <p:grpSpPr>
            <a:xfrm>
              <a:off x="5718188" y="920150"/>
              <a:ext cx="296925" cy="186425"/>
              <a:chOff x="5718188" y="920150"/>
              <a:chExt cx="296925" cy="186425"/>
            </a:xfrm>
          </p:grpSpPr>
          <p:sp>
            <p:nvSpPr>
              <p:cNvPr id="1071" name="Google Shape;1071;p25"/>
              <p:cNvSpPr/>
              <p:nvPr/>
            </p:nvSpPr>
            <p:spPr>
              <a:xfrm>
                <a:off x="5718188" y="920150"/>
                <a:ext cx="296925" cy="186425"/>
              </a:xfrm>
              <a:custGeom>
                <a:rect b="b" l="l" r="r" t="t"/>
                <a:pathLst>
                  <a:path extrusionOk="0" h="7457" w="11877">
                    <a:moveTo>
                      <a:pt x="223" y="0"/>
                    </a:moveTo>
                    <a:lnTo>
                      <a:pt x="1" y="143"/>
                    </a:lnTo>
                    <a:cubicBezTo>
                      <a:pt x="3005" y="4786"/>
                      <a:pt x="6066" y="6487"/>
                      <a:pt x="8101" y="7091"/>
                    </a:cubicBezTo>
                    <a:cubicBezTo>
                      <a:pt x="9047" y="7377"/>
                      <a:pt x="9858" y="7457"/>
                      <a:pt x="10478" y="7457"/>
                    </a:cubicBezTo>
                    <a:cubicBezTo>
                      <a:pt x="11328" y="7457"/>
                      <a:pt x="11837" y="7306"/>
                      <a:pt x="11877" y="7298"/>
                    </a:cubicBezTo>
                    <a:lnTo>
                      <a:pt x="11797" y="7043"/>
                    </a:lnTo>
                    <a:cubicBezTo>
                      <a:pt x="11788" y="7043"/>
                      <a:pt x="11296" y="7188"/>
                      <a:pt x="10470" y="7188"/>
                    </a:cubicBezTo>
                    <a:cubicBezTo>
                      <a:pt x="9861" y="7188"/>
                      <a:pt x="9070" y="7110"/>
                      <a:pt x="8157" y="6837"/>
                    </a:cubicBezTo>
                    <a:cubicBezTo>
                      <a:pt x="6169" y="6240"/>
                      <a:pt x="3180" y="4563"/>
                      <a:pt x="2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5"/>
              <p:cNvSpPr/>
              <p:nvPr/>
            </p:nvSpPr>
            <p:spPr>
              <a:xfrm>
                <a:off x="5795488" y="1073750"/>
                <a:ext cx="82700" cy="27650"/>
              </a:xfrm>
              <a:custGeom>
                <a:rect b="b" l="l" r="r" t="t"/>
                <a:pathLst>
                  <a:path extrusionOk="0" h="1106" w="3308">
                    <a:moveTo>
                      <a:pt x="3077" y="1"/>
                    </a:moveTo>
                    <a:cubicBezTo>
                      <a:pt x="2663" y="662"/>
                      <a:pt x="2060" y="851"/>
                      <a:pt x="1506" y="851"/>
                    </a:cubicBezTo>
                    <a:cubicBezTo>
                      <a:pt x="795" y="851"/>
                      <a:pt x="165" y="540"/>
                      <a:pt x="120" y="518"/>
                    </a:cubicBezTo>
                    <a:lnTo>
                      <a:pt x="1" y="756"/>
                    </a:lnTo>
                    <a:cubicBezTo>
                      <a:pt x="9" y="756"/>
                      <a:pt x="716" y="1106"/>
                      <a:pt x="1519" y="1106"/>
                    </a:cubicBezTo>
                    <a:cubicBezTo>
                      <a:pt x="2139" y="1106"/>
                      <a:pt x="2831" y="891"/>
                      <a:pt x="3308" y="144"/>
                    </a:cubicBezTo>
                    <a:lnTo>
                      <a:pt x="307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5"/>
              <p:cNvSpPr/>
              <p:nvPr/>
            </p:nvSpPr>
            <p:spPr>
              <a:xfrm>
                <a:off x="5804238" y="964075"/>
                <a:ext cx="27850" cy="72750"/>
              </a:xfrm>
              <a:custGeom>
                <a:rect b="b" l="l" r="r" t="t"/>
                <a:pathLst>
                  <a:path extrusionOk="0" h="2910" w="1114">
                    <a:moveTo>
                      <a:pt x="247" y="0"/>
                    </a:moveTo>
                    <a:lnTo>
                      <a:pt x="1" y="111"/>
                    </a:lnTo>
                    <a:cubicBezTo>
                      <a:pt x="9" y="127"/>
                      <a:pt x="811" y="1940"/>
                      <a:pt x="287" y="2774"/>
                    </a:cubicBezTo>
                    <a:lnTo>
                      <a:pt x="509" y="2909"/>
                    </a:lnTo>
                    <a:cubicBezTo>
                      <a:pt x="1114" y="1956"/>
                      <a:pt x="279" y="79"/>
                      <a:pt x="24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5"/>
              <p:cNvSpPr/>
              <p:nvPr/>
            </p:nvSpPr>
            <p:spPr>
              <a:xfrm>
                <a:off x="5934613" y="1032825"/>
                <a:ext cx="39975" cy="71375"/>
              </a:xfrm>
              <a:custGeom>
                <a:rect b="b" l="l" r="r" t="t"/>
                <a:pathLst>
                  <a:path extrusionOk="0" h="2855" w="1599">
                    <a:moveTo>
                      <a:pt x="120" y="0"/>
                    </a:moveTo>
                    <a:lnTo>
                      <a:pt x="0" y="231"/>
                    </a:lnTo>
                    <a:cubicBezTo>
                      <a:pt x="8" y="239"/>
                      <a:pt x="1010" y="756"/>
                      <a:pt x="1224" y="1574"/>
                    </a:cubicBezTo>
                    <a:cubicBezTo>
                      <a:pt x="1320" y="1940"/>
                      <a:pt x="1232" y="2322"/>
                      <a:pt x="978" y="2703"/>
                    </a:cubicBezTo>
                    <a:lnTo>
                      <a:pt x="1193" y="2854"/>
                    </a:lnTo>
                    <a:cubicBezTo>
                      <a:pt x="1495" y="2409"/>
                      <a:pt x="1598" y="1956"/>
                      <a:pt x="1479" y="1503"/>
                    </a:cubicBezTo>
                    <a:cubicBezTo>
                      <a:pt x="1240" y="573"/>
                      <a:pt x="167" y="16"/>
                      <a:pt x="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75" name="Google Shape;1075;p25"/>
          <p:cNvGrpSpPr/>
          <p:nvPr/>
        </p:nvGrpSpPr>
        <p:grpSpPr>
          <a:xfrm rot="5400000">
            <a:off x="-423476" y="4036444"/>
            <a:ext cx="1016051" cy="462049"/>
            <a:chOff x="4981088" y="957650"/>
            <a:chExt cx="528450" cy="240300"/>
          </a:xfrm>
        </p:grpSpPr>
        <p:sp>
          <p:nvSpPr>
            <p:cNvPr id="1076" name="Google Shape;1076;p25"/>
            <p:cNvSpPr/>
            <p:nvPr/>
          </p:nvSpPr>
          <p:spPr>
            <a:xfrm>
              <a:off x="4981088" y="957650"/>
              <a:ext cx="528450" cy="240300"/>
            </a:xfrm>
            <a:custGeom>
              <a:rect b="b" l="l" r="r" t="t"/>
              <a:pathLst>
                <a:path extrusionOk="0" h="9612" w="21138">
                  <a:moveTo>
                    <a:pt x="13590" y="0"/>
                  </a:moveTo>
                  <a:cubicBezTo>
                    <a:pt x="12300" y="0"/>
                    <a:pt x="11801" y="1522"/>
                    <a:pt x="11376" y="2220"/>
                  </a:cubicBezTo>
                  <a:cubicBezTo>
                    <a:pt x="11172" y="2558"/>
                    <a:pt x="10962" y="2686"/>
                    <a:pt x="10740" y="2686"/>
                  </a:cubicBezTo>
                  <a:cubicBezTo>
                    <a:pt x="10040" y="2686"/>
                    <a:pt x="9225" y="1408"/>
                    <a:pt x="8143" y="1408"/>
                  </a:cubicBezTo>
                  <a:cubicBezTo>
                    <a:pt x="7711" y="1408"/>
                    <a:pt x="7237" y="1611"/>
                    <a:pt x="6710" y="2181"/>
                  </a:cubicBezTo>
                  <a:cubicBezTo>
                    <a:pt x="5971" y="2982"/>
                    <a:pt x="5210" y="3148"/>
                    <a:pt x="4383" y="3148"/>
                  </a:cubicBezTo>
                  <a:cubicBezTo>
                    <a:pt x="3796" y="3148"/>
                    <a:pt x="3176" y="3064"/>
                    <a:pt x="2506" y="3064"/>
                  </a:cubicBezTo>
                  <a:cubicBezTo>
                    <a:pt x="2293" y="3064"/>
                    <a:pt x="2076" y="3073"/>
                    <a:pt x="1853" y="3095"/>
                  </a:cubicBezTo>
                  <a:cubicBezTo>
                    <a:pt x="1" y="3279"/>
                    <a:pt x="2786" y="7634"/>
                    <a:pt x="5861" y="7634"/>
                  </a:cubicBezTo>
                  <a:cubicBezTo>
                    <a:pt x="5966" y="7634"/>
                    <a:pt x="6072" y="7629"/>
                    <a:pt x="6177" y="7618"/>
                  </a:cubicBezTo>
                  <a:cubicBezTo>
                    <a:pt x="6412" y="7594"/>
                    <a:pt x="6623" y="7583"/>
                    <a:pt x="6814" y="7583"/>
                  </a:cubicBezTo>
                  <a:cubicBezTo>
                    <a:pt x="9229" y="7583"/>
                    <a:pt x="8412" y="9362"/>
                    <a:pt x="10033" y="9597"/>
                  </a:cubicBezTo>
                  <a:cubicBezTo>
                    <a:pt x="10100" y="9607"/>
                    <a:pt x="10168" y="9612"/>
                    <a:pt x="10236" y="9612"/>
                  </a:cubicBezTo>
                  <a:cubicBezTo>
                    <a:pt x="11497" y="9612"/>
                    <a:pt x="12992" y="8043"/>
                    <a:pt x="14353" y="8043"/>
                  </a:cubicBezTo>
                  <a:cubicBezTo>
                    <a:pt x="14847" y="8043"/>
                    <a:pt x="15323" y="8249"/>
                    <a:pt x="15764" y="8810"/>
                  </a:cubicBezTo>
                  <a:cubicBezTo>
                    <a:pt x="16155" y="9306"/>
                    <a:pt x="16626" y="9519"/>
                    <a:pt x="17118" y="9519"/>
                  </a:cubicBezTo>
                  <a:cubicBezTo>
                    <a:pt x="18456" y="9519"/>
                    <a:pt x="19954" y="7944"/>
                    <a:pt x="20454" y="6195"/>
                  </a:cubicBezTo>
                  <a:cubicBezTo>
                    <a:pt x="21138" y="3794"/>
                    <a:pt x="19946" y="1076"/>
                    <a:pt x="18578" y="352"/>
                  </a:cubicBezTo>
                  <a:cubicBezTo>
                    <a:pt x="18453" y="286"/>
                    <a:pt x="18344" y="256"/>
                    <a:pt x="18249" y="256"/>
                  </a:cubicBezTo>
                  <a:cubicBezTo>
                    <a:pt x="17619" y="256"/>
                    <a:pt x="17561" y="1532"/>
                    <a:pt x="16788" y="1532"/>
                  </a:cubicBezTo>
                  <a:cubicBezTo>
                    <a:pt x="16526" y="1532"/>
                    <a:pt x="16183" y="1386"/>
                    <a:pt x="15709" y="996"/>
                  </a:cubicBezTo>
                  <a:cubicBezTo>
                    <a:pt x="14824" y="273"/>
                    <a:pt x="14136" y="0"/>
                    <a:pt x="13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7" name="Google Shape;1077;p25"/>
            <p:cNvGrpSpPr/>
            <p:nvPr/>
          </p:nvGrpSpPr>
          <p:grpSpPr>
            <a:xfrm>
              <a:off x="5089213" y="1025475"/>
              <a:ext cx="344225" cy="135550"/>
              <a:chOff x="5089213" y="1025475"/>
              <a:chExt cx="344225" cy="135550"/>
            </a:xfrm>
          </p:grpSpPr>
          <p:sp>
            <p:nvSpPr>
              <p:cNvPr id="1078" name="Google Shape;1078;p25"/>
              <p:cNvSpPr/>
              <p:nvPr/>
            </p:nvSpPr>
            <p:spPr>
              <a:xfrm>
                <a:off x="5089213" y="1030650"/>
                <a:ext cx="344225" cy="75325"/>
              </a:xfrm>
              <a:custGeom>
                <a:rect b="b" l="l" r="r" t="t"/>
                <a:pathLst>
                  <a:path extrusionOk="0" h="3013" w="13769">
                    <a:moveTo>
                      <a:pt x="13554" y="0"/>
                    </a:moveTo>
                    <a:cubicBezTo>
                      <a:pt x="13546" y="8"/>
                      <a:pt x="12640" y="1256"/>
                      <a:pt x="10549" y="2067"/>
                    </a:cubicBezTo>
                    <a:cubicBezTo>
                      <a:pt x="9587" y="2438"/>
                      <a:pt x="8268" y="2750"/>
                      <a:pt x="6557" y="2750"/>
                    </a:cubicBezTo>
                    <a:cubicBezTo>
                      <a:pt x="4819" y="2750"/>
                      <a:pt x="2675" y="2428"/>
                      <a:pt x="88" y="1518"/>
                    </a:cubicBezTo>
                    <a:lnTo>
                      <a:pt x="0" y="1773"/>
                    </a:lnTo>
                    <a:cubicBezTo>
                      <a:pt x="2608" y="2687"/>
                      <a:pt x="4778" y="3013"/>
                      <a:pt x="6550" y="3013"/>
                    </a:cubicBezTo>
                    <a:cubicBezTo>
                      <a:pt x="8315" y="3013"/>
                      <a:pt x="9674" y="2687"/>
                      <a:pt x="10660" y="2305"/>
                    </a:cubicBezTo>
                    <a:cubicBezTo>
                      <a:pt x="12822" y="1471"/>
                      <a:pt x="13729" y="207"/>
                      <a:pt x="13768" y="151"/>
                    </a:cubicBezTo>
                    <a:lnTo>
                      <a:pt x="1355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5"/>
              <p:cNvSpPr/>
              <p:nvPr/>
            </p:nvSpPr>
            <p:spPr>
              <a:xfrm>
                <a:off x="5252363" y="1098400"/>
                <a:ext cx="62225" cy="62625"/>
              </a:xfrm>
              <a:custGeom>
                <a:rect b="b" l="l" r="r" t="t"/>
                <a:pathLst>
                  <a:path extrusionOk="0" h="2505" w="2489">
                    <a:moveTo>
                      <a:pt x="2290" y="1"/>
                    </a:moveTo>
                    <a:lnTo>
                      <a:pt x="2028" y="25"/>
                    </a:lnTo>
                    <a:cubicBezTo>
                      <a:pt x="2203" y="1797"/>
                      <a:pt x="96" y="2226"/>
                      <a:pt x="1" y="2250"/>
                    </a:cubicBezTo>
                    <a:lnTo>
                      <a:pt x="56" y="2505"/>
                    </a:lnTo>
                    <a:cubicBezTo>
                      <a:pt x="80" y="2505"/>
                      <a:pt x="2489" y="2012"/>
                      <a:pt x="229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5"/>
              <p:cNvSpPr/>
              <p:nvPr/>
            </p:nvSpPr>
            <p:spPr>
              <a:xfrm>
                <a:off x="5183613" y="1050500"/>
                <a:ext cx="53075" cy="54100"/>
              </a:xfrm>
              <a:custGeom>
                <a:rect b="b" l="l" r="r" t="t"/>
                <a:pathLst>
                  <a:path extrusionOk="0" h="2164" w="2123">
                    <a:moveTo>
                      <a:pt x="127" y="1"/>
                    </a:moveTo>
                    <a:lnTo>
                      <a:pt x="0" y="231"/>
                    </a:lnTo>
                    <a:cubicBezTo>
                      <a:pt x="24" y="239"/>
                      <a:pt x="1757" y="1177"/>
                      <a:pt x="1860" y="2163"/>
                    </a:cubicBezTo>
                    <a:lnTo>
                      <a:pt x="2123" y="2131"/>
                    </a:lnTo>
                    <a:cubicBezTo>
                      <a:pt x="2011" y="1010"/>
                      <a:pt x="207" y="41"/>
                      <a:pt x="12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5"/>
              <p:cNvSpPr/>
              <p:nvPr/>
            </p:nvSpPr>
            <p:spPr>
              <a:xfrm>
                <a:off x="5329263" y="1025475"/>
                <a:ext cx="65225" cy="41750"/>
              </a:xfrm>
              <a:custGeom>
                <a:rect b="b" l="l" r="r" t="t"/>
                <a:pathLst>
                  <a:path extrusionOk="0" h="1670" w="2609">
                    <a:moveTo>
                      <a:pt x="583" y="1"/>
                    </a:moveTo>
                    <a:cubicBezTo>
                      <a:pt x="261" y="1"/>
                      <a:pt x="25" y="45"/>
                      <a:pt x="1" y="48"/>
                    </a:cubicBezTo>
                    <a:lnTo>
                      <a:pt x="57" y="310"/>
                    </a:lnTo>
                    <a:cubicBezTo>
                      <a:pt x="60" y="310"/>
                      <a:pt x="282" y="270"/>
                      <a:pt x="586" y="270"/>
                    </a:cubicBezTo>
                    <a:cubicBezTo>
                      <a:pt x="966" y="270"/>
                      <a:pt x="1474" y="333"/>
                      <a:pt x="1845" y="620"/>
                    </a:cubicBezTo>
                    <a:cubicBezTo>
                      <a:pt x="2147" y="851"/>
                      <a:pt x="2314" y="1209"/>
                      <a:pt x="2338" y="1670"/>
                    </a:cubicBezTo>
                    <a:lnTo>
                      <a:pt x="2608" y="1654"/>
                    </a:lnTo>
                    <a:cubicBezTo>
                      <a:pt x="2569" y="1113"/>
                      <a:pt x="2370" y="692"/>
                      <a:pt x="2004" y="414"/>
                    </a:cubicBezTo>
                    <a:cubicBezTo>
                      <a:pt x="1572" y="76"/>
                      <a:pt x="1004" y="1"/>
                      <a:pt x="58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2" name="Google Shape;1082;p25"/>
          <p:cNvGrpSpPr/>
          <p:nvPr/>
        </p:nvGrpSpPr>
        <p:grpSpPr>
          <a:xfrm rot="5400000">
            <a:off x="-22146" y="4601084"/>
            <a:ext cx="742595" cy="806278"/>
            <a:chOff x="5435388" y="730525"/>
            <a:chExt cx="386225" cy="419325"/>
          </a:xfrm>
        </p:grpSpPr>
        <p:sp>
          <p:nvSpPr>
            <p:cNvPr id="1083" name="Google Shape;1083;p25"/>
            <p:cNvSpPr/>
            <p:nvPr/>
          </p:nvSpPr>
          <p:spPr>
            <a:xfrm>
              <a:off x="5435388" y="730525"/>
              <a:ext cx="386225" cy="419325"/>
            </a:xfrm>
            <a:custGeom>
              <a:rect b="b" l="l" r="r" t="t"/>
              <a:pathLst>
                <a:path extrusionOk="0" h="16773" w="15449">
                  <a:moveTo>
                    <a:pt x="13246" y="0"/>
                  </a:moveTo>
                  <a:cubicBezTo>
                    <a:pt x="11721" y="0"/>
                    <a:pt x="9688" y="642"/>
                    <a:pt x="8832" y="2164"/>
                  </a:cubicBezTo>
                  <a:cubicBezTo>
                    <a:pt x="8057" y="3542"/>
                    <a:pt x="7410" y="3740"/>
                    <a:pt x="6806" y="3740"/>
                  </a:cubicBezTo>
                  <a:cubicBezTo>
                    <a:pt x="6563" y="3740"/>
                    <a:pt x="6326" y="3708"/>
                    <a:pt x="6092" y="3708"/>
                  </a:cubicBezTo>
                  <a:cubicBezTo>
                    <a:pt x="5728" y="3708"/>
                    <a:pt x="5368" y="3785"/>
                    <a:pt x="4993" y="4183"/>
                  </a:cubicBezTo>
                  <a:cubicBezTo>
                    <a:pt x="3777" y="5463"/>
                    <a:pt x="5136" y="9175"/>
                    <a:pt x="2346" y="9326"/>
                  </a:cubicBezTo>
                  <a:cubicBezTo>
                    <a:pt x="1" y="9453"/>
                    <a:pt x="223" y="12736"/>
                    <a:pt x="1797" y="14668"/>
                  </a:cubicBezTo>
                  <a:cubicBezTo>
                    <a:pt x="2940" y="16078"/>
                    <a:pt x="4799" y="16772"/>
                    <a:pt x="6255" y="16772"/>
                  </a:cubicBezTo>
                  <a:cubicBezTo>
                    <a:pt x="6793" y="16772"/>
                    <a:pt x="7277" y="16677"/>
                    <a:pt x="7648" y="16488"/>
                  </a:cubicBezTo>
                  <a:cubicBezTo>
                    <a:pt x="8912" y="15852"/>
                    <a:pt x="6169" y="14493"/>
                    <a:pt x="8777" y="13762"/>
                  </a:cubicBezTo>
                  <a:cubicBezTo>
                    <a:pt x="12473" y="12728"/>
                    <a:pt x="10732" y="10582"/>
                    <a:pt x="10263" y="9517"/>
                  </a:cubicBezTo>
                  <a:cubicBezTo>
                    <a:pt x="9397" y="7561"/>
                    <a:pt x="13674" y="8984"/>
                    <a:pt x="12974" y="5725"/>
                  </a:cubicBezTo>
                  <a:cubicBezTo>
                    <a:pt x="12529" y="3658"/>
                    <a:pt x="14071" y="2895"/>
                    <a:pt x="15017" y="1218"/>
                  </a:cubicBezTo>
                  <a:cubicBezTo>
                    <a:pt x="15449" y="453"/>
                    <a:pt x="14526" y="0"/>
                    <a:pt x="132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4" name="Google Shape;1084;p25"/>
            <p:cNvGrpSpPr/>
            <p:nvPr/>
          </p:nvGrpSpPr>
          <p:grpSpPr>
            <a:xfrm>
              <a:off x="5552638" y="788575"/>
              <a:ext cx="193800" cy="305075"/>
              <a:chOff x="5552638" y="788575"/>
              <a:chExt cx="193800" cy="305075"/>
            </a:xfrm>
          </p:grpSpPr>
          <p:sp>
            <p:nvSpPr>
              <p:cNvPr id="1085" name="Google Shape;1085;p25"/>
              <p:cNvSpPr/>
              <p:nvPr/>
            </p:nvSpPr>
            <p:spPr>
              <a:xfrm>
                <a:off x="5564763" y="788575"/>
                <a:ext cx="181675" cy="305075"/>
              </a:xfrm>
              <a:custGeom>
                <a:rect b="b" l="l" r="r" t="t"/>
                <a:pathLst>
                  <a:path extrusionOk="0" h="12203" w="7267">
                    <a:moveTo>
                      <a:pt x="7115" y="1"/>
                    </a:moveTo>
                    <a:cubicBezTo>
                      <a:pt x="2616" y="3228"/>
                      <a:pt x="1066" y="6360"/>
                      <a:pt x="557" y="8427"/>
                    </a:cubicBezTo>
                    <a:cubicBezTo>
                      <a:pt x="1" y="10677"/>
                      <a:pt x="510" y="12139"/>
                      <a:pt x="533" y="12203"/>
                    </a:cubicBezTo>
                    <a:lnTo>
                      <a:pt x="780" y="12115"/>
                    </a:lnTo>
                    <a:cubicBezTo>
                      <a:pt x="780" y="12100"/>
                      <a:pt x="271" y="10645"/>
                      <a:pt x="820" y="8467"/>
                    </a:cubicBezTo>
                    <a:cubicBezTo>
                      <a:pt x="1320" y="6456"/>
                      <a:pt x="2847" y="3387"/>
                      <a:pt x="7266" y="215"/>
                    </a:cubicBezTo>
                    <a:lnTo>
                      <a:pt x="7115"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5"/>
              <p:cNvSpPr/>
              <p:nvPr/>
            </p:nvSpPr>
            <p:spPr>
              <a:xfrm>
                <a:off x="5552638" y="873850"/>
                <a:ext cx="47325" cy="81900"/>
              </a:xfrm>
              <a:custGeom>
                <a:rect b="b" l="l" r="r" t="t"/>
                <a:pathLst>
                  <a:path extrusionOk="0" h="3276" w="1893">
                    <a:moveTo>
                      <a:pt x="1002" y="0"/>
                    </a:moveTo>
                    <a:cubicBezTo>
                      <a:pt x="987" y="24"/>
                      <a:pt x="1" y="2281"/>
                      <a:pt x="1766" y="3275"/>
                    </a:cubicBezTo>
                    <a:lnTo>
                      <a:pt x="1893" y="3045"/>
                    </a:lnTo>
                    <a:cubicBezTo>
                      <a:pt x="343" y="2170"/>
                      <a:pt x="1201" y="191"/>
                      <a:pt x="1241" y="111"/>
                    </a:cubicBezTo>
                    <a:lnTo>
                      <a:pt x="100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5"/>
              <p:cNvSpPr/>
              <p:nvPr/>
            </p:nvSpPr>
            <p:spPr>
              <a:xfrm>
                <a:off x="5634138" y="876625"/>
                <a:ext cx="72350" cy="20500"/>
              </a:xfrm>
              <a:custGeom>
                <a:rect b="b" l="l" r="r" t="t"/>
                <a:pathLst>
                  <a:path extrusionOk="0" h="820" w="2894">
                    <a:moveTo>
                      <a:pt x="2774" y="0"/>
                    </a:moveTo>
                    <a:cubicBezTo>
                      <a:pt x="2762" y="13"/>
                      <a:pt x="1672" y="559"/>
                      <a:pt x="789" y="559"/>
                    </a:cubicBezTo>
                    <a:cubicBezTo>
                      <a:pt x="547" y="559"/>
                      <a:pt x="320" y="518"/>
                      <a:pt x="135" y="414"/>
                    </a:cubicBezTo>
                    <a:lnTo>
                      <a:pt x="0" y="644"/>
                    </a:lnTo>
                    <a:cubicBezTo>
                      <a:pt x="231" y="771"/>
                      <a:pt x="501" y="819"/>
                      <a:pt x="787" y="819"/>
                    </a:cubicBezTo>
                    <a:cubicBezTo>
                      <a:pt x="1741" y="819"/>
                      <a:pt x="2838" y="271"/>
                      <a:pt x="2894" y="239"/>
                    </a:cubicBezTo>
                    <a:lnTo>
                      <a:pt x="277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5"/>
              <p:cNvSpPr/>
              <p:nvPr/>
            </p:nvSpPr>
            <p:spPr>
              <a:xfrm>
                <a:off x="5573913" y="1010175"/>
                <a:ext cx="70175" cy="40150"/>
              </a:xfrm>
              <a:custGeom>
                <a:rect b="b" l="l" r="r" t="t"/>
                <a:pathLst>
                  <a:path extrusionOk="0" h="1606" w="2807">
                    <a:moveTo>
                      <a:pt x="2568" y="0"/>
                    </a:moveTo>
                    <a:cubicBezTo>
                      <a:pt x="2560" y="16"/>
                      <a:pt x="2091" y="1042"/>
                      <a:pt x="1288" y="1288"/>
                    </a:cubicBezTo>
                    <a:cubicBezTo>
                      <a:pt x="1172" y="1323"/>
                      <a:pt x="1053" y="1341"/>
                      <a:pt x="933" y="1341"/>
                    </a:cubicBezTo>
                    <a:cubicBezTo>
                      <a:pt x="675" y="1341"/>
                      <a:pt x="409" y="1260"/>
                      <a:pt x="144" y="1097"/>
                    </a:cubicBezTo>
                    <a:lnTo>
                      <a:pt x="0" y="1320"/>
                    </a:lnTo>
                    <a:cubicBezTo>
                      <a:pt x="318" y="1511"/>
                      <a:pt x="628" y="1606"/>
                      <a:pt x="931" y="1606"/>
                    </a:cubicBezTo>
                    <a:cubicBezTo>
                      <a:pt x="1082" y="1606"/>
                      <a:pt x="1225" y="1590"/>
                      <a:pt x="1368" y="1542"/>
                    </a:cubicBezTo>
                    <a:cubicBezTo>
                      <a:pt x="2282" y="1256"/>
                      <a:pt x="2791" y="159"/>
                      <a:pt x="2807" y="112"/>
                    </a:cubicBezTo>
                    <a:lnTo>
                      <a:pt x="256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9" name="Google Shape;1089;p25"/>
          <p:cNvGrpSpPr/>
          <p:nvPr/>
        </p:nvGrpSpPr>
        <p:grpSpPr>
          <a:xfrm>
            <a:off x="8551957" y="4313532"/>
            <a:ext cx="924695" cy="821322"/>
            <a:chOff x="5920988" y="739475"/>
            <a:chExt cx="432950" cy="384550"/>
          </a:xfrm>
        </p:grpSpPr>
        <p:sp>
          <p:nvSpPr>
            <p:cNvPr id="1090" name="Google Shape;1090;p25"/>
            <p:cNvSpPr/>
            <p:nvPr/>
          </p:nvSpPr>
          <p:spPr>
            <a:xfrm>
              <a:off x="5920988" y="739475"/>
              <a:ext cx="432950" cy="384550"/>
            </a:xfrm>
            <a:custGeom>
              <a:rect b="b" l="l" r="r" t="t"/>
              <a:pathLst>
                <a:path extrusionOk="0" h="15382" w="17318">
                  <a:moveTo>
                    <a:pt x="13956" y="0"/>
                  </a:moveTo>
                  <a:cubicBezTo>
                    <a:pt x="12653" y="0"/>
                    <a:pt x="11206" y="391"/>
                    <a:pt x="10347" y="1416"/>
                  </a:cubicBezTo>
                  <a:cubicBezTo>
                    <a:pt x="9528" y="2392"/>
                    <a:pt x="8932" y="2634"/>
                    <a:pt x="8421" y="2634"/>
                  </a:cubicBezTo>
                  <a:cubicBezTo>
                    <a:pt x="7920" y="2634"/>
                    <a:pt x="7501" y="2402"/>
                    <a:pt x="7036" y="2402"/>
                  </a:cubicBezTo>
                  <a:cubicBezTo>
                    <a:pt x="6778" y="2402"/>
                    <a:pt x="6506" y="2473"/>
                    <a:pt x="6197" y="2696"/>
                  </a:cubicBezTo>
                  <a:cubicBezTo>
                    <a:pt x="4838" y="3691"/>
                    <a:pt x="5365" y="7291"/>
                    <a:pt x="3002" y="7291"/>
                  </a:cubicBezTo>
                  <a:cubicBezTo>
                    <a:pt x="2892" y="7291"/>
                    <a:pt x="2775" y="7283"/>
                    <a:pt x="2652" y="7267"/>
                  </a:cubicBezTo>
                  <a:cubicBezTo>
                    <a:pt x="2550" y="7254"/>
                    <a:pt x="2453" y="7247"/>
                    <a:pt x="2359" y="7247"/>
                  </a:cubicBezTo>
                  <a:cubicBezTo>
                    <a:pt x="293" y="7247"/>
                    <a:pt x="1" y="10328"/>
                    <a:pt x="1134" y="12426"/>
                  </a:cubicBezTo>
                  <a:cubicBezTo>
                    <a:pt x="2147" y="14297"/>
                    <a:pt x="4313" y="15382"/>
                    <a:pt x="5844" y="15382"/>
                  </a:cubicBezTo>
                  <a:cubicBezTo>
                    <a:pt x="6102" y="15382"/>
                    <a:pt x="6342" y="15351"/>
                    <a:pt x="6555" y="15288"/>
                  </a:cubicBezTo>
                  <a:cubicBezTo>
                    <a:pt x="7914" y="14890"/>
                    <a:pt x="5466" y="13054"/>
                    <a:pt x="8161" y="12816"/>
                  </a:cubicBezTo>
                  <a:cubicBezTo>
                    <a:pt x="11984" y="12474"/>
                    <a:pt x="10665" y="10049"/>
                    <a:pt x="10402" y="8912"/>
                  </a:cubicBezTo>
                  <a:cubicBezTo>
                    <a:pt x="9909" y="6830"/>
                    <a:pt x="13852" y="9016"/>
                    <a:pt x="13765" y="5677"/>
                  </a:cubicBezTo>
                  <a:cubicBezTo>
                    <a:pt x="13701" y="3571"/>
                    <a:pt x="15355" y="3102"/>
                    <a:pt x="16595" y="1623"/>
                  </a:cubicBezTo>
                  <a:cubicBezTo>
                    <a:pt x="17317" y="762"/>
                    <a:pt x="15776" y="0"/>
                    <a:pt x="139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1" name="Google Shape;1091;p25"/>
            <p:cNvGrpSpPr/>
            <p:nvPr/>
          </p:nvGrpSpPr>
          <p:grpSpPr>
            <a:xfrm>
              <a:off x="6039938" y="794750"/>
              <a:ext cx="226775" cy="269700"/>
              <a:chOff x="6039938" y="794750"/>
              <a:chExt cx="226775" cy="269700"/>
            </a:xfrm>
          </p:grpSpPr>
          <p:sp>
            <p:nvSpPr>
              <p:cNvPr id="1092" name="Google Shape;1092;p25"/>
              <p:cNvSpPr/>
              <p:nvPr/>
            </p:nvSpPr>
            <p:spPr>
              <a:xfrm>
                <a:off x="6039938" y="794750"/>
                <a:ext cx="226775" cy="269700"/>
              </a:xfrm>
              <a:custGeom>
                <a:rect b="b" l="l" r="r" t="t"/>
                <a:pathLst>
                  <a:path extrusionOk="0" h="10788" w="9071">
                    <a:moveTo>
                      <a:pt x="8951" y="0"/>
                    </a:moveTo>
                    <a:cubicBezTo>
                      <a:pt x="3943" y="2345"/>
                      <a:pt x="1845" y="5143"/>
                      <a:pt x="962" y="7075"/>
                    </a:cubicBezTo>
                    <a:cubicBezTo>
                      <a:pt x="0" y="9190"/>
                      <a:pt x="239" y="10724"/>
                      <a:pt x="247" y="10787"/>
                    </a:cubicBezTo>
                    <a:lnTo>
                      <a:pt x="509" y="10748"/>
                    </a:lnTo>
                    <a:cubicBezTo>
                      <a:pt x="509" y="10732"/>
                      <a:pt x="279" y="9229"/>
                      <a:pt x="1201" y="7186"/>
                    </a:cubicBezTo>
                    <a:cubicBezTo>
                      <a:pt x="2067" y="5294"/>
                      <a:pt x="4126" y="2552"/>
                      <a:pt x="9070" y="239"/>
                    </a:cubicBezTo>
                    <a:lnTo>
                      <a:pt x="89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5"/>
              <p:cNvSpPr/>
              <p:nvPr/>
            </p:nvSpPr>
            <p:spPr>
              <a:xfrm>
                <a:off x="6051063" y="848200"/>
                <a:ext cx="42950" cy="84100"/>
              </a:xfrm>
              <a:custGeom>
                <a:rect b="b" l="l" r="r" t="t"/>
                <a:pathLst>
                  <a:path extrusionOk="0" h="3364" w="1718">
                    <a:moveTo>
                      <a:pt x="1400" y="1"/>
                    </a:moveTo>
                    <a:cubicBezTo>
                      <a:pt x="1384" y="24"/>
                      <a:pt x="1" y="2059"/>
                      <a:pt x="1551" y="3363"/>
                    </a:cubicBezTo>
                    <a:lnTo>
                      <a:pt x="1718" y="3156"/>
                    </a:lnTo>
                    <a:cubicBezTo>
                      <a:pt x="350" y="2012"/>
                      <a:pt x="1559" y="231"/>
                      <a:pt x="1614" y="152"/>
                    </a:cubicBezTo>
                    <a:lnTo>
                      <a:pt x="140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5"/>
              <p:cNvSpPr/>
              <p:nvPr/>
            </p:nvSpPr>
            <p:spPr>
              <a:xfrm>
                <a:off x="6138113" y="872250"/>
                <a:ext cx="72950" cy="14125"/>
              </a:xfrm>
              <a:custGeom>
                <a:rect b="b" l="l" r="r" t="t"/>
                <a:pathLst>
                  <a:path extrusionOk="0" h="565" w="2918">
                    <a:moveTo>
                      <a:pt x="175" y="0"/>
                    </a:moveTo>
                    <a:lnTo>
                      <a:pt x="0" y="199"/>
                    </a:lnTo>
                    <a:cubicBezTo>
                      <a:pt x="334" y="477"/>
                      <a:pt x="835" y="565"/>
                      <a:pt x="1328" y="565"/>
                    </a:cubicBezTo>
                    <a:cubicBezTo>
                      <a:pt x="2107" y="565"/>
                      <a:pt x="2870" y="350"/>
                      <a:pt x="2918" y="334"/>
                    </a:cubicBezTo>
                    <a:lnTo>
                      <a:pt x="2846" y="80"/>
                    </a:lnTo>
                    <a:cubicBezTo>
                      <a:pt x="2836" y="85"/>
                      <a:pt x="2070" y="304"/>
                      <a:pt x="1318" y="304"/>
                    </a:cubicBezTo>
                    <a:cubicBezTo>
                      <a:pt x="882" y="304"/>
                      <a:pt x="452" y="231"/>
                      <a:pt x="17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5"/>
              <p:cNvSpPr/>
              <p:nvPr/>
            </p:nvSpPr>
            <p:spPr>
              <a:xfrm>
                <a:off x="6051463" y="993475"/>
                <a:ext cx="74350" cy="32625"/>
              </a:xfrm>
              <a:custGeom>
                <a:rect b="b" l="l" r="r" t="t"/>
                <a:pathLst>
                  <a:path extrusionOk="0" h="1305" w="2974">
                    <a:moveTo>
                      <a:pt x="2759" y="0"/>
                    </a:moveTo>
                    <a:cubicBezTo>
                      <a:pt x="2751" y="8"/>
                      <a:pt x="2099" y="931"/>
                      <a:pt x="1264" y="1026"/>
                    </a:cubicBezTo>
                    <a:cubicBezTo>
                      <a:pt x="1214" y="1032"/>
                      <a:pt x="1165" y="1035"/>
                      <a:pt x="1115" y="1035"/>
                    </a:cubicBezTo>
                    <a:cubicBezTo>
                      <a:pt x="788" y="1035"/>
                      <a:pt x="472" y="898"/>
                      <a:pt x="175" y="628"/>
                    </a:cubicBezTo>
                    <a:lnTo>
                      <a:pt x="0" y="827"/>
                    </a:lnTo>
                    <a:cubicBezTo>
                      <a:pt x="350" y="1145"/>
                      <a:pt x="724" y="1304"/>
                      <a:pt x="1121" y="1304"/>
                    </a:cubicBezTo>
                    <a:cubicBezTo>
                      <a:pt x="1177" y="1304"/>
                      <a:pt x="1233" y="1296"/>
                      <a:pt x="1296" y="1296"/>
                    </a:cubicBezTo>
                    <a:cubicBezTo>
                      <a:pt x="2250" y="1185"/>
                      <a:pt x="2950" y="191"/>
                      <a:pt x="2973" y="152"/>
                    </a:cubicBezTo>
                    <a:lnTo>
                      <a:pt x="275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spTree>
      <p:nvGrpSpPr>
        <p:cNvPr id="1096" name="Shape 1096"/>
        <p:cNvGrpSpPr/>
        <p:nvPr/>
      </p:nvGrpSpPr>
      <p:grpSpPr>
        <a:xfrm>
          <a:off x="0" y="0"/>
          <a:ext cx="0" cy="0"/>
          <a:chOff x="0" y="0"/>
          <a:chExt cx="0" cy="0"/>
        </a:xfrm>
      </p:grpSpPr>
      <p:sp>
        <p:nvSpPr>
          <p:cNvPr id="1097" name="Google Shape;1097;p26"/>
          <p:cNvSpPr txBox="1"/>
          <p:nvPr>
            <p:ph type="title"/>
          </p:nvPr>
        </p:nvSpPr>
        <p:spPr>
          <a:xfrm>
            <a:off x="715100" y="502675"/>
            <a:ext cx="7713600" cy="490800"/>
          </a:xfrm>
          <a:prstGeom prst="rect">
            <a:avLst/>
          </a:prstGeom>
          <a:solidFill>
            <a:schemeClr val="dk2"/>
          </a:solidFill>
        </p:spPr>
        <p:txBody>
          <a:bodyPr anchorCtr="0" anchor="ctr" bIns="0" lIns="91425" spcFirstLastPara="1" rIns="91425" wrap="square" tIns="0">
            <a:noAutofit/>
          </a:bodyPr>
          <a:lstStyle>
            <a:lvl1pPr lvl="0" rtl="0" algn="ctr">
              <a:lnSpc>
                <a:spcPct val="100000"/>
              </a:lnSpc>
              <a:spcBef>
                <a:spcPts val="0"/>
              </a:spcBef>
              <a:spcAft>
                <a:spcPts val="0"/>
              </a:spcAft>
              <a:buSzPts val="30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98" name="Google Shape;1098;p26"/>
          <p:cNvGrpSpPr/>
          <p:nvPr/>
        </p:nvGrpSpPr>
        <p:grpSpPr>
          <a:xfrm flipH="1">
            <a:off x="175025" y="146450"/>
            <a:ext cx="8736000" cy="4825325"/>
            <a:chOff x="175025" y="70250"/>
            <a:chExt cx="8736000" cy="4825325"/>
          </a:xfrm>
        </p:grpSpPr>
        <p:sp>
          <p:nvSpPr>
            <p:cNvPr id="1099" name="Google Shape;1099;p26"/>
            <p:cNvSpPr/>
            <p:nvPr/>
          </p:nvSpPr>
          <p:spPr>
            <a:xfrm>
              <a:off x="1969538" y="8685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6"/>
            <p:cNvSpPr/>
            <p:nvPr/>
          </p:nvSpPr>
          <p:spPr>
            <a:xfrm>
              <a:off x="3747500" y="99750"/>
              <a:ext cx="230700" cy="230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6"/>
            <p:cNvSpPr/>
            <p:nvPr/>
          </p:nvSpPr>
          <p:spPr>
            <a:xfrm>
              <a:off x="7628425" y="4718875"/>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6"/>
            <p:cNvSpPr/>
            <p:nvPr/>
          </p:nvSpPr>
          <p:spPr>
            <a:xfrm>
              <a:off x="930425" y="467900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6"/>
            <p:cNvSpPr/>
            <p:nvPr/>
          </p:nvSpPr>
          <p:spPr>
            <a:xfrm>
              <a:off x="5961275" y="70250"/>
              <a:ext cx="230700" cy="2307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6"/>
            <p:cNvSpPr/>
            <p:nvPr/>
          </p:nvSpPr>
          <p:spPr>
            <a:xfrm>
              <a:off x="4579125" y="4664875"/>
              <a:ext cx="230700" cy="230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6"/>
            <p:cNvSpPr/>
            <p:nvPr/>
          </p:nvSpPr>
          <p:spPr>
            <a:xfrm>
              <a:off x="8496925" y="133350"/>
              <a:ext cx="162300" cy="1623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6"/>
            <p:cNvSpPr/>
            <p:nvPr/>
          </p:nvSpPr>
          <p:spPr>
            <a:xfrm>
              <a:off x="175025" y="540700"/>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6"/>
            <p:cNvSpPr/>
            <p:nvPr/>
          </p:nvSpPr>
          <p:spPr>
            <a:xfrm>
              <a:off x="225275" y="3528825"/>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6"/>
            <p:cNvSpPr/>
            <p:nvPr/>
          </p:nvSpPr>
          <p:spPr>
            <a:xfrm>
              <a:off x="8734225" y="3739650"/>
              <a:ext cx="122700" cy="1227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6"/>
            <p:cNvSpPr/>
            <p:nvPr/>
          </p:nvSpPr>
          <p:spPr>
            <a:xfrm>
              <a:off x="8748725" y="1495050"/>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0" name="Shape 1110"/>
        <p:cNvGrpSpPr/>
        <p:nvPr/>
      </p:nvGrpSpPr>
      <p:grpSpPr>
        <a:xfrm>
          <a:off x="0" y="0"/>
          <a:ext cx="0" cy="0"/>
          <a:chOff x="0" y="0"/>
          <a:chExt cx="0" cy="0"/>
        </a:xfrm>
      </p:grpSpPr>
      <p:sp>
        <p:nvSpPr>
          <p:cNvPr id="1111" name="Google Shape;1111;p27"/>
          <p:cNvSpPr txBox="1"/>
          <p:nvPr>
            <p:ph type="title"/>
          </p:nvPr>
        </p:nvSpPr>
        <p:spPr>
          <a:xfrm>
            <a:off x="715100" y="502675"/>
            <a:ext cx="7713600" cy="490800"/>
          </a:xfrm>
          <a:prstGeom prst="rect">
            <a:avLst/>
          </a:prstGeom>
          <a:solidFill>
            <a:schemeClr val="dk2"/>
          </a:solidFill>
        </p:spPr>
        <p:txBody>
          <a:bodyPr anchorCtr="0" anchor="ctr" bIns="91425" lIns="91425" spcFirstLastPara="1" rIns="91425" wrap="square" tIns="0">
            <a:noAutofit/>
          </a:bodyPr>
          <a:lstStyle>
            <a:lvl1pPr lvl="0" rtl="0" algn="ctr">
              <a:spcBef>
                <a:spcPts val="0"/>
              </a:spcBef>
              <a:spcAft>
                <a:spcPts val="0"/>
              </a:spcAft>
              <a:buSzPts val="30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12" name="Google Shape;1112;p27"/>
          <p:cNvGrpSpPr/>
          <p:nvPr/>
        </p:nvGrpSpPr>
        <p:grpSpPr>
          <a:xfrm flipH="1">
            <a:off x="175025" y="146450"/>
            <a:ext cx="8736000" cy="4825325"/>
            <a:chOff x="175025" y="70250"/>
            <a:chExt cx="8736000" cy="4825325"/>
          </a:xfrm>
        </p:grpSpPr>
        <p:sp>
          <p:nvSpPr>
            <p:cNvPr id="1113" name="Google Shape;1113;p27"/>
            <p:cNvSpPr/>
            <p:nvPr/>
          </p:nvSpPr>
          <p:spPr>
            <a:xfrm>
              <a:off x="1969538" y="8685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7"/>
            <p:cNvSpPr/>
            <p:nvPr/>
          </p:nvSpPr>
          <p:spPr>
            <a:xfrm>
              <a:off x="3747500" y="99750"/>
              <a:ext cx="230700" cy="230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7"/>
            <p:cNvSpPr/>
            <p:nvPr/>
          </p:nvSpPr>
          <p:spPr>
            <a:xfrm>
              <a:off x="7347500" y="454145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7"/>
            <p:cNvSpPr/>
            <p:nvPr/>
          </p:nvSpPr>
          <p:spPr>
            <a:xfrm>
              <a:off x="930425" y="467900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7"/>
            <p:cNvSpPr/>
            <p:nvPr/>
          </p:nvSpPr>
          <p:spPr>
            <a:xfrm>
              <a:off x="5961275" y="70250"/>
              <a:ext cx="230700" cy="2307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7"/>
            <p:cNvSpPr/>
            <p:nvPr/>
          </p:nvSpPr>
          <p:spPr>
            <a:xfrm>
              <a:off x="4579125" y="4664875"/>
              <a:ext cx="230700" cy="230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7"/>
            <p:cNvSpPr/>
            <p:nvPr/>
          </p:nvSpPr>
          <p:spPr>
            <a:xfrm>
              <a:off x="8496925" y="133350"/>
              <a:ext cx="162300" cy="1623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7"/>
            <p:cNvSpPr/>
            <p:nvPr/>
          </p:nvSpPr>
          <p:spPr>
            <a:xfrm>
              <a:off x="175025" y="540700"/>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7"/>
            <p:cNvSpPr/>
            <p:nvPr/>
          </p:nvSpPr>
          <p:spPr>
            <a:xfrm>
              <a:off x="225275" y="3528825"/>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7"/>
            <p:cNvSpPr/>
            <p:nvPr/>
          </p:nvSpPr>
          <p:spPr>
            <a:xfrm>
              <a:off x="8734225" y="3739650"/>
              <a:ext cx="122700" cy="1227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7"/>
            <p:cNvSpPr/>
            <p:nvPr/>
          </p:nvSpPr>
          <p:spPr>
            <a:xfrm>
              <a:off x="8748725" y="1495050"/>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4" name="Google Shape;1124;p27"/>
          <p:cNvSpPr txBox="1"/>
          <p:nvPr>
            <p:ph idx="1" type="body"/>
          </p:nvPr>
        </p:nvSpPr>
        <p:spPr>
          <a:xfrm>
            <a:off x="720000" y="1757308"/>
            <a:ext cx="5219100" cy="2584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Arial"/>
              <a:buChar char="●"/>
              <a:defRPr>
                <a:latin typeface="Abel"/>
                <a:ea typeface="Abel"/>
                <a:cs typeface="Abel"/>
                <a:sym typeface="Abel"/>
              </a:defRPr>
            </a:lvl1pPr>
            <a:lvl2pPr indent="-304800" lvl="1" marL="914400" rtl="0">
              <a:lnSpc>
                <a:spcPct val="100000"/>
              </a:lnSpc>
              <a:spcBef>
                <a:spcPts val="0"/>
              </a:spcBef>
              <a:spcAft>
                <a:spcPts val="0"/>
              </a:spcAft>
              <a:buSzPts val="1200"/>
              <a:buFont typeface="Arial"/>
              <a:buChar char="○"/>
              <a:defRPr>
                <a:latin typeface="Abel"/>
                <a:ea typeface="Abel"/>
                <a:cs typeface="Abel"/>
                <a:sym typeface="Abel"/>
              </a:defRPr>
            </a:lvl2pPr>
            <a:lvl3pPr indent="-304800" lvl="2" marL="1371600" rtl="0">
              <a:lnSpc>
                <a:spcPct val="100000"/>
              </a:lnSpc>
              <a:spcBef>
                <a:spcPts val="0"/>
              </a:spcBef>
              <a:spcAft>
                <a:spcPts val="0"/>
              </a:spcAft>
              <a:buSzPts val="1200"/>
              <a:buFont typeface="Arial"/>
              <a:buChar char="■"/>
              <a:defRPr>
                <a:latin typeface="Abel"/>
                <a:ea typeface="Abel"/>
                <a:cs typeface="Abel"/>
                <a:sym typeface="Abel"/>
              </a:defRPr>
            </a:lvl3pPr>
            <a:lvl4pPr indent="-304800" lvl="3" marL="1828800" rtl="0">
              <a:lnSpc>
                <a:spcPct val="100000"/>
              </a:lnSpc>
              <a:spcBef>
                <a:spcPts val="0"/>
              </a:spcBef>
              <a:spcAft>
                <a:spcPts val="0"/>
              </a:spcAft>
              <a:buSzPts val="1200"/>
              <a:buFont typeface="Arial"/>
              <a:buChar char="●"/>
              <a:defRPr>
                <a:latin typeface="Abel"/>
                <a:ea typeface="Abel"/>
                <a:cs typeface="Abel"/>
                <a:sym typeface="Abel"/>
              </a:defRPr>
            </a:lvl4pPr>
            <a:lvl5pPr indent="-304800" lvl="4" marL="2286000" rtl="0">
              <a:lnSpc>
                <a:spcPct val="100000"/>
              </a:lnSpc>
              <a:spcBef>
                <a:spcPts val="0"/>
              </a:spcBef>
              <a:spcAft>
                <a:spcPts val="0"/>
              </a:spcAft>
              <a:buSzPts val="1200"/>
              <a:buFont typeface="Arial"/>
              <a:buChar char="○"/>
              <a:defRPr>
                <a:latin typeface="Abel"/>
                <a:ea typeface="Abel"/>
                <a:cs typeface="Abel"/>
                <a:sym typeface="Abel"/>
              </a:defRPr>
            </a:lvl5pPr>
            <a:lvl6pPr indent="-304800" lvl="5" marL="2743200" rtl="0">
              <a:lnSpc>
                <a:spcPct val="100000"/>
              </a:lnSpc>
              <a:spcBef>
                <a:spcPts val="0"/>
              </a:spcBef>
              <a:spcAft>
                <a:spcPts val="0"/>
              </a:spcAft>
              <a:buSzPts val="1200"/>
              <a:buFont typeface="Arial"/>
              <a:buChar char="■"/>
              <a:defRPr>
                <a:latin typeface="Abel"/>
                <a:ea typeface="Abel"/>
                <a:cs typeface="Abel"/>
                <a:sym typeface="Abel"/>
              </a:defRPr>
            </a:lvl6pPr>
            <a:lvl7pPr indent="-304800" lvl="6" marL="3200400" rtl="0">
              <a:lnSpc>
                <a:spcPct val="100000"/>
              </a:lnSpc>
              <a:spcBef>
                <a:spcPts val="0"/>
              </a:spcBef>
              <a:spcAft>
                <a:spcPts val="0"/>
              </a:spcAft>
              <a:buSzPts val="1200"/>
              <a:buFont typeface="Arial"/>
              <a:buChar char="●"/>
              <a:defRPr>
                <a:latin typeface="Abel"/>
                <a:ea typeface="Abel"/>
                <a:cs typeface="Abel"/>
                <a:sym typeface="Abel"/>
              </a:defRPr>
            </a:lvl7pPr>
            <a:lvl8pPr indent="-304800" lvl="7" marL="3657600" rtl="0">
              <a:lnSpc>
                <a:spcPct val="100000"/>
              </a:lnSpc>
              <a:spcBef>
                <a:spcPts val="0"/>
              </a:spcBef>
              <a:spcAft>
                <a:spcPts val="0"/>
              </a:spcAft>
              <a:buSzPts val="1200"/>
              <a:buFont typeface="Arial"/>
              <a:buChar char="○"/>
              <a:defRPr>
                <a:latin typeface="Abel"/>
                <a:ea typeface="Abel"/>
                <a:cs typeface="Abel"/>
                <a:sym typeface="Abel"/>
              </a:defRPr>
            </a:lvl8pPr>
            <a:lvl9pPr indent="-304800" lvl="8" marL="4114800" rtl="0">
              <a:lnSpc>
                <a:spcPct val="100000"/>
              </a:lnSpc>
              <a:spcBef>
                <a:spcPts val="0"/>
              </a:spcBef>
              <a:spcAft>
                <a:spcPts val="0"/>
              </a:spcAft>
              <a:buSzPts val="1200"/>
              <a:buFont typeface="Arial"/>
              <a:buChar char="■"/>
              <a:defRPr>
                <a:latin typeface="Abel"/>
                <a:ea typeface="Abel"/>
                <a:cs typeface="Abel"/>
                <a:sym typeface="Abe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125" name="Shape 1125"/>
        <p:cNvGrpSpPr/>
        <p:nvPr/>
      </p:nvGrpSpPr>
      <p:grpSpPr>
        <a:xfrm>
          <a:off x="0" y="0"/>
          <a:ext cx="0" cy="0"/>
          <a:chOff x="0" y="0"/>
          <a:chExt cx="0" cy="0"/>
        </a:xfrm>
      </p:grpSpPr>
      <p:sp>
        <p:nvSpPr>
          <p:cNvPr id="1126" name="Google Shape;1126;p28"/>
          <p:cNvSpPr txBox="1"/>
          <p:nvPr>
            <p:ph type="title"/>
          </p:nvPr>
        </p:nvSpPr>
        <p:spPr>
          <a:xfrm>
            <a:off x="715100" y="502675"/>
            <a:ext cx="7713600" cy="490800"/>
          </a:xfrm>
          <a:prstGeom prst="rect">
            <a:avLst/>
          </a:prstGeom>
          <a:solidFill>
            <a:schemeClr val="dk2"/>
          </a:solidFill>
        </p:spPr>
        <p:txBody>
          <a:bodyPr anchorCtr="0" anchor="ctr" bIns="91425" lIns="91425" spcFirstLastPara="1" rIns="91425" wrap="square" tIns="0">
            <a:noAutofit/>
          </a:bodyPr>
          <a:lstStyle>
            <a:lvl1pPr lvl="0" rtl="0" algn="ctr">
              <a:spcBef>
                <a:spcPts val="0"/>
              </a:spcBef>
              <a:spcAft>
                <a:spcPts val="0"/>
              </a:spcAft>
              <a:buSzPts val="30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27" name="Google Shape;1127;p28"/>
          <p:cNvGrpSpPr/>
          <p:nvPr/>
        </p:nvGrpSpPr>
        <p:grpSpPr>
          <a:xfrm flipH="1">
            <a:off x="175025" y="146450"/>
            <a:ext cx="8736000" cy="4825325"/>
            <a:chOff x="175025" y="70250"/>
            <a:chExt cx="8736000" cy="4825325"/>
          </a:xfrm>
        </p:grpSpPr>
        <p:sp>
          <p:nvSpPr>
            <p:cNvPr id="1128" name="Google Shape;1128;p28"/>
            <p:cNvSpPr/>
            <p:nvPr/>
          </p:nvSpPr>
          <p:spPr>
            <a:xfrm>
              <a:off x="1969538" y="8685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8"/>
            <p:cNvSpPr/>
            <p:nvPr/>
          </p:nvSpPr>
          <p:spPr>
            <a:xfrm>
              <a:off x="3747500" y="99750"/>
              <a:ext cx="230700" cy="230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8"/>
            <p:cNvSpPr/>
            <p:nvPr/>
          </p:nvSpPr>
          <p:spPr>
            <a:xfrm>
              <a:off x="7347500" y="454145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8"/>
            <p:cNvSpPr/>
            <p:nvPr/>
          </p:nvSpPr>
          <p:spPr>
            <a:xfrm>
              <a:off x="930425" y="4679000"/>
              <a:ext cx="122700" cy="1227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8"/>
            <p:cNvSpPr/>
            <p:nvPr/>
          </p:nvSpPr>
          <p:spPr>
            <a:xfrm>
              <a:off x="5961275" y="70250"/>
              <a:ext cx="230700" cy="2307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8"/>
            <p:cNvSpPr/>
            <p:nvPr/>
          </p:nvSpPr>
          <p:spPr>
            <a:xfrm>
              <a:off x="4579125" y="4664875"/>
              <a:ext cx="230700" cy="2307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8"/>
            <p:cNvSpPr/>
            <p:nvPr/>
          </p:nvSpPr>
          <p:spPr>
            <a:xfrm>
              <a:off x="8496925" y="133350"/>
              <a:ext cx="162300" cy="162300"/>
            </a:xfrm>
            <a:prstGeom prst="mathPlus">
              <a:avLst>
                <a:gd fmla="val 23520" name="adj1"/>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8"/>
            <p:cNvSpPr/>
            <p:nvPr/>
          </p:nvSpPr>
          <p:spPr>
            <a:xfrm>
              <a:off x="175025" y="540700"/>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8"/>
            <p:cNvSpPr/>
            <p:nvPr/>
          </p:nvSpPr>
          <p:spPr>
            <a:xfrm>
              <a:off x="225275" y="3528825"/>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8"/>
            <p:cNvSpPr/>
            <p:nvPr/>
          </p:nvSpPr>
          <p:spPr>
            <a:xfrm>
              <a:off x="8734225" y="3739650"/>
              <a:ext cx="122700" cy="1227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8"/>
            <p:cNvSpPr/>
            <p:nvPr/>
          </p:nvSpPr>
          <p:spPr>
            <a:xfrm>
              <a:off x="8748725" y="1495050"/>
              <a:ext cx="162300" cy="162300"/>
            </a:xfrm>
            <a:prstGeom prst="mathPlus">
              <a:avLst>
                <a:gd fmla="val 23520"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9" name="Google Shape;1139;p28"/>
          <p:cNvSpPr txBox="1"/>
          <p:nvPr>
            <p:ph idx="1" type="body"/>
          </p:nvPr>
        </p:nvSpPr>
        <p:spPr>
          <a:xfrm>
            <a:off x="720000" y="1757308"/>
            <a:ext cx="5219100" cy="25848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Arial"/>
              <a:buChar char="●"/>
              <a:defRPr>
                <a:latin typeface="Abel"/>
                <a:ea typeface="Abel"/>
                <a:cs typeface="Abel"/>
                <a:sym typeface="Abel"/>
              </a:defRPr>
            </a:lvl1pPr>
            <a:lvl2pPr indent="-304800" lvl="1" marL="914400" rtl="0">
              <a:lnSpc>
                <a:spcPct val="100000"/>
              </a:lnSpc>
              <a:spcBef>
                <a:spcPts val="0"/>
              </a:spcBef>
              <a:spcAft>
                <a:spcPts val="0"/>
              </a:spcAft>
              <a:buSzPts val="1200"/>
              <a:buFont typeface="Arial"/>
              <a:buChar char="○"/>
              <a:defRPr>
                <a:latin typeface="Abel"/>
                <a:ea typeface="Abel"/>
                <a:cs typeface="Abel"/>
                <a:sym typeface="Abel"/>
              </a:defRPr>
            </a:lvl2pPr>
            <a:lvl3pPr indent="-304800" lvl="2" marL="1371600" rtl="0">
              <a:lnSpc>
                <a:spcPct val="100000"/>
              </a:lnSpc>
              <a:spcBef>
                <a:spcPts val="0"/>
              </a:spcBef>
              <a:spcAft>
                <a:spcPts val="0"/>
              </a:spcAft>
              <a:buSzPts val="1200"/>
              <a:buFont typeface="Arial"/>
              <a:buChar char="■"/>
              <a:defRPr>
                <a:latin typeface="Abel"/>
                <a:ea typeface="Abel"/>
                <a:cs typeface="Abel"/>
                <a:sym typeface="Abel"/>
              </a:defRPr>
            </a:lvl3pPr>
            <a:lvl4pPr indent="-304800" lvl="3" marL="1828800" rtl="0">
              <a:lnSpc>
                <a:spcPct val="100000"/>
              </a:lnSpc>
              <a:spcBef>
                <a:spcPts val="0"/>
              </a:spcBef>
              <a:spcAft>
                <a:spcPts val="0"/>
              </a:spcAft>
              <a:buSzPts val="1200"/>
              <a:buFont typeface="Arial"/>
              <a:buChar char="●"/>
              <a:defRPr>
                <a:latin typeface="Abel"/>
                <a:ea typeface="Abel"/>
                <a:cs typeface="Abel"/>
                <a:sym typeface="Abel"/>
              </a:defRPr>
            </a:lvl4pPr>
            <a:lvl5pPr indent="-304800" lvl="4" marL="2286000" rtl="0">
              <a:lnSpc>
                <a:spcPct val="100000"/>
              </a:lnSpc>
              <a:spcBef>
                <a:spcPts val="0"/>
              </a:spcBef>
              <a:spcAft>
                <a:spcPts val="0"/>
              </a:spcAft>
              <a:buSzPts val="1200"/>
              <a:buFont typeface="Arial"/>
              <a:buChar char="○"/>
              <a:defRPr>
                <a:latin typeface="Abel"/>
                <a:ea typeface="Abel"/>
                <a:cs typeface="Abel"/>
                <a:sym typeface="Abel"/>
              </a:defRPr>
            </a:lvl5pPr>
            <a:lvl6pPr indent="-304800" lvl="5" marL="2743200" rtl="0">
              <a:lnSpc>
                <a:spcPct val="100000"/>
              </a:lnSpc>
              <a:spcBef>
                <a:spcPts val="0"/>
              </a:spcBef>
              <a:spcAft>
                <a:spcPts val="0"/>
              </a:spcAft>
              <a:buSzPts val="1200"/>
              <a:buFont typeface="Arial"/>
              <a:buChar char="■"/>
              <a:defRPr>
                <a:latin typeface="Abel"/>
                <a:ea typeface="Abel"/>
                <a:cs typeface="Abel"/>
                <a:sym typeface="Abel"/>
              </a:defRPr>
            </a:lvl6pPr>
            <a:lvl7pPr indent="-304800" lvl="6" marL="3200400" rtl="0">
              <a:lnSpc>
                <a:spcPct val="100000"/>
              </a:lnSpc>
              <a:spcBef>
                <a:spcPts val="0"/>
              </a:spcBef>
              <a:spcAft>
                <a:spcPts val="0"/>
              </a:spcAft>
              <a:buSzPts val="1200"/>
              <a:buFont typeface="Arial"/>
              <a:buChar char="●"/>
              <a:defRPr>
                <a:latin typeface="Abel"/>
                <a:ea typeface="Abel"/>
                <a:cs typeface="Abel"/>
                <a:sym typeface="Abel"/>
              </a:defRPr>
            </a:lvl7pPr>
            <a:lvl8pPr indent="-304800" lvl="7" marL="3657600" rtl="0">
              <a:lnSpc>
                <a:spcPct val="100000"/>
              </a:lnSpc>
              <a:spcBef>
                <a:spcPts val="0"/>
              </a:spcBef>
              <a:spcAft>
                <a:spcPts val="0"/>
              </a:spcAft>
              <a:buSzPts val="1200"/>
              <a:buFont typeface="Arial"/>
              <a:buChar char="○"/>
              <a:defRPr>
                <a:latin typeface="Abel"/>
                <a:ea typeface="Abel"/>
                <a:cs typeface="Abel"/>
                <a:sym typeface="Abel"/>
              </a:defRPr>
            </a:lvl8pPr>
            <a:lvl9pPr indent="-304800" lvl="8" marL="4114800" rtl="0">
              <a:lnSpc>
                <a:spcPct val="100000"/>
              </a:lnSpc>
              <a:spcBef>
                <a:spcPts val="0"/>
              </a:spcBef>
              <a:spcAft>
                <a:spcPts val="0"/>
              </a:spcAft>
              <a:buSzPts val="1200"/>
              <a:buFont typeface="Arial"/>
              <a:buChar char="■"/>
              <a:defRPr>
                <a:latin typeface="Abel"/>
                <a:ea typeface="Abel"/>
                <a:cs typeface="Abel"/>
                <a:sym typeface="Abe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a:solidFill>
                  <a:schemeClr val="dk1"/>
                </a:solidFill>
                <a:latin typeface="Sora"/>
                <a:ea typeface="Sora"/>
                <a:cs typeface="Sora"/>
                <a:sym typeface="Sora"/>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accent3"/>
              </a:buClr>
              <a:buSzPts val="1200"/>
              <a:buFont typeface="Hanken Grotesk"/>
              <a:buChar char="●"/>
              <a:defRPr sz="1200">
                <a:solidFill>
                  <a:schemeClr val="dk1"/>
                </a:solidFill>
                <a:latin typeface="Hanken Grotesk"/>
                <a:ea typeface="Hanken Grotesk"/>
                <a:cs typeface="Hanken Grotesk"/>
                <a:sym typeface="Hanken Grotesk"/>
              </a:defRPr>
            </a:lvl1pPr>
            <a:lvl2pPr indent="-304800" lvl="1" marL="9144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indent="-304800" lvl="2" marL="13716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indent="-304800" lvl="3" marL="1828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indent="-304800" lvl="4" marL="22860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indent="-304800" lvl="5" marL="27432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indent="-304800" lvl="6" marL="32004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indent="-304800" lvl="7" marL="36576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indent="-304800" lvl="8" marL="411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 Id="rId4" Type="http://schemas.openxmlformats.org/officeDocument/2006/relationships/image" Target="../media/image11.jpg"/><Relationship Id="rId5" Type="http://schemas.openxmlformats.org/officeDocument/2006/relationships/image" Target="../media/image5.jpg"/><Relationship Id="rId6"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29"/>
          <p:cNvSpPr txBox="1"/>
          <p:nvPr>
            <p:ph type="ctrTitle"/>
          </p:nvPr>
        </p:nvSpPr>
        <p:spPr>
          <a:xfrm>
            <a:off x="805350" y="1061650"/>
            <a:ext cx="4689900" cy="230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Sling: Women’s Health</a:t>
            </a:r>
            <a:endParaRPr/>
          </a:p>
        </p:txBody>
      </p:sp>
      <p:sp>
        <p:nvSpPr>
          <p:cNvPr id="1145" name="Google Shape;1145;p29"/>
          <p:cNvSpPr txBox="1"/>
          <p:nvPr>
            <p:ph idx="1" type="subTitle"/>
          </p:nvPr>
        </p:nvSpPr>
        <p:spPr>
          <a:xfrm>
            <a:off x="805350" y="3362950"/>
            <a:ext cx="4689900" cy="365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Featuring: </a:t>
            </a:r>
            <a:r>
              <a:rPr b="1" lang="en"/>
              <a:t>The Control Kit</a:t>
            </a:r>
            <a:endParaRPr b="1"/>
          </a:p>
        </p:txBody>
      </p:sp>
      <p:cxnSp>
        <p:nvCxnSpPr>
          <p:cNvPr id="1146" name="Google Shape;1146;p29"/>
          <p:cNvCxnSpPr/>
          <p:nvPr/>
        </p:nvCxnSpPr>
        <p:spPr>
          <a:xfrm>
            <a:off x="715100" y="1154500"/>
            <a:ext cx="0" cy="2115600"/>
          </a:xfrm>
          <a:prstGeom prst="straightConnector1">
            <a:avLst/>
          </a:prstGeom>
          <a:noFill/>
          <a:ln cap="flat" cmpd="sng" w="9525">
            <a:solidFill>
              <a:schemeClr val="dk1"/>
            </a:solidFill>
            <a:prstDash val="solid"/>
            <a:round/>
            <a:headEnd len="med" w="med" type="none"/>
            <a:tailEnd len="med" w="med" type="none"/>
          </a:ln>
        </p:spPr>
      </p:cxnSp>
      <p:grpSp>
        <p:nvGrpSpPr>
          <p:cNvPr id="1147" name="Google Shape;1147;p29"/>
          <p:cNvGrpSpPr/>
          <p:nvPr/>
        </p:nvGrpSpPr>
        <p:grpSpPr>
          <a:xfrm>
            <a:off x="5585500" y="778875"/>
            <a:ext cx="567000" cy="567000"/>
            <a:chOff x="6816400" y="1061650"/>
            <a:chExt cx="567000" cy="567000"/>
          </a:xfrm>
        </p:grpSpPr>
        <p:sp>
          <p:nvSpPr>
            <p:cNvPr id="1148" name="Google Shape;1148;p29"/>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149" name="Google Shape;1149;p29"/>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150" name="Google Shape;1150;p29"/>
          <p:cNvGrpSpPr/>
          <p:nvPr/>
        </p:nvGrpSpPr>
        <p:grpSpPr>
          <a:xfrm>
            <a:off x="5591437" y="1154511"/>
            <a:ext cx="3797868" cy="3413110"/>
            <a:chOff x="5591437" y="1154511"/>
            <a:chExt cx="3797868" cy="3413110"/>
          </a:xfrm>
        </p:grpSpPr>
        <p:sp>
          <p:nvSpPr>
            <p:cNvPr id="1151" name="Google Shape;1151;p29"/>
            <p:cNvSpPr/>
            <p:nvPr/>
          </p:nvSpPr>
          <p:spPr>
            <a:xfrm>
              <a:off x="6021543" y="1814625"/>
              <a:ext cx="2619300" cy="2619300"/>
            </a:xfrm>
            <a:prstGeom prst="ellipse">
              <a:avLst/>
            </a:prstGeom>
            <a:solidFill>
              <a:srgbClr val="FFFFFF">
                <a:alpha val="622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1152" name="Google Shape;1152;p29"/>
            <p:cNvPicPr preferRelativeResize="0"/>
            <p:nvPr/>
          </p:nvPicPr>
          <p:blipFill rotWithShape="1">
            <a:blip r:embed="rId3">
              <a:alphaModFix/>
            </a:blip>
            <a:srcRect b="13811" l="0" r="0" t="13804"/>
            <a:stretch/>
          </p:blipFill>
          <p:spPr>
            <a:xfrm>
              <a:off x="5591437" y="2092646"/>
              <a:ext cx="3405578" cy="2465141"/>
            </a:xfrm>
            <a:prstGeom prst="rect">
              <a:avLst/>
            </a:prstGeom>
            <a:noFill/>
            <a:ln>
              <a:noFill/>
            </a:ln>
            <a:effectLst>
              <a:outerShdw blurRad="57150" rotWithShape="0" algn="bl" dir="5400000" dist="19050">
                <a:schemeClr val="dk1">
                  <a:alpha val="60000"/>
                </a:schemeClr>
              </a:outerShdw>
            </a:effectLst>
          </p:spPr>
        </p:pic>
        <p:grpSp>
          <p:nvGrpSpPr>
            <p:cNvPr id="1153" name="Google Shape;1153;p29"/>
            <p:cNvGrpSpPr/>
            <p:nvPr/>
          </p:nvGrpSpPr>
          <p:grpSpPr>
            <a:xfrm>
              <a:off x="5651608" y="3728648"/>
              <a:ext cx="1002149" cy="838973"/>
              <a:chOff x="-823040" y="1345871"/>
              <a:chExt cx="4068814" cy="3406305"/>
            </a:xfrm>
          </p:grpSpPr>
          <p:grpSp>
            <p:nvGrpSpPr>
              <p:cNvPr id="1154" name="Google Shape;1154;p29"/>
              <p:cNvGrpSpPr/>
              <p:nvPr/>
            </p:nvGrpSpPr>
            <p:grpSpPr>
              <a:xfrm rot="-1703422">
                <a:off x="-258750" y="1623383"/>
                <a:ext cx="1888530" cy="2851281"/>
                <a:chOff x="-7486623" y="-546700"/>
                <a:chExt cx="2831760" cy="4275360"/>
              </a:xfrm>
            </p:grpSpPr>
            <p:sp>
              <p:nvSpPr>
                <p:cNvPr id="1155" name="Google Shape;1155;p29"/>
                <p:cNvSpPr/>
                <p:nvPr/>
              </p:nvSpPr>
              <p:spPr>
                <a:xfrm>
                  <a:off x="-6915662" y="86180"/>
                  <a:ext cx="629640" cy="629640"/>
                </a:xfrm>
                <a:custGeom>
                  <a:rect b="b" l="l" r="r" t="t"/>
                  <a:pathLst>
                    <a:path extrusionOk="0" h="1749" w="1749">
                      <a:moveTo>
                        <a:pt x="1691" y="566"/>
                      </a:moveTo>
                      <a:lnTo>
                        <a:pt x="1691" y="566"/>
                      </a:lnTo>
                      <a:cubicBezTo>
                        <a:pt x="1863" y="1015"/>
                        <a:pt x="1637" y="1523"/>
                        <a:pt x="1182" y="1691"/>
                      </a:cubicBezTo>
                      <a:cubicBezTo>
                        <a:pt x="733" y="1864"/>
                        <a:pt x="231" y="1637"/>
                        <a:pt x="58" y="1183"/>
                      </a:cubicBezTo>
                      <a:cubicBezTo>
                        <a:pt x="-114" y="734"/>
                        <a:pt x="113" y="230"/>
                        <a:pt x="566" y="58"/>
                      </a:cubicBezTo>
                      <a:cubicBezTo>
                        <a:pt x="1015" y="-115"/>
                        <a:pt x="1523"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6" name="Google Shape;1156;p29"/>
                <p:cNvSpPr/>
                <p:nvPr/>
              </p:nvSpPr>
              <p:spPr>
                <a:xfrm>
                  <a:off x="-6860583" y="141260"/>
                  <a:ext cx="519480" cy="519480"/>
                </a:xfrm>
                <a:custGeom>
                  <a:rect b="b" l="l" r="r" t="t"/>
                  <a:pathLst>
                    <a:path extrusionOk="0" h="1443" w="1443">
                      <a:moveTo>
                        <a:pt x="1395" y="467"/>
                      </a:moveTo>
                      <a:lnTo>
                        <a:pt x="1395" y="467"/>
                      </a:lnTo>
                      <a:cubicBezTo>
                        <a:pt x="1538" y="837"/>
                        <a:pt x="1350" y="1257"/>
                        <a:pt x="975" y="1395"/>
                      </a:cubicBezTo>
                      <a:cubicBezTo>
                        <a:pt x="605" y="1538"/>
                        <a:pt x="186" y="1351"/>
                        <a:pt x="48" y="975"/>
                      </a:cubicBezTo>
                      <a:cubicBezTo>
                        <a:pt x="-95" y="606"/>
                        <a:pt x="93"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7" name="Google Shape;1157;p29"/>
                <p:cNvSpPr/>
                <p:nvPr/>
              </p:nvSpPr>
              <p:spPr>
                <a:xfrm>
                  <a:off x="-6722702" y="158540"/>
                  <a:ext cx="277200" cy="495720"/>
                </a:xfrm>
                <a:custGeom>
                  <a:rect b="b" l="l" r="r" t="t"/>
                  <a:pathLst>
                    <a:path extrusionOk="0" h="1377" w="770">
                      <a:moveTo>
                        <a:pt x="592" y="0"/>
                      </a:moveTo>
                      <a:lnTo>
                        <a:pt x="592" y="0"/>
                      </a:lnTo>
                      <a:cubicBezTo>
                        <a:pt x="0" y="1307"/>
                        <a:pt x="0" y="1307"/>
                        <a:pt x="0" y="1307"/>
                      </a:cubicBezTo>
                      <a:cubicBezTo>
                        <a:pt x="59" y="1342"/>
                        <a:pt x="123" y="1367"/>
                        <a:pt x="188" y="1377"/>
                      </a:cubicBezTo>
                      <a:cubicBezTo>
                        <a:pt x="770" y="94"/>
                        <a:pt x="770" y="94"/>
                        <a:pt x="770" y="94"/>
                      </a:cubicBezTo>
                      <a:cubicBezTo>
                        <a:pt x="715" y="54"/>
                        <a:pt x="651"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8" name="Google Shape;1158;p29"/>
                <p:cNvSpPr/>
                <p:nvPr/>
              </p:nvSpPr>
              <p:spPr>
                <a:xfrm>
                  <a:off x="-7486623" y="1133060"/>
                  <a:ext cx="629640" cy="629640"/>
                </a:xfrm>
                <a:custGeom>
                  <a:rect b="b" l="l" r="r" t="t"/>
                  <a:pathLst>
                    <a:path extrusionOk="0" h="1749" w="1749">
                      <a:moveTo>
                        <a:pt x="1694" y="564"/>
                      </a:moveTo>
                      <a:lnTo>
                        <a:pt x="1694" y="564"/>
                      </a:lnTo>
                      <a:cubicBezTo>
                        <a:pt x="1862" y="1018"/>
                        <a:pt x="1634" y="1522"/>
                        <a:pt x="1186" y="1694"/>
                      </a:cubicBezTo>
                      <a:cubicBezTo>
                        <a:pt x="731" y="1862"/>
                        <a:pt x="228" y="1635"/>
                        <a:pt x="55" y="1186"/>
                      </a:cubicBezTo>
                      <a:cubicBezTo>
                        <a:pt x="-112" y="732"/>
                        <a:pt x="115" y="229"/>
                        <a:pt x="564" y="56"/>
                      </a:cubicBezTo>
                      <a:cubicBezTo>
                        <a:pt x="1018" y="-112"/>
                        <a:pt x="1521" y="115"/>
                        <a:pt x="1694" y="564"/>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59" name="Google Shape;1159;p29"/>
                <p:cNvSpPr/>
                <p:nvPr/>
              </p:nvSpPr>
              <p:spPr>
                <a:xfrm>
                  <a:off x="-7431542" y="1188140"/>
                  <a:ext cx="519120" cy="519480"/>
                </a:xfrm>
                <a:custGeom>
                  <a:rect b="b" l="l" r="r" t="t"/>
                  <a:pathLst>
                    <a:path extrusionOk="0" h="1443" w="1442">
                      <a:moveTo>
                        <a:pt x="1397" y="465"/>
                      </a:moveTo>
                      <a:lnTo>
                        <a:pt x="1397" y="465"/>
                      </a:lnTo>
                      <a:cubicBezTo>
                        <a:pt x="1536" y="841"/>
                        <a:pt x="1348" y="1255"/>
                        <a:pt x="978" y="1398"/>
                      </a:cubicBezTo>
                      <a:cubicBezTo>
                        <a:pt x="603" y="1536"/>
                        <a:pt x="189" y="1349"/>
                        <a:pt x="46" y="979"/>
                      </a:cubicBezTo>
                      <a:cubicBezTo>
                        <a:pt x="-92" y="604"/>
                        <a:pt x="95" y="189"/>
                        <a:pt x="465" y="46"/>
                      </a:cubicBezTo>
                      <a:cubicBezTo>
                        <a:pt x="840" y="-92"/>
                        <a:pt x="1254" y="95"/>
                        <a:pt x="1397"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0" name="Google Shape;1160;p29"/>
                <p:cNvSpPr/>
                <p:nvPr/>
              </p:nvSpPr>
              <p:spPr>
                <a:xfrm>
                  <a:off x="-7294382" y="1204700"/>
                  <a:ext cx="277200" cy="497520"/>
                </a:xfrm>
                <a:custGeom>
                  <a:rect b="b" l="l" r="r" t="t"/>
                  <a:pathLst>
                    <a:path extrusionOk="0" h="1382" w="770">
                      <a:moveTo>
                        <a:pt x="593" y="0"/>
                      </a:moveTo>
                      <a:lnTo>
                        <a:pt x="593" y="0"/>
                      </a:lnTo>
                      <a:cubicBezTo>
                        <a:pt x="0" y="1313"/>
                        <a:pt x="0" y="1313"/>
                        <a:pt x="0" y="1313"/>
                      </a:cubicBezTo>
                      <a:cubicBezTo>
                        <a:pt x="60" y="1342"/>
                        <a:pt x="124" y="1367"/>
                        <a:pt x="193" y="1382"/>
                      </a:cubicBezTo>
                      <a:cubicBezTo>
                        <a:pt x="770" y="99"/>
                        <a:pt x="770" y="99"/>
                        <a:pt x="770" y="99"/>
                      </a:cubicBezTo>
                      <a:cubicBezTo>
                        <a:pt x="716" y="55"/>
                        <a:pt x="656" y="25"/>
                        <a:pt x="593"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1" name="Google Shape;1161;p29"/>
                <p:cNvSpPr/>
                <p:nvPr/>
              </p:nvSpPr>
              <p:spPr>
                <a:xfrm>
                  <a:off x="-6640623" y="812660"/>
                  <a:ext cx="630000" cy="629640"/>
                </a:xfrm>
                <a:custGeom>
                  <a:rect b="b" l="l" r="r" t="t"/>
                  <a:pathLst>
                    <a:path extrusionOk="0" h="1749" w="1750">
                      <a:moveTo>
                        <a:pt x="1692" y="566"/>
                      </a:moveTo>
                      <a:lnTo>
                        <a:pt x="1692" y="566"/>
                      </a:lnTo>
                      <a:cubicBezTo>
                        <a:pt x="1864" y="1015"/>
                        <a:pt x="1637" y="1523"/>
                        <a:pt x="1183" y="1691"/>
                      </a:cubicBezTo>
                      <a:cubicBezTo>
                        <a:pt x="734" y="1864"/>
                        <a:pt x="226" y="1637"/>
                        <a:pt x="58" y="1183"/>
                      </a:cubicBezTo>
                      <a:cubicBezTo>
                        <a:pt x="-115" y="734"/>
                        <a:pt x="112" y="231"/>
                        <a:pt x="567" y="58"/>
                      </a:cubicBezTo>
                      <a:cubicBezTo>
                        <a:pt x="1016" y="-115"/>
                        <a:pt x="1519" y="112"/>
                        <a:pt x="1692"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2" name="Google Shape;1162;p29"/>
                <p:cNvSpPr/>
                <p:nvPr/>
              </p:nvSpPr>
              <p:spPr>
                <a:xfrm>
                  <a:off x="-6585182" y="867740"/>
                  <a:ext cx="519480" cy="519480"/>
                </a:xfrm>
                <a:custGeom>
                  <a:rect b="b" l="l" r="r" t="t"/>
                  <a:pathLst>
                    <a:path extrusionOk="0" h="1443" w="1443">
                      <a:moveTo>
                        <a:pt x="1395" y="467"/>
                      </a:moveTo>
                      <a:lnTo>
                        <a:pt x="1395" y="467"/>
                      </a:lnTo>
                      <a:cubicBezTo>
                        <a:pt x="1538" y="838"/>
                        <a:pt x="1350" y="1257"/>
                        <a:pt x="975" y="1395"/>
                      </a:cubicBezTo>
                      <a:cubicBezTo>
                        <a:pt x="605" y="1538"/>
                        <a:pt x="186" y="1351"/>
                        <a:pt x="47" y="975"/>
                      </a:cubicBezTo>
                      <a:cubicBezTo>
                        <a:pt x="-96" y="605"/>
                        <a:pt x="92"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3" name="Google Shape;1163;p29"/>
                <p:cNvSpPr/>
                <p:nvPr/>
              </p:nvSpPr>
              <p:spPr>
                <a:xfrm>
                  <a:off x="-6447302" y="885020"/>
                  <a:ext cx="275400" cy="495360"/>
                </a:xfrm>
                <a:custGeom>
                  <a:rect b="b" l="l" r="r" t="t"/>
                  <a:pathLst>
                    <a:path extrusionOk="0" h="1376" w="765">
                      <a:moveTo>
                        <a:pt x="587" y="0"/>
                      </a:moveTo>
                      <a:lnTo>
                        <a:pt x="587" y="0"/>
                      </a:lnTo>
                      <a:cubicBezTo>
                        <a:pt x="0" y="1307"/>
                        <a:pt x="0" y="1307"/>
                        <a:pt x="0" y="1307"/>
                      </a:cubicBezTo>
                      <a:cubicBezTo>
                        <a:pt x="59" y="1342"/>
                        <a:pt x="123" y="1367"/>
                        <a:pt x="187" y="1376"/>
                      </a:cubicBezTo>
                      <a:cubicBezTo>
                        <a:pt x="765" y="94"/>
                        <a:pt x="765" y="94"/>
                        <a:pt x="765"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4" name="Google Shape;1164;p29"/>
                <p:cNvSpPr/>
                <p:nvPr/>
              </p:nvSpPr>
              <p:spPr>
                <a:xfrm>
                  <a:off x="-7211223" y="1859540"/>
                  <a:ext cx="629280" cy="629640"/>
                </a:xfrm>
                <a:custGeom>
                  <a:rect b="b" l="l" r="r" t="t"/>
                  <a:pathLst>
                    <a:path extrusionOk="0" h="1749" w="1748">
                      <a:moveTo>
                        <a:pt x="1693" y="563"/>
                      </a:moveTo>
                      <a:lnTo>
                        <a:pt x="1693" y="563"/>
                      </a:lnTo>
                      <a:cubicBezTo>
                        <a:pt x="1860" y="1018"/>
                        <a:pt x="1633" y="1521"/>
                        <a:pt x="1184" y="1694"/>
                      </a:cubicBezTo>
                      <a:cubicBezTo>
                        <a:pt x="731" y="1861"/>
                        <a:pt x="228" y="1634"/>
                        <a:pt x="55" y="1185"/>
                      </a:cubicBezTo>
                      <a:cubicBezTo>
                        <a:pt x="-112" y="731"/>
                        <a:pt x="115" y="229"/>
                        <a:pt x="564" y="56"/>
                      </a:cubicBezTo>
                      <a:cubicBezTo>
                        <a:pt x="1018" y="-112"/>
                        <a:pt x="1520" y="115"/>
                        <a:pt x="1693"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5" name="Google Shape;1165;p29"/>
                <p:cNvSpPr/>
                <p:nvPr/>
              </p:nvSpPr>
              <p:spPr>
                <a:xfrm>
                  <a:off x="-7156142" y="1914620"/>
                  <a:ext cx="519120" cy="519480"/>
                </a:xfrm>
                <a:custGeom>
                  <a:rect b="b" l="l" r="r" t="t"/>
                  <a:pathLst>
                    <a:path extrusionOk="0" h="1443" w="1442">
                      <a:moveTo>
                        <a:pt x="1396" y="465"/>
                      </a:moveTo>
                      <a:lnTo>
                        <a:pt x="1396" y="465"/>
                      </a:lnTo>
                      <a:cubicBezTo>
                        <a:pt x="1535" y="840"/>
                        <a:pt x="1347" y="1254"/>
                        <a:pt x="977" y="1397"/>
                      </a:cubicBezTo>
                      <a:cubicBezTo>
                        <a:pt x="603" y="1535"/>
                        <a:pt x="189" y="1348"/>
                        <a:pt x="46" y="978"/>
                      </a:cubicBezTo>
                      <a:cubicBezTo>
                        <a:pt x="-93" y="603"/>
                        <a:pt x="95" y="190"/>
                        <a:pt x="465" y="46"/>
                      </a:cubicBezTo>
                      <a:cubicBezTo>
                        <a:pt x="840" y="-92"/>
                        <a:pt x="1253" y="96"/>
                        <a:pt x="1396"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6" name="Google Shape;1166;p29"/>
                <p:cNvSpPr/>
                <p:nvPr/>
              </p:nvSpPr>
              <p:spPr>
                <a:xfrm>
                  <a:off x="-7018982" y="1931180"/>
                  <a:ext cx="276840" cy="497160"/>
                </a:xfrm>
                <a:custGeom>
                  <a:rect b="b" l="l" r="r" t="t"/>
                  <a:pathLst>
                    <a:path extrusionOk="0" h="1381" w="769">
                      <a:moveTo>
                        <a:pt x="591" y="0"/>
                      </a:moveTo>
                      <a:lnTo>
                        <a:pt x="591" y="0"/>
                      </a:lnTo>
                      <a:cubicBezTo>
                        <a:pt x="0" y="1312"/>
                        <a:pt x="0" y="1312"/>
                        <a:pt x="0" y="1312"/>
                      </a:cubicBezTo>
                      <a:cubicBezTo>
                        <a:pt x="59" y="1342"/>
                        <a:pt x="124" y="1366"/>
                        <a:pt x="192" y="1381"/>
                      </a:cubicBezTo>
                      <a:cubicBezTo>
                        <a:pt x="769" y="99"/>
                        <a:pt x="769" y="99"/>
                        <a:pt x="769" y="99"/>
                      </a:cubicBezTo>
                      <a:cubicBezTo>
                        <a:pt x="715" y="55"/>
                        <a:pt x="655" y="25"/>
                        <a:pt x="59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7" name="Google Shape;1167;p29"/>
                <p:cNvSpPr/>
                <p:nvPr/>
              </p:nvSpPr>
              <p:spPr>
                <a:xfrm>
                  <a:off x="-6365223" y="1539140"/>
                  <a:ext cx="629640" cy="629280"/>
                </a:xfrm>
                <a:custGeom>
                  <a:rect b="b" l="l" r="r" t="t"/>
                  <a:pathLst>
                    <a:path extrusionOk="0" h="1748" w="1749">
                      <a:moveTo>
                        <a:pt x="1691" y="566"/>
                      </a:moveTo>
                      <a:lnTo>
                        <a:pt x="1691" y="566"/>
                      </a:lnTo>
                      <a:cubicBezTo>
                        <a:pt x="1864" y="1015"/>
                        <a:pt x="1637" y="1522"/>
                        <a:pt x="1183" y="1690"/>
                      </a:cubicBezTo>
                      <a:cubicBezTo>
                        <a:pt x="729" y="1863"/>
                        <a:pt x="226" y="1636"/>
                        <a:pt x="58" y="1183"/>
                      </a:cubicBezTo>
                      <a:cubicBezTo>
                        <a:pt x="-115" y="734"/>
                        <a:pt x="112" y="231"/>
                        <a:pt x="566" y="58"/>
                      </a:cubicBezTo>
                      <a:cubicBezTo>
                        <a:pt x="1015" y="-115"/>
                        <a:pt x="1519"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8" name="Google Shape;1168;p29"/>
                <p:cNvSpPr/>
                <p:nvPr/>
              </p:nvSpPr>
              <p:spPr>
                <a:xfrm>
                  <a:off x="-6310142" y="1594220"/>
                  <a:ext cx="519480" cy="519480"/>
                </a:xfrm>
                <a:custGeom>
                  <a:rect b="b" l="l" r="r" t="t"/>
                  <a:pathLst>
                    <a:path extrusionOk="0" h="1443" w="1443">
                      <a:moveTo>
                        <a:pt x="1395" y="468"/>
                      </a:moveTo>
                      <a:lnTo>
                        <a:pt x="1395" y="468"/>
                      </a:lnTo>
                      <a:cubicBezTo>
                        <a:pt x="1538" y="838"/>
                        <a:pt x="1351" y="1257"/>
                        <a:pt x="976" y="1394"/>
                      </a:cubicBezTo>
                      <a:cubicBezTo>
                        <a:pt x="606" y="1537"/>
                        <a:pt x="186" y="1350"/>
                        <a:pt x="48" y="976"/>
                      </a:cubicBezTo>
                      <a:cubicBezTo>
                        <a:pt x="-95" y="606"/>
                        <a:pt x="92" y="186"/>
                        <a:pt x="468" y="48"/>
                      </a:cubicBezTo>
                      <a:cubicBezTo>
                        <a:pt x="838" y="-95"/>
                        <a:pt x="1252" y="92"/>
                        <a:pt x="1395"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69" name="Google Shape;1169;p29"/>
                <p:cNvSpPr/>
                <p:nvPr/>
              </p:nvSpPr>
              <p:spPr>
                <a:xfrm>
                  <a:off x="-6171903" y="1611500"/>
                  <a:ext cx="275040" cy="495360"/>
                </a:xfrm>
                <a:custGeom>
                  <a:rect b="b" l="l" r="r" t="t"/>
                  <a:pathLst>
                    <a:path extrusionOk="0" h="1376" w="764">
                      <a:moveTo>
                        <a:pt x="587" y="0"/>
                      </a:moveTo>
                      <a:lnTo>
                        <a:pt x="587" y="0"/>
                      </a:lnTo>
                      <a:cubicBezTo>
                        <a:pt x="0" y="1307"/>
                        <a:pt x="0" y="1307"/>
                        <a:pt x="0" y="1307"/>
                      </a:cubicBezTo>
                      <a:cubicBezTo>
                        <a:pt x="59" y="1341"/>
                        <a:pt x="123" y="1366"/>
                        <a:pt x="187" y="1376"/>
                      </a:cubicBezTo>
                      <a:cubicBezTo>
                        <a:pt x="764" y="94"/>
                        <a:pt x="764" y="94"/>
                        <a:pt x="764"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0" name="Google Shape;1170;p29"/>
                <p:cNvSpPr/>
                <p:nvPr/>
              </p:nvSpPr>
              <p:spPr>
                <a:xfrm>
                  <a:off x="-6936542" y="2586380"/>
                  <a:ext cx="628920" cy="629280"/>
                </a:xfrm>
                <a:custGeom>
                  <a:rect b="b" l="l" r="r" t="t"/>
                  <a:pathLst>
                    <a:path extrusionOk="0" h="1748" w="1747">
                      <a:moveTo>
                        <a:pt x="1689" y="563"/>
                      </a:moveTo>
                      <a:lnTo>
                        <a:pt x="1689" y="563"/>
                      </a:lnTo>
                      <a:cubicBezTo>
                        <a:pt x="1862" y="1017"/>
                        <a:pt x="1635" y="1520"/>
                        <a:pt x="1186" y="1692"/>
                      </a:cubicBezTo>
                      <a:cubicBezTo>
                        <a:pt x="732" y="1860"/>
                        <a:pt x="230" y="1633"/>
                        <a:pt x="57" y="1184"/>
                      </a:cubicBezTo>
                      <a:cubicBezTo>
                        <a:pt x="-115" y="730"/>
                        <a:pt x="116" y="227"/>
                        <a:pt x="564" y="54"/>
                      </a:cubicBezTo>
                      <a:cubicBezTo>
                        <a:pt x="1018" y="-113"/>
                        <a:pt x="1522" y="114"/>
                        <a:pt x="1689"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1" name="Google Shape;1171;p29"/>
                <p:cNvSpPr/>
                <p:nvPr/>
              </p:nvSpPr>
              <p:spPr>
                <a:xfrm>
                  <a:off x="-6881102" y="2641460"/>
                  <a:ext cx="518400" cy="519120"/>
                </a:xfrm>
                <a:custGeom>
                  <a:rect b="b" l="l" r="r" t="t"/>
                  <a:pathLst>
                    <a:path extrusionOk="0" h="1442" w="1440">
                      <a:moveTo>
                        <a:pt x="1392" y="464"/>
                      </a:moveTo>
                      <a:lnTo>
                        <a:pt x="1392" y="464"/>
                      </a:lnTo>
                      <a:cubicBezTo>
                        <a:pt x="1535" y="839"/>
                        <a:pt x="1348" y="1253"/>
                        <a:pt x="978" y="1396"/>
                      </a:cubicBezTo>
                      <a:cubicBezTo>
                        <a:pt x="603" y="1535"/>
                        <a:pt x="189" y="1347"/>
                        <a:pt x="46" y="977"/>
                      </a:cubicBezTo>
                      <a:cubicBezTo>
                        <a:pt x="-92" y="602"/>
                        <a:pt x="96" y="188"/>
                        <a:pt x="465" y="45"/>
                      </a:cubicBezTo>
                      <a:cubicBezTo>
                        <a:pt x="839" y="-94"/>
                        <a:pt x="1254" y="94"/>
                        <a:pt x="1392" y="464"/>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2" name="Google Shape;1172;p29"/>
                <p:cNvSpPr/>
                <p:nvPr/>
              </p:nvSpPr>
              <p:spPr>
                <a:xfrm>
                  <a:off x="-6743942" y="2657660"/>
                  <a:ext cx="277200" cy="497160"/>
                </a:xfrm>
                <a:custGeom>
                  <a:rect b="b" l="l" r="r" t="t"/>
                  <a:pathLst>
                    <a:path extrusionOk="0" h="1381" w="770">
                      <a:moveTo>
                        <a:pt x="592" y="0"/>
                      </a:moveTo>
                      <a:lnTo>
                        <a:pt x="592" y="0"/>
                      </a:lnTo>
                      <a:cubicBezTo>
                        <a:pt x="0" y="1312"/>
                        <a:pt x="0" y="1312"/>
                        <a:pt x="0" y="1312"/>
                      </a:cubicBezTo>
                      <a:cubicBezTo>
                        <a:pt x="59" y="1341"/>
                        <a:pt x="123" y="1366"/>
                        <a:pt x="192" y="1381"/>
                      </a:cubicBezTo>
                      <a:cubicBezTo>
                        <a:pt x="770" y="98"/>
                        <a:pt x="770" y="98"/>
                        <a:pt x="770" y="98"/>
                      </a:cubicBezTo>
                      <a:cubicBezTo>
                        <a:pt x="715" y="54"/>
                        <a:pt x="656" y="24"/>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3" name="Google Shape;1173;p29"/>
                <p:cNvSpPr/>
                <p:nvPr/>
              </p:nvSpPr>
              <p:spPr>
                <a:xfrm>
                  <a:off x="-6090542" y="2265260"/>
                  <a:ext cx="629640" cy="630000"/>
                </a:xfrm>
                <a:custGeom>
                  <a:rect b="b" l="l" r="r" t="t"/>
                  <a:pathLst>
                    <a:path extrusionOk="0" h="1750" w="1749">
                      <a:moveTo>
                        <a:pt x="1693" y="567"/>
                      </a:moveTo>
                      <a:lnTo>
                        <a:pt x="1693" y="567"/>
                      </a:lnTo>
                      <a:cubicBezTo>
                        <a:pt x="1861" y="1016"/>
                        <a:pt x="1634" y="1524"/>
                        <a:pt x="1185" y="1692"/>
                      </a:cubicBezTo>
                      <a:cubicBezTo>
                        <a:pt x="731" y="1864"/>
                        <a:pt x="228" y="1637"/>
                        <a:pt x="55" y="1183"/>
                      </a:cubicBezTo>
                      <a:cubicBezTo>
                        <a:pt x="-113" y="734"/>
                        <a:pt x="114" y="231"/>
                        <a:pt x="563" y="58"/>
                      </a:cubicBezTo>
                      <a:cubicBezTo>
                        <a:pt x="1017" y="-115"/>
                        <a:pt x="1520" y="112"/>
                        <a:pt x="1693" y="567"/>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4" name="Google Shape;1174;p29"/>
                <p:cNvSpPr/>
                <p:nvPr/>
              </p:nvSpPr>
              <p:spPr>
                <a:xfrm>
                  <a:off x="-6035462" y="2320700"/>
                  <a:ext cx="519480" cy="519480"/>
                </a:xfrm>
                <a:custGeom>
                  <a:rect b="b" l="l" r="r" t="t"/>
                  <a:pathLst>
                    <a:path extrusionOk="0" h="1443" w="1443">
                      <a:moveTo>
                        <a:pt x="1397" y="467"/>
                      </a:moveTo>
                      <a:lnTo>
                        <a:pt x="1397" y="467"/>
                      </a:lnTo>
                      <a:cubicBezTo>
                        <a:pt x="1535" y="837"/>
                        <a:pt x="1348" y="1256"/>
                        <a:pt x="977" y="1395"/>
                      </a:cubicBezTo>
                      <a:cubicBezTo>
                        <a:pt x="603" y="1538"/>
                        <a:pt x="188" y="1350"/>
                        <a:pt x="45" y="975"/>
                      </a:cubicBezTo>
                      <a:cubicBezTo>
                        <a:pt x="-93" y="605"/>
                        <a:pt x="94" y="190"/>
                        <a:pt x="464" y="47"/>
                      </a:cubicBezTo>
                      <a:cubicBezTo>
                        <a:pt x="840" y="-96"/>
                        <a:pt x="1254" y="92"/>
                        <a:pt x="1397"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5" name="Google Shape;1175;p29"/>
                <p:cNvSpPr/>
                <p:nvPr/>
              </p:nvSpPr>
              <p:spPr>
                <a:xfrm>
                  <a:off x="-5898303" y="2337620"/>
                  <a:ext cx="276840" cy="495720"/>
                </a:xfrm>
                <a:custGeom>
                  <a:rect b="b" l="l" r="r" t="t"/>
                  <a:pathLst>
                    <a:path extrusionOk="0" h="1377" w="769">
                      <a:moveTo>
                        <a:pt x="592" y="0"/>
                      </a:moveTo>
                      <a:lnTo>
                        <a:pt x="592" y="0"/>
                      </a:lnTo>
                      <a:cubicBezTo>
                        <a:pt x="0" y="1308"/>
                        <a:pt x="0" y="1308"/>
                        <a:pt x="0" y="1308"/>
                      </a:cubicBezTo>
                      <a:cubicBezTo>
                        <a:pt x="59" y="1342"/>
                        <a:pt x="123" y="1367"/>
                        <a:pt x="192" y="1377"/>
                      </a:cubicBezTo>
                      <a:cubicBezTo>
                        <a:pt x="769" y="94"/>
                        <a:pt x="769" y="94"/>
                        <a:pt x="769" y="94"/>
                      </a:cubicBezTo>
                      <a:cubicBezTo>
                        <a:pt x="715" y="54"/>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6" name="Google Shape;1176;p29"/>
                <p:cNvSpPr/>
                <p:nvPr/>
              </p:nvSpPr>
              <p:spPr>
                <a:xfrm>
                  <a:off x="-5815142" y="2992100"/>
                  <a:ext cx="629640" cy="629640"/>
                </a:xfrm>
                <a:custGeom>
                  <a:rect b="b" l="l" r="r" t="t"/>
                  <a:pathLst>
                    <a:path extrusionOk="0" h="1749" w="1749">
                      <a:moveTo>
                        <a:pt x="1693" y="565"/>
                      </a:moveTo>
                      <a:lnTo>
                        <a:pt x="1693" y="565"/>
                      </a:lnTo>
                      <a:cubicBezTo>
                        <a:pt x="1861" y="1015"/>
                        <a:pt x="1634" y="1523"/>
                        <a:pt x="1185" y="1691"/>
                      </a:cubicBezTo>
                      <a:cubicBezTo>
                        <a:pt x="731" y="1863"/>
                        <a:pt x="228" y="1637"/>
                        <a:pt x="55" y="1182"/>
                      </a:cubicBezTo>
                      <a:cubicBezTo>
                        <a:pt x="-113" y="733"/>
                        <a:pt x="114" y="230"/>
                        <a:pt x="563" y="57"/>
                      </a:cubicBezTo>
                      <a:cubicBezTo>
                        <a:pt x="1017" y="-115"/>
                        <a:pt x="1520" y="112"/>
                        <a:pt x="1693" y="565"/>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7" name="Google Shape;1177;p29"/>
                <p:cNvSpPr/>
                <p:nvPr/>
              </p:nvSpPr>
              <p:spPr>
                <a:xfrm>
                  <a:off x="-5760062" y="3046820"/>
                  <a:ext cx="519120" cy="519840"/>
                </a:xfrm>
                <a:custGeom>
                  <a:rect b="b" l="l" r="r" t="t"/>
                  <a:pathLst>
                    <a:path extrusionOk="0" h="1444" w="1442">
                      <a:moveTo>
                        <a:pt x="1397" y="468"/>
                      </a:moveTo>
                      <a:lnTo>
                        <a:pt x="1397" y="468"/>
                      </a:lnTo>
                      <a:cubicBezTo>
                        <a:pt x="1535" y="838"/>
                        <a:pt x="1347" y="1257"/>
                        <a:pt x="977" y="1395"/>
                      </a:cubicBezTo>
                      <a:cubicBezTo>
                        <a:pt x="602" y="1539"/>
                        <a:pt x="188" y="1351"/>
                        <a:pt x="45" y="976"/>
                      </a:cubicBezTo>
                      <a:cubicBezTo>
                        <a:pt x="-93" y="606"/>
                        <a:pt x="94" y="191"/>
                        <a:pt x="464" y="48"/>
                      </a:cubicBezTo>
                      <a:cubicBezTo>
                        <a:pt x="839" y="-95"/>
                        <a:pt x="1254" y="93"/>
                        <a:pt x="1397"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8" name="Google Shape;1178;p29"/>
                <p:cNvSpPr/>
                <p:nvPr/>
              </p:nvSpPr>
              <p:spPr>
                <a:xfrm>
                  <a:off x="-5622903" y="3064100"/>
                  <a:ext cx="276840" cy="497520"/>
                </a:xfrm>
                <a:custGeom>
                  <a:rect b="b" l="l" r="r" t="t"/>
                  <a:pathLst>
                    <a:path extrusionOk="0" h="1382" w="769">
                      <a:moveTo>
                        <a:pt x="592" y="0"/>
                      </a:moveTo>
                      <a:lnTo>
                        <a:pt x="592" y="0"/>
                      </a:lnTo>
                      <a:cubicBezTo>
                        <a:pt x="0" y="1308"/>
                        <a:pt x="0" y="1308"/>
                        <a:pt x="0" y="1308"/>
                      </a:cubicBezTo>
                      <a:cubicBezTo>
                        <a:pt x="59" y="1343"/>
                        <a:pt x="123" y="1367"/>
                        <a:pt x="192" y="1382"/>
                      </a:cubicBezTo>
                      <a:cubicBezTo>
                        <a:pt x="769" y="94"/>
                        <a:pt x="769" y="94"/>
                        <a:pt x="769" y="94"/>
                      </a:cubicBezTo>
                      <a:cubicBezTo>
                        <a:pt x="715" y="55"/>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79" name="Google Shape;1179;p29"/>
                <p:cNvSpPr/>
                <p:nvPr/>
              </p:nvSpPr>
              <p:spPr>
                <a:xfrm>
                  <a:off x="-4987142" y="3702020"/>
                  <a:ext cx="38880" cy="21240"/>
                </a:xfrm>
                <a:custGeom>
                  <a:rect b="b" l="l" r="r" t="t"/>
                  <a:pathLst>
                    <a:path extrusionOk="0" h="59" w="108">
                      <a:moveTo>
                        <a:pt x="108" y="0"/>
                      </a:moveTo>
                      <a:lnTo>
                        <a:pt x="108" y="0"/>
                      </a:lnTo>
                      <a:cubicBezTo>
                        <a:pt x="99" y="0"/>
                        <a:pt x="99" y="0"/>
                        <a:pt x="99" y="0"/>
                      </a:cubicBezTo>
                      <a:cubicBezTo>
                        <a:pt x="69" y="20"/>
                        <a:pt x="35" y="39"/>
                        <a:pt x="0" y="59"/>
                      </a:cubicBezTo>
                      <a:cubicBezTo>
                        <a:pt x="5" y="54"/>
                        <a:pt x="5" y="54"/>
                        <a:pt x="5" y="54"/>
                      </a:cubicBezTo>
                      <a:cubicBezTo>
                        <a:pt x="39" y="39"/>
                        <a:pt x="79" y="20"/>
                        <a:pt x="108" y="0"/>
                      </a:cubicBezTo>
                      <a:close/>
                    </a:path>
                  </a:pathLst>
                </a:custGeom>
                <a:solidFill>
                  <a:srgbClr val="92A8B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0" name="Google Shape;1180;p29"/>
                <p:cNvSpPr/>
                <p:nvPr/>
              </p:nvSpPr>
              <p:spPr>
                <a:xfrm>
                  <a:off x="-6594902" y="3702020"/>
                  <a:ext cx="9000" cy="26640"/>
                </a:xfrm>
                <a:custGeom>
                  <a:rect b="b" l="l" r="r" t="t"/>
                  <a:pathLst>
                    <a:path extrusionOk="0" h="74" w="25">
                      <a:moveTo>
                        <a:pt x="0" y="0"/>
                      </a:moveTo>
                      <a:lnTo>
                        <a:pt x="0" y="0"/>
                      </a:lnTo>
                      <a:lnTo>
                        <a:pt x="0" y="0"/>
                      </a:lnTo>
                      <a:cubicBezTo>
                        <a:pt x="5" y="15"/>
                        <a:pt x="10" y="29"/>
                        <a:pt x="15" y="49"/>
                      </a:cubicBezTo>
                      <a:cubicBezTo>
                        <a:pt x="20" y="54"/>
                        <a:pt x="20" y="64"/>
                        <a:pt x="25" y="74"/>
                      </a:cubicBezTo>
                      <a:cubicBezTo>
                        <a:pt x="20" y="64"/>
                        <a:pt x="20" y="54"/>
                        <a:pt x="15" y="49"/>
                      </a:cubicBezTo>
                      <a:cubicBezTo>
                        <a:pt x="10" y="29"/>
                        <a:pt x="5" y="15"/>
                        <a:pt x="0"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1" name="Google Shape;1181;p29"/>
                <p:cNvSpPr/>
                <p:nvPr/>
              </p:nvSpPr>
              <p:spPr>
                <a:xfrm>
                  <a:off x="-6532622" y="3702020"/>
                  <a:ext cx="62280" cy="9000"/>
                </a:xfrm>
                <a:custGeom>
                  <a:rect b="b" l="l" r="r" t="t"/>
                  <a:pathLst>
                    <a:path extrusionOk="0" h="25" w="173">
                      <a:moveTo>
                        <a:pt x="173" y="0"/>
                      </a:moveTo>
                      <a:lnTo>
                        <a:pt x="173" y="0"/>
                      </a:lnTo>
                      <a:cubicBezTo>
                        <a:pt x="0" y="0"/>
                        <a:pt x="0" y="0"/>
                        <a:pt x="0" y="0"/>
                      </a:cubicBezTo>
                      <a:cubicBezTo>
                        <a:pt x="10" y="5"/>
                        <a:pt x="15" y="10"/>
                        <a:pt x="20" y="10"/>
                      </a:cubicBezTo>
                      <a:cubicBezTo>
                        <a:pt x="40" y="20"/>
                        <a:pt x="59" y="25"/>
                        <a:pt x="79" y="25"/>
                      </a:cubicBezTo>
                      <a:cubicBezTo>
                        <a:pt x="108" y="25"/>
                        <a:pt x="143" y="15"/>
                        <a:pt x="173"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2" name="Google Shape;1182;p29"/>
                <p:cNvSpPr/>
                <p:nvPr/>
              </p:nvSpPr>
              <p:spPr>
                <a:xfrm>
                  <a:off x="-4830902" y="-546700"/>
                  <a:ext cx="1800" cy="0"/>
                </a:xfrm>
                <a:custGeom>
                  <a:rect b="b" l="l" r="r" t="t"/>
                  <a:pathLst>
                    <a:path extrusionOk="0" h="120000" w="5">
                      <a:moveTo>
                        <a:pt x="0" y="0"/>
                      </a:moveTo>
                      <a:lnTo>
                        <a:pt x="0" y="0"/>
                      </a:lnTo>
                      <a:lnTo>
                        <a:pt x="5" y="0"/>
                      </a:lnTo>
                      <a:cubicBezTo>
                        <a:pt x="0" y="0"/>
                        <a:pt x="0" y="0"/>
                        <a:pt x="0" y="0"/>
                      </a:cubicBezTo>
                      <a:moveTo>
                        <a:pt x="0" y="0"/>
                      </a:moveTo>
                      <a:lnTo>
                        <a:pt x="0" y="0"/>
                      </a:lnTo>
                      <a:moveTo>
                        <a:pt x="0" y="0"/>
                      </a:moveTo>
                      <a:lnTo>
                        <a:pt x="0" y="0"/>
                      </a:lnTo>
                      <a:close/>
                    </a:path>
                  </a:pathLst>
                </a:custGeom>
                <a:solidFill>
                  <a:srgbClr val="F3F5F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3" name="Google Shape;1183;p29"/>
                <p:cNvSpPr/>
                <p:nvPr/>
              </p:nvSpPr>
              <p:spPr>
                <a:xfrm>
                  <a:off x="-7444175" y="-478625"/>
                  <a:ext cx="2749800" cy="4165200"/>
                </a:xfrm>
                <a:prstGeom prst="roundRect">
                  <a:avLst>
                    <a:gd fmla="val 4885" name="adj"/>
                  </a:avLst>
                </a:prstGeom>
                <a:solidFill>
                  <a:schemeClr val="accent6"/>
                </a:solidFill>
                <a:ln cap="flat" cmpd="sng" w="9525">
                  <a:solidFill>
                    <a:schemeClr val="dk2"/>
                  </a:solidFill>
                  <a:prstDash val="solid"/>
                  <a:round/>
                  <a:headEnd len="sm" w="sm" type="none"/>
                  <a:tailEnd len="sm" w="sm" type="none"/>
                </a:ln>
                <a:effectLst>
                  <a:outerShdw blurRad="57150" rotWithShape="0" algn="bl" dir="5400000" dist="19050">
                    <a:schemeClr val="dk1">
                      <a:alpha val="2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184" name="Google Shape;1184;p29"/>
                <p:cNvSpPr/>
                <p:nvPr/>
              </p:nvSpPr>
              <p:spPr>
                <a:xfrm>
                  <a:off x="-7486262" y="-546700"/>
                  <a:ext cx="2749680" cy="4106520"/>
                </a:xfrm>
                <a:custGeom>
                  <a:rect b="b" l="l" r="r" t="t"/>
                  <a:pathLst>
                    <a:path extrusionOk="0" h="11407" w="7638">
                      <a:moveTo>
                        <a:pt x="0" y="11314"/>
                      </a:moveTo>
                      <a:lnTo>
                        <a:pt x="0" y="11314"/>
                      </a:lnTo>
                      <a:moveTo>
                        <a:pt x="0" y="11314"/>
                      </a:moveTo>
                      <a:lnTo>
                        <a:pt x="0" y="11314"/>
                      </a:lnTo>
                      <a:moveTo>
                        <a:pt x="0" y="11308"/>
                      </a:moveTo>
                      <a:lnTo>
                        <a:pt x="0" y="11308"/>
                      </a:lnTo>
                      <a:cubicBezTo>
                        <a:pt x="0" y="11314"/>
                        <a:pt x="0" y="11314"/>
                        <a:pt x="0" y="11314"/>
                      </a:cubicBezTo>
                      <a:lnTo>
                        <a:pt x="0" y="11308"/>
                      </a:lnTo>
                      <a:moveTo>
                        <a:pt x="0" y="493"/>
                      </a:moveTo>
                      <a:lnTo>
                        <a:pt x="0" y="493"/>
                      </a:lnTo>
                      <a:lnTo>
                        <a:pt x="0" y="493"/>
                      </a:lnTo>
                      <a:cubicBezTo>
                        <a:pt x="0" y="11308"/>
                        <a:pt x="0" y="11308"/>
                        <a:pt x="0" y="11308"/>
                      </a:cubicBezTo>
                      <a:lnTo>
                        <a:pt x="0" y="11308"/>
                      </a:lnTo>
                      <a:lnTo>
                        <a:pt x="0" y="11308"/>
                      </a:lnTo>
                      <a:cubicBezTo>
                        <a:pt x="0" y="493"/>
                        <a:pt x="0" y="493"/>
                        <a:pt x="0" y="493"/>
                      </a:cubicBezTo>
                      <a:moveTo>
                        <a:pt x="1422" y="6775"/>
                      </a:moveTo>
                      <a:lnTo>
                        <a:pt x="1422" y="6775"/>
                      </a:lnTo>
                      <a:cubicBezTo>
                        <a:pt x="938" y="6775"/>
                        <a:pt x="543" y="6385"/>
                        <a:pt x="543" y="5902"/>
                      </a:cubicBezTo>
                      <a:cubicBezTo>
                        <a:pt x="543" y="5418"/>
                        <a:pt x="938" y="5028"/>
                        <a:pt x="1422" y="5028"/>
                      </a:cubicBezTo>
                      <a:cubicBezTo>
                        <a:pt x="1899" y="5028"/>
                        <a:pt x="2294" y="5418"/>
                        <a:pt x="2294" y="5902"/>
                      </a:cubicBezTo>
                      <a:cubicBezTo>
                        <a:pt x="2294" y="6385"/>
                        <a:pt x="1899" y="6775"/>
                        <a:pt x="1422" y="6775"/>
                      </a:cubicBezTo>
                      <a:moveTo>
                        <a:pt x="1422" y="4618"/>
                      </a:moveTo>
                      <a:lnTo>
                        <a:pt x="1422" y="4618"/>
                      </a:lnTo>
                      <a:cubicBezTo>
                        <a:pt x="938" y="4618"/>
                        <a:pt x="543" y="4228"/>
                        <a:pt x="543" y="3745"/>
                      </a:cubicBezTo>
                      <a:cubicBezTo>
                        <a:pt x="543" y="3262"/>
                        <a:pt x="938" y="2872"/>
                        <a:pt x="1422" y="2872"/>
                      </a:cubicBezTo>
                      <a:cubicBezTo>
                        <a:pt x="1899" y="2872"/>
                        <a:pt x="2294" y="3262"/>
                        <a:pt x="2294" y="3745"/>
                      </a:cubicBezTo>
                      <a:cubicBezTo>
                        <a:pt x="2294" y="4228"/>
                        <a:pt x="1899" y="4618"/>
                        <a:pt x="1422" y="4618"/>
                      </a:cubicBezTo>
                      <a:moveTo>
                        <a:pt x="3932" y="4618"/>
                      </a:moveTo>
                      <a:lnTo>
                        <a:pt x="3932" y="4618"/>
                      </a:lnTo>
                      <a:cubicBezTo>
                        <a:pt x="3448" y="4618"/>
                        <a:pt x="3059" y="4228"/>
                        <a:pt x="3059" y="3745"/>
                      </a:cubicBezTo>
                      <a:cubicBezTo>
                        <a:pt x="3059" y="3262"/>
                        <a:pt x="3448" y="2872"/>
                        <a:pt x="3932" y="2872"/>
                      </a:cubicBezTo>
                      <a:cubicBezTo>
                        <a:pt x="4415" y="2872"/>
                        <a:pt x="4805" y="3262"/>
                        <a:pt x="4805" y="3745"/>
                      </a:cubicBezTo>
                      <a:cubicBezTo>
                        <a:pt x="4805" y="4228"/>
                        <a:pt x="4415" y="4618"/>
                        <a:pt x="3932" y="4618"/>
                      </a:cubicBezTo>
                      <a:moveTo>
                        <a:pt x="1422" y="2462"/>
                      </a:moveTo>
                      <a:lnTo>
                        <a:pt x="1422" y="2462"/>
                      </a:lnTo>
                      <a:cubicBezTo>
                        <a:pt x="938" y="2462"/>
                        <a:pt x="543" y="2067"/>
                        <a:pt x="543" y="1584"/>
                      </a:cubicBezTo>
                      <a:cubicBezTo>
                        <a:pt x="543" y="1105"/>
                        <a:pt x="938" y="710"/>
                        <a:pt x="1422" y="710"/>
                      </a:cubicBezTo>
                      <a:cubicBezTo>
                        <a:pt x="1899" y="710"/>
                        <a:pt x="2294" y="1105"/>
                        <a:pt x="2294" y="1584"/>
                      </a:cubicBezTo>
                      <a:cubicBezTo>
                        <a:pt x="2294" y="2067"/>
                        <a:pt x="1899" y="2462"/>
                        <a:pt x="1422" y="2462"/>
                      </a:cubicBezTo>
                      <a:moveTo>
                        <a:pt x="3932" y="2462"/>
                      </a:moveTo>
                      <a:lnTo>
                        <a:pt x="3932" y="2462"/>
                      </a:lnTo>
                      <a:cubicBezTo>
                        <a:pt x="3448" y="2462"/>
                        <a:pt x="3059" y="2067"/>
                        <a:pt x="3059" y="1584"/>
                      </a:cubicBezTo>
                      <a:cubicBezTo>
                        <a:pt x="3059" y="1105"/>
                        <a:pt x="3448" y="710"/>
                        <a:pt x="3932" y="710"/>
                      </a:cubicBezTo>
                      <a:cubicBezTo>
                        <a:pt x="4415" y="710"/>
                        <a:pt x="4805" y="1105"/>
                        <a:pt x="4805" y="1584"/>
                      </a:cubicBezTo>
                      <a:cubicBezTo>
                        <a:pt x="4805" y="2067"/>
                        <a:pt x="4415" y="2462"/>
                        <a:pt x="3932" y="2462"/>
                      </a:cubicBezTo>
                      <a:moveTo>
                        <a:pt x="7253" y="138"/>
                      </a:moveTo>
                      <a:lnTo>
                        <a:pt x="7253" y="138"/>
                      </a:lnTo>
                      <a:cubicBezTo>
                        <a:pt x="612" y="138"/>
                        <a:pt x="612" y="138"/>
                        <a:pt x="612" y="138"/>
                      </a:cubicBezTo>
                      <a:cubicBezTo>
                        <a:pt x="351" y="138"/>
                        <a:pt x="134" y="350"/>
                        <a:pt x="134" y="616"/>
                      </a:cubicBezTo>
                      <a:cubicBezTo>
                        <a:pt x="134" y="11185"/>
                        <a:pt x="134" y="11185"/>
                        <a:pt x="134" y="11185"/>
                      </a:cubicBezTo>
                      <a:cubicBezTo>
                        <a:pt x="134" y="11264"/>
                        <a:pt x="153" y="11338"/>
                        <a:pt x="188" y="11407"/>
                      </a:cubicBezTo>
                      <a:cubicBezTo>
                        <a:pt x="676" y="10677"/>
                        <a:pt x="676" y="10677"/>
                        <a:pt x="676" y="10677"/>
                      </a:cubicBezTo>
                      <a:cubicBezTo>
                        <a:pt x="593" y="10544"/>
                        <a:pt x="543" y="10386"/>
                        <a:pt x="543" y="10218"/>
                      </a:cubicBezTo>
                      <a:cubicBezTo>
                        <a:pt x="543" y="9734"/>
                        <a:pt x="938" y="9344"/>
                        <a:pt x="1422" y="9344"/>
                      </a:cubicBezTo>
                      <a:cubicBezTo>
                        <a:pt x="1471" y="9344"/>
                        <a:pt x="1520" y="9344"/>
                        <a:pt x="1569" y="9354"/>
                      </a:cubicBezTo>
                      <a:cubicBezTo>
                        <a:pt x="1998" y="8713"/>
                        <a:pt x="1998" y="8713"/>
                        <a:pt x="1998" y="8713"/>
                      </a:cubicBezTo>
                      <a:cubicBezTo>
                        <a:pt x="1846" y="8851"/>
                        <a:pt x="1643" y="8935"/>
                        <a:pt x="1422" y="8935"/>
                      </a:cubicBezTo>
                      <a:cubicBezTo>
                        <a:pt x="938" y="8935"/>
                        <a:pt x="543" y="8540"/>
                        <a:pt x="543" y="8057"/>
                      </a:cubicBezTo>
                      <a:cubicBezTo>
                        <a:pt x="543" y="7578"/>
                        <a:pt x="938" y="7184"/>
                        <a:pt x="1422" y="7184"/>
                      </a:cubicBezTo>
                      <a:cubicBezTo>
                        <a:pt x="1899" y="7184"/>
                        <a:pt x="2294" y="7578"/>
                        <a:pt x="2294" y="8057"/>
                      </a:cubicBezTo>
                      <a:cubicBezTo>
                        <a:pt x="2294" y="8160"/>
                        <a:pt x="2274" y="8259"/>
                        <a:pt x="2244" y="8348"/>
                      </a:cubicBezTo>
                      <a:cubicBezTo>
                        <a:pt x="3414" y="6607"/>
                        <a:pt x="3414" y="6607"/>
                        <a:pt x="3414" y="6607"/>
                      </a:cubicBezTo>
                      <a:cubicBezTo>
                        <a:pt x="3197" y="6449"/>
                        <a:pt x="3059" y="6192"/>
                        <a:pt x="3059" y="5902"/>
                      </a:cubicBezTo>
                      <a:cubicBezTo>
                        <a:pt x="3059" y="5418"/>
                        <a:pt x="3448" y="5028"/>
                        <a:pt x="3932" y="5028"/>
                      </a:cubicBezTo>
                      <a:cubicBezTo>
                        <a:pt x="4100" y="5028"/>
                        <a:pt x="4258" y="5077"/>
                        <a:pt x="4391" y="5156"/>
                      </a:cubicBezTo>
                      <a:cubicBezTo>
                        <a:pt x="6226" y="2433"/>
                        <a:pt x="6226" y="2433"/>
                        <a:pt x="6226" y="2433"/>
                      </a:cubicBezTo>
                      <a:cubicBezTo>
                        <a:pt x="5846" y="2334"/>
                        <a:pt x="5570" y="1994"/>
                        <a:pt x="5570" y="1584"/>
                      </a:cubicBezTo>
                      <a:cubicBezTo>
                        <a:pt x="5570" y="1105"/>
                        <a:pt x="5960" y="710"/>
                        <a:pt x="6444" y="710"/>
                      </a:cubicBezTo>
                      <a:cubicBezTo>
                        <a:pt x="6730" y="710"/>
                        <a:pt x="6987" y="849"/>
                        <a:pt x="7144" y="1061"/>
                      </a:cubicBezTo>
                      <a:cubicBezTo>
                        <a:pt x="7638" y="336"/>
                        <a:pt x="7638" y="336"/>
                        <a:pt x="7638" y="336"/>
                      </a:cubicBezTo>
                      <a:cubicBezTo>
                        <a:pt x="7549" y="217"/>
                        <a:pt x="7410" y="138"/>
                        <a:pt x="7253" y="138"/>
                      </a:cubicBezTo>
                      <a:moveTo>
                        <a:pt x="7381" y="0"/>
                      </a:moveTo>
                      <a:lnTo>
                        <a:pt x="7381" y="0"/>
                      </a:lnTo>
                      <a:cubicBezTo>
                        <a:pt x="7386" y="0"/>
                        <a:pt x="7386" y="0"/>
                        <a:pt x="7386" y="0"/>
                      </a:cubicBezTo>
                      <a:lnTo>
                        <a:pt x="7381" y="0"/>
                      </a:lnTo>
                      <a:moveTo>
                        <a:pt x="7381" y="0"/>
                      </a:moveTo>
                      <a:lnTo>
                        <a:pt x="7381" y="0"/>
                      </a:lnTo>
                      <a:moveTo>
                        <a:pt x="7381" y="0"/>
                      </a:moveTo>
                      <a:lnTo>
                        <a:pt x="7381"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5" name="Google Shape;1185;p29"/>
                <p:cNvSpPr/>
                <p:nvPr/>
              </p:nvSpPr>
              <p:spPr>
                <a:xfrm>
                  <a:off x="-6575462" y="-376420"/>
                  <a:ext cx="69480" cy="3907800"/>
                </a:xfrm>
                <a:custGeom>
                  <a:rect b="b" l="l" r="r" t="t"/>
                  <a:pathLst>
                    <a:path extrusionOk="0" h="10855" w="193">
                      <a:moveTo>
                        <a:pt x="99" y="10855"/>
                      </a:moveTo>
                      <a:lnTo>
                        <a:pt x="99" y="10855"/>
                      </a:lnTo>
                      <a:lnTo>
                        <a:pt x="99" y="10855"/>
                      </a:lnTo>
                      <a:cubicBezTo>
                        <a:pt x="45" y="10855"/>
                        <a:pt x="0" y="10811"/>
                        <a:pt x="0" y="10757"/>
                      </a:cubicBezTo>
                      <a:cubicBezTo>
                        <a:pt x="0" y="99"/>
                        <a:pt x="0" y="99"/>
                        <a:pt x="0" y="99"/>
                      </a:cubicBezTo>
                      <a:cubicBezTo>
                        <a:pt x="0" y="45"/>
                        <a:pt x="45" y="0"/>
                        <a:pt x="99" y="0"/>
                      </a:cubicBezTo>
                      <a:cubicBezTo>
                        <a:pt x="153" y="0"/>
                        <a:pt x="193" y="45"/>
                        <a:pt x="193" y="99"/>
                      </a:cubicBezTo>
                      <a:cubicBezTo>
                        <a:pt x="193" y="10757"/>
                        <a:pt x="193" y="10757"/>
                        <a:pt x="193" y="10757"/>
                      </a:cubicBezTo>
                      <a:cubicBezTo>
                        <a:pt x="193" y="10811"/>
                        <a:pt x="153" y="10855"/>
                        <a:pt x="99"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6" name="Google Shape;1186;p29"/>
                <p:cNvSpPr/>
                <p:nvPr/>
              </p:nvSpPr>
              <p:spPr>
                <a:xfrm>
                  <a:off x="-5635502" y="-376420"/>
                  <a:ext cx="69120" cy="3907800"/>
                </a:xfrm>
                <a:custGeom>
                  <a:rect b="b" l="l" r="r" t="t"/>
                  <a:pathLst>
                    <a:path extrusionOk="0" h="10855" w="192">
                      <a:moveTo>
                        <a:pt x="94" y="10855"/>
                      </a:moveTo>
                      <a:lnTo>
                        <a:pt x="94" y="10855"/>
                      </a:lnTo>
                      <a:lnTo>
                        <a:pt x="94" y="10855"/>
                      </a:lnTo>
                      <a:cubicBezTo>
                        <a:pt x="39" y="10855"/>
                        <a:pt x="0" y="10811"/>
                        <a:pt x="0" y="10757"/>
                      </a:cubicBezTo>
                      <a:cubicBezTo>
                        <a:pt x="0" y="99"/>
                        <a:pt x="0" y="99"/>
                        <a:pt x="0" y="99"/>
                      </a:cubicBezTo>
                      <a:cubicBezTo>
                        <a:pt x="0" y="45"/>
                        <a:pt x="39" y="0"/>
                        <a:pt x="94" y="0"/>
                      </a:cubicBezTo>
                      <a:cubicBezTo>
                        <a:pt x="148" y="0"/>
                        <a:pt x="192" y="45"/>
                        <a:pt x="192" y="99"/>
                      </a:cubicBezTo>
                      <a:cubicBezTo>
                        <a:pt x="192" y="10757"/>
                        <a:pt x="192" y="10757"/>
                        <a:pt x="192" y="10757"/>
                      </a:cubicBezTo>
                      <a:cubicBezTo>
                        <a:pt x="192" y="10811"/>
                        <a:pt x="148" y="10855"/>
                        <a:pt x="94"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7" name="Google Shape;1187;p29"/>
                <p:cNvSpPr/>
                <p:nvPr/>
              </p:nvSpPr>
              <p:spPr>
                <a:xfrm>
                  <a:off x="-7290782" y="-291100"/>
                  <a:ext cx="630360" cy="630720"/>
                </a:xfrm>
                <a:custGeom>
                  <a:rect b="b" l="l" r="r" t="t"/>
                  <a:pathLst>
                    <a:path extrusionOk="0" h="1752" w="1751">
                      <a:moveTo>
                        <a:pt x="1751" y="874"/>
                      </a:moveTo>
                      <a:lnTo>
                        <a:pt x="1751" y="874"/>
                      </a:lnTo>
                      <a:cubicBezTo>
                        <a:pt x="1751" y="1357"/>
                        <a:pt x="1356" y="1752"/>
                        <a:pt x="879" y="1752"/>
                      </a:cubicBezTo>
                      <a:cubicBezTo>
                        <a:pt x="395" y="1752"/>
                        <a:pt x="0" y="1357"/>
                        <a:pt x="0" y="874"/>
                      </a:cubicBezTo>
                      <a:cubicBezTo>
                        <a:pt x="0" y="395"/>
                        <a:pt x="395" y="0"/>
                        <a:pt x="879" y="0"/>
                      </a:cubicBezTo>
                      <a:cubicBezTo>
                        <a:pt x="1356" y="0"/>
                        <a:pt x="1751" y="395"/>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8" name="Google Shape;1188;p29"/>
                <p:cNvSpPr/>
                <p:nvPr/>
              </p:nvSpPr>
              <p:spPr>
                <a:xfrm>
                  <a:off x="-7233902" y="23540"/>
                  <a:ext cx="518400" cy="294840"/>
                </a:xfrm>
                <a:custGeom>
                  <a:rect b="b" l="l" r="r" t="t"/>
                  <a:pathLst>
                    <a:path extrusionOk="0" h="819" w="1440">
                      <a:moveTo>
                        <a:pt x="1440" y="0"/>
                      </a:moveTo>
                      <a:lnTo>
                        <a:pt x="1440" y="0"/>
                      </a:lnTo>
                      <a:cubicBezTo>
                        <a:pt x="1440" y="207"/>
                        <a:pt x="1351" y="394"/>
                        <a:pt x="1213" y="528"/>
                      </a:cubicBezTo>
                      <a:cubicBezTo>
                        <a:pt x="1085" y="646"/>
                        <a:pt x="908" y="725"/>
                        <a:pt x="721" y="725"/>
                      </a:cubicBezTo>
                      <a:cubicBezTo>
                        <a:pt x="331" y="725"/>
                        <a:pt x="15" y="414"/>
                        <a:pt x="0" y="29"/>
                      </a:cubicBezTo>
                      <a:cubicBezTo>
                        <a:pt x="15" y="419"/>
                        <a:pt x="311" y="819"/>
                        <a:pt x="735" y="819"/>
                      </a:cubicBezTo>
                      <a:cubicBezTo>
                        <a:pt x="1164" y="819"/>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89" name="Google Shape;1189;p29"/>
                <p:cNvSpPr/>
                <p:nvPr/>
              </p:nvSpPr>
              <p:spPr>
                <a:xfrm>
                  <a:off x="-7233902" y="-236020"/>
                  <a:ext cx="518400" cy="520560"/>
                </a:xfrm>
                <a:custGeom>
                  <a:rect b="b" l="l" r="r" t="t"/>
                  <a:pathLst>
                    <a:path extrusionOk="0" h="1446" w="1440">
                      <a:moveTo>
                        <a:pt x="1440" y="721"/>
                      </a:moveTo>
                      <a:lnTo>
                        <a:pt x="1440" y="721"/>
                      </a:lnTo>
                      <a:cubicBezTo>
                        <a:pt x="1440" y="1121"/>
                        <a:pt x="1115" y="1446"/>
                        <a:pt x="721" y="1446"/>
                      </a:cubicBezTo>
                      <a:cubicBezTo>
                        <a:pt x="321" y="1446"/>
                        <a:pt x="0" y="1121"/>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0" name="Google Shape;1190;p29"/>
                <p:cNvSpPr/>
                <p:nvPr/>
              </p:nvSpPr>
              <p:spPr>
                <a:xfrm>
                  <a:off x="-7169823" y="-171940"/>
                  <a:ext cx="413280" cy="414000"/>
                </a:xfrm>
                <a:custGeom>
                  <a:rect b="b" l="l" r="r" t="t"/>
                  <a:pathLst>
                    <a:path extrusionOk="0" h="1150" w="1148">
                      <a:moveTo>
                        <a:pt x="1015" y="0"/>
                      </a:moveTo>
                      <a:lnTo>
                        <a:pt x="1015" y="0"/>
                      </a:lnTo>
                      <a:cubicBezTo>
                        <a:pt x="0" y="1021"/>
                        <a:pt x="0" y="1021"/>
                        <a:pt x="0" y="1021"/>
                      </a:cubicBezTo>
                      <a:cubicBezTo>
                        <a:pt x="44" y="1071"/>
                        <a:pt x="94" y="1115"/>
                        <a:pt x="153" y="1150"/>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1" name="Google Shape;1191;p29"/>
                <p:cNvSpPr/>
                <p:nvPr/>
              </p:nvSpPr>
              <p:spPr>
                <a:xfrm>
                  <a:off x="-7235702" y="-189580"/>
                  <a:ext cx="111960" cy="223560"/>
                </a:xfrm>
                <a:custGeom>
                  <a:rect b="b" l="l" r="r" t="t"/>
                  <a:pathLst>
                    <a:path extrusionOk="0" h="621" w="311">
                      <a:moveTo>
                        <a:pt x="311" y="0"/>
                      </a:moveTo>
                      <a:lnTo>
                        <a:pt x="311" y="0"/>
                      </a:lnTo>
                      <a:cubicBezTo>
                        <a:pt x="123" y="133"/>
                        <a:pt x="0" y="350"/>
                        <a:pt x="0" y="592"/>
                      </a:cubicBezTo>
                      <a:cubicBezTo>
                        <a:pt x="0" y="602"/>
                        <a:pt x="5" y="612"/>
                        <a:pt x="5" y="621"/>
                      </a:cubicBezTo>
                      <a:cubicBezTo>
                        <a:pt x="5" y="612"/>
                        <a:pt x="5" y="602"/>
                        <a:pt x="5" y="592"/>
                      </a:cubicBezTo>
                      <a:lnTo>
                        <a:pt x="5" y="592"/>
                      </a:lnTo>
                      <a:lnTo>
                        <a:pt x="5" y="592"/>
                      </a:lnTo>
                      <a:cubicBezTo>
                        <a:pt x="5" y="350"/>
                        <a:pt x="123" y="133"/>
                        <a:pt x="31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2" name="Google Shape;1192;p29"/>
                <p:cNvSpPr/>
                <p:nvPr/>
              </p:nvSpPr>
              <p:spPr>
                <a:xfrm>
                  <a:off x="-7169823" y="-171940"/>
                  <a:ext cx="413280" cy="414000"/>
                </a:xfrm>
                <a:custGeom>
                  <a:rect b="b" l="l" r="r" t="t"/>
                  <a:pathLst>
                    <a:path extrusionOk="0" h="1150" w="1148">
                      <a:moveTo>
                        <a:pt x="19" y="997"/>
                      </a:moveTo>
                      <a:lnTo>
                        <a:pt x="19" y="997"/>
                      </a:lnTo>
                      <a:cubicBezTo>
                        <a:pt x="0" y="1021"/>
                        <a:pt x="0" y="1021"/>
                        <a:pt x="0" y="1021"/>
                      </a:cubicBezTo>
                      <a:cubicBezTo>
                        <a:pt x="44" y="1071"/>
                        <a:pt x="94" y="1115"/>
                        <a:pt x="153" y="1150"/>
                      </a:cubicBezTo>
                      <a:cubicBezTo>
                        <a:pt x="172" y="1130"/>
                        <a:pt x="172" y="1130"/>
                        <a:pt x="172" y="1130"/>
                      </a:cubicBezTo>
                      <a:cubicBezTo>
                        <a:pt x="118" y="1096"/>
                        <a:pt x="64" y="1051"/>
                        <a:pt x="19" y="997"/>
                      </a:cubicBezTo>
                      <a:moveTo>
                        <a:pt x="1015" y="0"/>
                      </a:moveTo>
                      <a:lnTo>
                        <a:pt x="1015" y="0"/>
                      </a:lnTo>
                      <a:cubicBezTo>
                        <a:pt x="991" y="25"/>
                        <a:pt x="991" y="25"/>
                        <a:pt x="991" y="25"/>
                      </a:cubicBezTo>
                      <a:cubicBezTo>
                        <a:pt x="1045" y="69"/>
                        <a:pt x="1089" y="118"/>
                        <a:pt x="1124" y="178"/>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3" name="Google Shape;1193;p29"/>
                <p:cNvSpPr/>
                <p:nvPr/>
              </p:nvSpPr>
              <p:spPr>
                <a:xfrm>
                  <a:off x="-6385022" y="-291100"/>
                  <a:ext cx="628560" cy="630720"/>
                </a:xfrm>
                <a:custGeom>
                  <a:rect b="b" l="l" r="r" t="t"/>
                  <a:pathLst>
                    <a:path extrusionOk="0" h="1752" w="1746">
                      <a:moveTo>
                        <a:pt x="1746" y="874"/>
                      </a:moveTo>
                      <a:lnTo>
                        <a:pt x="1746" y="874"/>
                      </a:lnTo>
                      <a:cubicBezTo>
                        <a:pt x="1746" y="1357"/>
                        <a:pt x="1356" y="1752"/>
                        <a:pt x="873" y="1752"/>
                      </a:cubicBezTo>
                      <a:cubicBezTo>
                        <a:pt x="389" y="1752"/>
                        <a:pt x="0" y="1357"/>
                        <a:pt x="0" y="874"/>
                      </a:cubicBezTo>
                      <a:cubicBezTo>
                        <a:pt x="0" y="395"/>
                        <a:pt x="389" y="0"/>
                        <a:pt x="873" y="0"/>
                      </a:cubicBezTo>
                      <a:cubicBezTo>
                        <a:pt x="1356" y="0"/>
                        <a:pt x="1746" y="395"/>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4" name="Google Shape;1194;p29"/>
                <p:cNvSpPr/>
                <p:nvPr/>
              </p:nvSpPr>
              <p:spPr>
                <a:xfrm>
                  <a:off x="-6329942" y="23540"/>
                  <a:ext cx="518400" cy="294840"/>
                </a:xfrm>
                <a:custGeom>
                  <a:rect b="b" l="l" r="r" t="t"/>
                  <a:pathLst>
                    <a:path extrusionOk="0" h="819" w="1440">
                      <a:moveTo>
                        <a:pt x="0" y="0"/>
                      </a:moveTo>
                      <a:lnTo>
                        <a:pt x="0" y="0"/>
                      </a:lnTo>
                      <a:cubicBezTo>
                        <a:pt x="0" y="5"/>
                        <a:pt x="0" y="5"/>
                        <a:pt x="0" y="5"/>
                      </a:cubicBezTo>
                      <a:lnTo>
                        <a:pt x="0" y="0"/>
                      </a:lnTo>
                      <a:moveTo>
                        <a:pt x="1440" y="0"/>
                      </a:moveTo>
                      <a:lnTo>
                        <a:pt x="1440" y="0"/>
                      </a:lnTo>
                      <a:cubicBezTo>
                        <a:pt x="1440" y="400"/>
                        <a:pt x="1119" y="725"/>
                        <a:pt x="720" y="725"/>
                      </a:cubicBezTo>
                      <a:cubicBezTo>
                        <a:pt x="320" y="725"/>
                        <a:pt x="0" y="400"/>
                        <a:pt x="0" y="5"/>
                      </a:cubicBezTo>
                      <a:cubicBezTo>
                        <a:pt x="0" y="400"/>
                        <a:pt x="300" y="819"/>
                        <a:pt x="735" y="819"/>
                      </a:cubicBezTo>
                      <a:cubicBezTo>
                        <a:pt x="1164" y="819"/>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5" name="Google Shape;1195;p29"/>
                <p:cNvSpPr/>
                <p:nvPr/>
              </p:nvSpPr>
              <p:spPr>
                <a:xfrm>
                  <a:off x="-6329942" y="-236020"/>
                  <a:ext cx="518400" cy="520560"/>
                </a:xfrm>
                <a:custGeom>
                  <a:rect b="b" l="l" r="r" t="t"/>
                  <a:pathLst>
                    <a:path extrusionOk="0" h="1446" w="1440">
                      <a:moveTo>
                        <a:pt x="1440" y="721"/>
                      </a:moveTo>
                      <a:lnTo>
                        <a:pt x="1440" y="721"/>
                      </a:lnTo>
                      <a:cubicBezTo>
                        <a:pt x="1440" y="1121"/>
                        <a:pt x="1119" y="1446"/>
                        <a:pt x="720" y="1446"/>
                      </a:cubicBezTo>
                      <a:cubicBezTo>
                        <a:pt x="320" y="1446"/>
                        <a:pt x="0" y="1121"/>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6" name="Google Shape;1196;p29"/>
                <p:cNvSpPr/>
                <p:nvPr/>
              </p:nvSpPr>
              <p:spPr>
                <a:xfrm>
                  <a:off x="-6266222" y="-171940"/>
                  <a:ext cx="414000" cy="414000"/>
                </a:xfrm>
                <a:custGeom>
                  <a:rect b="b" l="l" r="r" t="t"/>
                  <a:pathLst>
                    <a:path extrusionOk="0" h="1150" w="1150">
                      <a:moveTo>
                        <a:pt x="1017" y="0"/>
                      </a:moveTo>
                      <a:lnTo>
                        <a:pt x="1017" y="0"/>
                      </a:lnTo>
                      <a:cubicBezTo>
                        <a:pt x="0" y="1021"/>
                        <a:pt x="0" y="1021"/>
                        <a:pt x="0" y="1021"/>
                      </a:cubicBezTo>
                      <a:cubicBezTo>
                        <a:pt x="45" y="1071"/>
                        <a:pt x="99" y="1115"/>
                        <a:pt x="153" y="1150"/>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7" name="Google Shape;1197;p29"/>
                <p:cNvSpPr/>
                <p:nvPr/>
              </p:nvSpPr>
              <p:spPr>
                <a:xfrm>
                  <a:off x="-6329942" y="23540"/>
                  <a:ext cx="518400" cy="1800"/>
                </a:xfrm>
                <a:custGeom>
                  <a:rect b="b" l="l" r="r" t="t"/>
                  <a:pathLst>
                    <a:path extrusionOk="0" h="5" w="1440">
                      <a:moveTo>
                        <a:pt x="0" y="5"/>
                      </a:moveTo>
                      <a:lnTo>
                        <a:pt x="0" y="5"/>
                      </a:lnTo>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8" name="Google Shape;1198;p29"/>
                <p:cNvSpPr/>
                <p:nvPr/>
              </p:nvSpPr>
              <p:spPr>
                <a:xfrm>
                  <a:off x="-6266222" y="-171940"/>
                  <a:ext cx="414000" cy="414000"/>
                </a:xfrm>
                <a:custGeom>
                  <a:rect b="b" l="l" r="r" t="t"/>
                  <a:pathLst>
                    <a:path extrusionOk="0" h="1150" w="1150">
                      <a:moveTo>
                        <a:pt x="20" y="997"/>
                      </a:moveTo>
                      <a:lnTo>
                        <a:pt x="20" y="997"/>
                      </a:lnTo>
                      <a:cubicBezTo>
                        <a:pt x="0" y="1021"/>
                        <a:pt x="0" y="1021"/>
                        <a:pt x="0" y="1021"/>
                      </a:cubicBezTo>
                      <a:cubicBezTo>
                        <a:pt x="45" y="1071"/>
                        <a:pt x="99" y="1115"/>
                        <a:pt x="153" y="1150"/>
                      </a:cubicBezTo>
                      <a:cubicBezTo>
                        <a:pt x="173" y="1130"/>
                        <a:pt x="173" y="1130"/>
                        <a:pt x="173" y="1130"/>
                      </a:cubicBezTo>
                      <a:cubicBezTo>
                        <a:pt x="119" y="1096"/>
                        <a:pt x="64" y="1051"/>
                        <a:pt x="20" y="997"/>
                      </a:cubicBezTo>
                      <a:moveTo>
                        <a:pt x="1017" y="0"/>
                      </a:moveTo>
                      <a:lnTo>
                        <a:pt x="1017" y="0"/>
                      </a:lnTo>
                      <a:cubicBezTo>
                        <a:pt x="997" y="25"/>
                        <a:pt x="997" y="25"/>
                        <a:pt x="997" y="25"/>
                      </a:cubicBezTo>
                      <a:cubicBezTo>
                        <a:pt x="1046" y="69"/>
                        <a:pt x="1091" y="118"/>
                        <a:pt x="1125" y="178"/>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199" name="Google Shape;1199;p29"/>
                <p:cNvSpPr/>
                <p:nvPr/>
              </p:nvSpPr>
              <p:spPr>
                <a:xfrm>
                  <a:off x="-5481062" y="-291100"/>
                  <a:ext cx="628920" cy="630720"/>
                </a:xfrm>
                <a:custGeom>
                  <a:rect b="b" l="l" r="r" t="t"/>
                  <a:pathLst>
                    <a:path extrusionOk="0" h="1752" w="1747">
                      <a:moveTo>
                        <a:pt x="1747" y="874"/>
                      </a:moveTo>
                      <a:lnTo>
                        <a:pt x="1747" y="874"/>
                      </a:lnTo>
                      <a:cubicBezTo>
                        <a:pt x="1747" y="1357"/>
                        <a:pt x="1357" y="1752"/>
                        <a:pt x="874" y="1752"/>
                      </a:cubicBezTo>
                      <a:cubicBezTo>
                        <a:pt x="390" y="1752"/>
                        <a:pt x="0" y="1357"/>
                        <a:pt x="0" y="874"/>
                      </a:cubicBezTo>
                      <a:cubicBezTo>
                        <a:pt x="0" y="395"/>
                        <a:pt x="390" y="0"/>
                        <a:pt x="874" y="0"/>
                      </a:cubicBezTo>
                      <a:cubicBezTo>
                        <a:pt x="1357" y="0"/>
                        <a:pt x="1747" y="395"/>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0" name="Google Shape;1200;p29"/>
                <p:cNvSpPr/>
                <p:nvPr/>
              </p:nvSpPr>
              <p:spPr>
                <a:xfrm>
                  <a:off x="-5425982" y="23540"/>
                  <a:ext cx="518760" cy="294840"/>
                </a:xfrm>
                <a:custGeom>
                  <a:rect b="b" l="l" r="r" t="t"/>
                  <a:pathLst>
                    <a:path extrusionOk="0" h="819" w="1441">
                      <a:moveTo>
                        <a:pt x="0" y="0"/>
                      </a:moveTo>
                      <a:lnTo>
                        <a:pt x="0" y="0"/>
                      </a:lnTo>
                      <a:cubicBezTo>
                        <a:pt x="0" y="5"/>
                        <a:pt x="0" y="5"/>
                        <a:pt x="0" y="5"/>
                      </a:cubicBezTo>
                      <a:lnTo>
                        <a:pt x="0" y="0"/>
                      </a:lnTo>
                      <a:moveTo>
                        <a:pt x="0" y="0"/>
                      </a:moveTo>
                      <a:lnTo>
                        <a:pt x="0" y="0"/>
                      </a:lnTo>
                      <a:moveTo>
                        <a:pt x="1441" y="0"/>
                      </a:moveTo>
                      <a:lnTo>
                        <a:pt x="1441" y="0"/>
                      </a:lnTo>
                      <a:cubicBezTo>
                        <a:pt x="1441" y="251"/>
                        <a:pt x="1313" y="473"/>
                        <a:pt x="1120" y="602"/>
                      </a:cubicBezTo>
                      <a:cubicBezTo>
                        <a:pt x="1007" y="680"/>
                        <a:pt x="868" y="725"/>
                        <a:pt x="721" y="725"/>
                      </a:cubicBezTo>
                      <a:cubicBezTo>
                        <a:pt x="326" y="725"/>
                        <a:pt x="0" y="400"/>
                        <a:pt x="0" y="5"/>
                      </a:cubicBezTo>
                      <a:cubicBezTo>
                        <a:pt x="0" y="400"/>
                        <a:pt x="306" y="819"/>
                        <a:pt x="735" y="819"/>
                      </a:cubicBezTo>
                      <a:cubicBezTo>
                        <a:pt x="1170" y="819"/>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1" name="Google Shape;1201;p29"/>
                <p:cNvSpPr/>
                <p:nvPr/>
              </p:nvSpPr>
              <p:spPr>
                <a:xfrm>
                  <a:off x="-5425982" y="-236020"/>
                  <a:ext cx="518760" cy="520560"/>
                </a:xfrm>
                <a:custGeom>
                  <a:rect b="b" l="l" r="r" t="t"/>
                  <a:pathLst>
                    <a:path extrusionOk="0" h="1446" w="1441">
                      <a:moveTo>
                        <a:pt x="1441" y="721"/>
                      </a:moveTo>
                      <a:lnTo>
                        <a:pt x="1441" y="721"/>
                      </a:lnTo>
                      <a:cubicBezTo>
                        <a:pt x="1441" y="1121"/>
                        <a:pt x="1120" y="1446"/>
                        <a:pt x="721" y="1446"/>
                      </a:cubicBezTo>
                      <a:cubicBezTo>
                        <a:pt x="326" y="1446"/>
                        <a:pt x="0" y="1121"/>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2" name="Google Shape;1202;p29"/>
                <p:cNvSpPr/>
                <p:nvPr/>
              </p:nvSpPr>
              <p:spPr>
                <a:xfrm>
                  <a:off x="-5361903" y="-171940"/>
                  <a:ext cx="413640" cy="414000"/>
                </a:xfrm>
                <a:custGeom>
                  <a:rect b="b" l="l" r="r" t="t"/>
                  <a:pathLst>
                    <a:path extrusionOk="0" h="1150" w="1149">
                      <a:moveTo>
                        <a:pt x="1016" y="0"/>
                      </a:moveTo>
                      <a:lnTo>
                        <a:pt x="1016" y="0"/>
                      </a:lnTo>
                      <a:cubicBezTo>
                        <a:pt x="0" y="1021"/>
                        <a:pt x="0" y="1021"/>
                        <a:pt x="0" y="1021"/>
                      </a:cubicBezTo>
                      <a:cubicBezTo>
                        <a:pt x="44" y="1071"/>
                        <a:pt x="98" y="1115"/>
                        <a:pt x="153" y="1150"/>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3" name="Google Shape;1203;p29"/>
                <p:cNvSpPr/>
                <p:nvPr/>
              </p:nvSpPr>
              <p:spPr>
                <a:xfrm>
                  <a:off x="-5425982" y="23540"/>
                  <a:ext cx="0" cy="1800"/>
                </a:xfrm>
                <a:custGeom>
                  <a:rect b="b" l="l" r="r" t="t"/>
                  <a:pathLst>
                    <a:path extrusionOk="0" h="5" w="120000">
                      <a:moveTo>
                        <a:pt x="0" y="5"/>
                      </a:moveTo>
                      <a:lnTo>
                        <a:pt x="0" y="5"/>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4" name="Google Shape;1204;p29"/>
                <p:cNvSpPr/>
                <p:nvPr/>
              </p:nvSpPr>
              <p:spPr>
                <a:xfrm>
                  <a:off x="-5361903" y="-171940"/>
                  <a:ext cx="413640" cy="414000"/>
                </a:xfrm>
                <a:custGeom>
                  <a:rect b="b" l="l" r="r" t="t"/>
                  <a:pathLst>
                    <a:path extrusionOk="0" h="1150" w="1149">
                      <a:moveTo>
                        <a:pt x="24" y="997"/>
                      </a:moveTo>
                      <a:lnTo>
                        <a:pt x="24" y="997"/>
                      </a:lnTo>
                      <a:cubicBezTo>
                        <a:pt x="0" y="1021"/>
                        <a:pt x="0" y="1021"/>
                        <a:pt x="0" y="1021"/>
                      </a:cubicBezTo>
                      <a:cubicBezTo>
                        <a:pt x="44" y="1071"/>
                        <a:pt x="98" y="1115"/>
                        <a:pt x="153" y="1150"/>
                      </a:cubicBezTo>
                      <a:cubicBezTo>
                        <a:pt x="177" y="1130"/>
                        <a:pt x="177" y="1130"/>
                        <a:pt x="177" y="1130"/>
                      </a:cubicBezTo>
                      <a:cubicBezTo>
                        <a:pt x="118" y="1096"/>
                        <a:pt x="69" y="1051"/>
                        <a:pt x="24" y="997"/>
                      </a:cubicBezTo>
                      <a:moveTo>
                        <a:pt x="1016" y="0"/>
                      </a:moveTo>
                      <a:lnTo>
                        <a:pt x="1016" y="0"/>
                      </a:lnTo>
                      <a:cubicBezTo>
                        <a:pt x="996" y="25"/>
                        <a:pt x="996" y="25"/>
                        <a:pt x="996" y="25"/>
                      </a:cubicBezTo>
                      <a:cubicBezTo>
                        <a:pt x="1046" y="69"/>
                        <a:pt x="1090" y="118"/>
                        <a:pt x="1130" y="178"/>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5" name="Google Shape;1205;p29"/>
                <p:cNvSpPr/>
                <p:nvPr/>
              </p:nvSpPr>
              <p:spPr>
                <a:xfrm>
                  <a:off x="-7290782" y="487220"/>
                  <a:ext cx="630360" cy="628560"/>
                </a:xfrm>
                <a:custGeom>
                  <a:rect b="b" l="l" r="r" t="t"/>
                  <a:pathLst>
                    <a:path extrusionOk="0" h="1746" w="1751">
                      <a:moveTo>
                        <a:pt x="1751" y="873"/>
                      </a:moveTo>
                      <a:lnTo>
                        <a:pt x="1751" y="873"/>
                      </a:lnTo>
                      <a:cubicBezTo>
                        <a:pt x="1751" y="1356"/>
                        <a:pt x="1356" y="1746"/>
                        <a:pt x="879" y="1746"/>
                      </a:cubicBezTo>
                      <a:cubicBezTo>
                        <a:pt x="395" y="1746"/>
                        <a:pt x="0" y="1356"/>
                        <a:pt x="0" y="873"/>
                      </a:cubicBezTo>
                      <a:cubicBezTo>
                        <a:pt x="0" y="390"/>
                        <a:pt x="395" y="0"/>
                        <a:pt x="879" y="0"/>
                      </a:cubicBezTo>
                      <a:cubicBezTo>
                        <a:pt x="1356" y="0"/>
                        <a:pt x="1751" y="390"/>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6" name="Google Shape;1206;p29"/>
                <p:cNvSpPr/>
                <p:nvPr/>
              </p:nvSpPr>
              <p:spPr>
                <a:xfrm>
                  <a:off x="-7233902" y="801500"/>
                  <a:ext cx="518400" cy="293040"/>
                </a:xfrm>
                <a:custGeom>
                  <a:rect b="b" l="l" r="r" t="t"/>
                  <a:pathLst>
                    <a:path extrusionOk="0" h="814" w="1440">
                      <a:moveTo>
                        <a:pt x="1440" y="0"/>
                      </a:moveTo>
                      <a:lnTo>
                        <a:pt x="1440" y="0"/>
                      </a:lnTo>
                      <a:cubicBezTo>
                        <a:pt x="1440" y="395"/>
                        <a:pt x="1115" y="720"/>
                        <a:pt x="721" y="720"/>
                      </a:cubicBezTo>
                      <a:lnTo>
                        <a:pt x="721" y="720"/>
                      </a:lnTo>
                      <a:lnTo>
                        <a:pt x="721" y="720"/>
                      </a:lnTo>
                      <a:cubicBezTo>
                        <a:pt x="331" y="720"/>
                        <a:pt x="15" y="414"/>
                        <a:pt x="0" y="30"/>
                      </a:cubicBezTo>
                      <a:cubicBezTo>
                        <a:pt x="10" y="414"/>
                        <a:pt x="311"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7" name="Google Shape;1207;p29"/>
                <p:cNvSpPr/>
                <p:nvPr/>
              </p:nvSpPr>
              <p:spPr>
                <a:xfrm>
                  <a:off x="-7233902" y="542300"/>
                  <a:ext cx="518400" cy="518400"/>
                </a:xfrm>
                <a:custGeom>
                  <a:rect b="b" l="l" r="r" t="t"/>
                  <a:pathLst>
                    <a:path extrusionOk="0" h="1440" w="1440">
                      <a:moveTo>
                        <a:pt x="1440" y="720"/>
                      </a:moveTo>
                      <a:lnTo>
                        <a:pt x="1440" y="720"/>
                      </a:lnTo>
                      <a:cubicBezTo>
                        <a:pt x="1440" y="1115"/>
                        <a:pt x="1115" y="1440"/>
                        <a:pt x="721" y="1440"/>
                      </a:cubicBezTo>
                      <a:cubicBezTo>
                        <a:pt x="321" y="1440"/>
                        <a:pt x="0" y="1115"/>
                        <a:pt x="0" y="720"/>
                      </a:cubicBezTo>
                      <a:cubicBezTo>
                        <a:pt x="0" y="320"/>
                        <a:pt x="321" y="0"/>
                        <a:pt x="721" y="0"/>
                      </a:cubicBezTo>
                      <a:cubicBezTo>
                        <a:pt x="1115"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8" name="Google Shape;1208;p29"/>
                <p:cNvSpPr/>
                <p:nvPr/>
              </p:nvSpPr>
              <p:spPr>
                <a:xfrm>
                  <a:off x="-7169823" y="60602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09" name="Google Shape;1209;p29"/>
                <p:cNvSpPr/>
                <p:nvPr/>
              </p:nvSpPr>
              <p:spPr>
                <a:xfrm>
                  <a:off x="-7235702" y="542300"/>
                  <a:ext cx="261360" cy="270000"/>
                </a:xfrm>
                <a:custGeom>
                  <a:rect b="b" l="l" r="r" t="t"/>
                  <a:pathLst>
                    <a:path extrusionOk="0" h="750" w="726">
                      <a:moveTo>
                        <a:pt x="726" y="0"/>
                      </a:moveTo>
                      <a:lnTo>
                        <a:pt x="726" y="0"/>
                      </a:lnTo>
                      <a:cubicBezTo>
                        <a:pt x="326" y="0"/>
                        <a:pt x="0" y="320"/>
                        <a:pt x="0" y="720"/>
                      </a:cubicBezTo>
                      <a:cubicBezTo>
                        <a:pt x="0" y="730"/>
                        <a:pt x="5" y="740"/>
                        <a:pt x="5" y="750"/>
                      </a:cubicBezTo>
                      <a:cubicBezTo>
                        <a:pt x="5" y="740"/>
                        <a:pt x="5" y="730"/>
                        <a:pt x="5" y="720"/>
                      </a:cubicBezTo>
                      <a:lnTo>
                        <a:pt x="5" y="720"/>
                      </a:lnTo>
                      <a:lnTo>
                        <a:pt x="5" y="720"/>
                      </a:lnTo>
                      <a:cubicBezTo>
                        <a:pt x="5" y="320"/>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0" name="Google Shape;1210;p29"/>
                <p:cNvSpPr/>
                <p:nvPr/>
              </p:nvSpPr>
              <p:spPr>
                <a:xfrm>
                  <a:off x="-7169823" y="60602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1"/>
                        <a:pt x="64" y="1046"/>
                        <a:pt x="19" y="997"/>
                      </a:cubicBezTo>
                      <a:moveTo>
                        <a:pt x="1015" y="0"/>
                      </a:moveTo>
                      <a:lnTo>
                        <a:pt x="1015" y="0"/>
                      </a:lnTo>
                      <a:cubicBezTo>
                        <a:pt x="991" y="20"/>
                        <a:pt x="991" y="20"/>
                        <a:pt x="991" y="20"/>
                      </a:cubicBezTo>
                      <a:cubicBezTo>
                        <a:pt x="1045" y="64"/>
                        <a:pt x="1089" y="119"/>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1" name="Google Shape;1211;p29"/>
                <p:cNvSpPr/>
                <p:nvPr/>
              </p:nvSpPr>
              <p:spPr>
                <a:xfrm>
                  <a:off x="-6385022" y="487220"/>
                  <a:ext cx="628560" cy="628560"/>
                </a:xfrm>
                <a:custGeom>
                  <a:rect b="b" l="l" r="r" t="t"/>
                  <a:pathLst>
                    <a:path extrusionOk="0" h="1746" w="1746">
                      <a:moveTo>
                        <a:pt x="1746" y="873"/>
                      </a:moveTo>
                      <a:lnTo>
                        <a:pt x="1746" y="873"/>
                      </a:lnTo>
                      <a:cubicBezTo>
                        <a:pt x="1746" y="1356"/>
                        <a:pt x="1356" y="1746"/>
                        <a:pt x="873" y="1746"/>
                      </a:cubicBezTo>
                      <a:cubicBezTo>
                        <a:pt x="389" y="1746"/>
                        <a:pt x="0" y="1356"/>
                        <a:pt x="0" y="873"/>
                      </a:cubicBezTo>
                      <a:cubicBezTo>
                        <a:pt x="0" y="390"/>
                        <a:pt x="389" y="0"/>
                        <a:pt x="873" y="0"/>
                      </a:cubicBezTo>
                      <a:cubicBezTo>
                        <a:pt x="1356" y="0"/>
                        <a:pt x="1746" y="390"/>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2" name="Google Shape;1212;p29"/>
                <p:cNvSpPr/>
                <p:nvPr/>
              </p:nvSpPr>
              <p:spPr>
                <a:xfrm>
                  <a:off x="-6329942" y="801500"/>
                  <a:ext cx="518400" cy="293040"/>
                </a:xfrm>
                <a:custGeom>
                  <a:rect b="b" l="l" r="r" t="t"/>
                  <a:pathLst>
                    <a:path extrusionOk="0" h="814" w="1440">
                      <a:moveTo>
                        <a:pt x="1440" y="0"/>
                      </a:moveTo>
                      <a:lnTo>
                        <a:pt x="1440" y="0"/>
                      </a:lnTo>
                      <a:lnTo>
                        <a:pt x="1440" y="0"/>
                      </a:lnTo>
                      <a:cubicBezTo>
                        <a:pt x="1440" y="395"/>
                        <a:pt x="1125" y="716"/>
                        <a:pt x="730" y="720"/>
                      </a:cubicBezTo>
                      <a:cubicBezTo>
                        <a:pt x="730" y="720"/>
                        <a:pt x="725" y="720"/>
                        <a:pt x="720" y="720"/>
                      </a:cubicBezTo>
                      <a:lnTo>
                        <a:pt x="720" y="720"/>
                      </a:lnTo>
                      <a:cubicBezTo>
                        <a:pt x="320" y="720"/>
                        <a:pt x="0" y="395"/>
                        <a:pt x="0" y="0"/>
                      </a:cubicBezTo>
                      <a:lnTo>
                        <a:pt x="0" y="0"/>
                      </a:lnTo>
                      <a:lnTo>
                        <a:pt x="0" y="0"/>
                      </a:lnTo>
                      <a:cubicBezTo>
                        <a:pt x="0" y="395"/>
                        <a:pt x="300"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3" name="Google Shape;1213;p29"/>
                <p:cNvSpPr/>
                <p:nvPr/>
              </p:nvSpPr>
              <p:spPr>
                <a:xfrm>
                  <a:off x="-6329942" y="542300"/>
                  <a:ext cx="518400" cy="518400"/>
                </a:xfrm>
                <a:custGeom>
                  <a:rect b="b" l="l" r="r" t="t"/>
                  <a:pathLst>
                    <a:path extrusionOk="0" h="1440" w="1440">
                      <a:moveTo>
                        <a:pt x="1440" y="720"/>
                      </a:moveTo>
                      <a:lnTo>
                        <a:pt x="1440" y="720"/>
                      </a:lnTo>
                      <a:cubicBezTo>
                        <a:pt x="1440" y="1115"/>
                        <a:pt x="1119" y="1440"/>
                        <a:pt x="720" y="1440"/>
                      </a:cubicBezTo>
                      <a:cubicBezTo>
                        <a:pt x="320" y="1440"/>
                        <a:pt x="0" y="1115"/>
                        <a:pt x="0" y="720"/>
                      </a:cubicBezTo>
                      <a:cubicBezTo>
                        <a:pt x="0" y="320"/>
                        <a:pt x="320" y="0"/>
                        <a:pt x="720" y="0"/>
                      </a:cubicBezTo>
                      <a:cubicBezTo>
                        <a:pt x="1119"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4" name="Google Shape;1214;p29"/>
                <p:cNvSpPr/>
                <p:nvPr/>
              </p:nvSpPr>
              <p:spPr>
                <a:xfrm>
                  <a:off x="-6266222" y="60602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5" name="Google Shape;1215;p29"/>
                <p:cNvSpPr/>
                <p:nvPr/>
              </p:nvSpPr>
              <p:spPr>
                <a:xfrm>
                  <a:off x="-6329942" y="542300"/>
                  <a:ext cx="518400" cy="259200"/>
                </a:xfrm>
                <a:custGeom>
                  <a:rect b="b" l="l" r="r" t="t"/>
                  <a:pathLst>
                    <a:path extrusionOk="0" h="720" w="1440">
                      <a:moveTo>
                        <a:pt x="720" y="0"/>
                      </a:moveTo>
                      <a:lnTo>
                        <a:pt x="720" y="0"/>
                      </a:lnTo>
                      <a:cubicBezTo>
                        <a:pt x="320" y="0"/>
                        <a:pt x="0" y="320"/>
                        <a:pt x="0" y="720"/>
                      </a:cubicBezTo>
                      <a:lnTo>
                        <a:pt x="0" y="720"/>
                      </a:lnTo>
                      <a:cubicBezTo>
                        <a:pt x="0" y="320"/>
                        <a:pt x="320" y="0"/>
                        <a:pt x="720" y="0"/>
                      </a:cubicBezTo>
                      <a:cubicBezTo>
                        <a:pt x="1119" y="0"/>
                        <a:pt x="1440" y="320"/>
                        <a:pt x="1440" y="720"/>
                      </a:cubicBezTo>
                      <a:lnTo>
                        <a:pt x="1440" y="720"/>
                      </a:lnTo>
                      <a:cubicBezTo>
                        <a:pt x="1440" y="320"/>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6" name="Google Shape;1216;p29"/>
                <p:cNvSpPr/>
                <p:nvPr/>
              </p:nvSpPr>
              <p:spPr>
                <a:xfrm>
                  <a:off x="-6266222" y="60602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1"/>
                        <a:pt x="64" y="1046"/>
                        <a:pt x="20" y="997"/>
                      </a:cubicBezTo>
                      <a:moveTo>
                        <a:pt x="1017" y="0"/>
                      </a:moveTo>
                      <a:lnTo>
                        <a:pt x="1017" y="0"/>
                      </a:lnTo>
                      <a:cubicBezTo>
                        <a:pt x="997" y="20"/>
                        <a:pt x="997" y="20"/>
                        <a:pt x="997" y="20"/>
                      </a:cubicBezTo>
                      <a:cubicBezTo>
                        <a:pt x="1046" y="64"/>
                        <a:pt x="1091" y="119"/>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7" name="Google Shape;1217;p29"/>
                <p:cNvSpPr/>
                <p:nvPr/>
              </p:nvSpPr>
              <p:spPr>
                <a:xfrm>
                  <a:off x="-5481062" y="487220"/>
                  <a:ext cx="628920" cy="628560"/>
                </a:xfrm>
                <a:custGeom>
                  <a:rect b="b" l="l" r="r" t="t"/>
                  <a:pathLst>
                    <a:path extrusionOk="0" h="1746" w="1747">
                      <a:moveTo>
                        <a:pt x="1747" y="873"/>
                      </a:moveTo>
                      <a:lnTo>
                        <a:pt x="1747" y="873"/>
                      </a:lnTo>
                      <a:cubicBezTo>
                        <a:pt x="1747" y="1356"/>
                        <a:pt x="1357" y="1746"/>
                        <a:pt x="874" y="1746"/>
                      </a:cubicBezTo>
                      <a:cubicBezTo>
                        <a:pt x="390" y="1746"/>
                        <a:pt x="0" y="1356"/>
                        <a:pt x="0" y="873"/>
                      </a:cubicBezTo>
                      <a:cubicBezTo>
                        <a:pt x="0" y="390"/>
                        <a:pt x="390" y="0"/>
                        <a:pt x="874" y="0"/>
                      </a:cubicBezTo>
                      <a:cubicBezTo>
                        <a:pt x="1357" y="0"/>
                        <a:pt x="1747" y="390"/>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8" name="Google Shape;1218;p29"/>
                <p:cNvSpPr/>
                <p:nvPr/>
              </p:nvSpPr>
              <p:spPr>
                <a:xfrm>
                  <a:off x="-5425982" y="801500"/>
                  <a:ext cx="518760" cy="293040"/>
                </a:xfrm>
                <a:custGeom>
                  <a:rect b="b" l="l" r="r" t="t"/>
                  <a:pathLst>
                    <a:path extrusionOk="0" h="814" w="1441">
                      <a:moveTo>
                        <a:pt x="1441" y="0"/>
                      </a:moveTo>
                      <a:lnTo>
                        <a:pt x="1441" y="0"/>
                      </a:lnTo>
                      <a:cubicBezTo>
                        <a:pt x="1441" y="395"/>
                        <a:pt x="1120" y="720"/>
                        <a:pt x="721" y="720"/>
                      </a:cubicBezTo>
                      <a:lnTo>
                        <a:pt x="721" y="720"/>
                      </a:lnTo>
                      <a:lnTo>
                        <a:pt x="721" y="720"/>
                      </a:lnTo>
                      <a:cubicBezTo>
                        <a:pt x="326" y="720"/>
                        <a:pt x="0" y="395"/>
                        <a:pt x="0" y="0"/>
                      </a:cubicBezTo>
                      <a:lnTo>
                        <a:pt x="0" y="0"/>
                      </a:lnTo>
                      <a:lnTo>
                        <a:pt x="0" y="0"/>
                      </a:lnTo>
                      <a:cubicBezTo>
                        <a:pt x="0" y="395"/>
                        <a:pt x="306" y="814"/>
                        <a:pt x="735" y="814"/>
                      </a:cubicBezTo>
                      <a:cubicBezTo>
                        <a:pt x="1170" y="814"/>
                        <a:pt x="1441" y="395"/>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19" name="Google Shape;1219;p29"/>
                <p:cNvSpPr/>
                <p:nvPr/>
              </p:nvSpPr>
              <p:spPr>
                <a:xfrm>
                  <a:off x="-5425982" y="542300"/>
                  <a:ext cx="518760" cy="518400"/>
                </a:xfrm>
                <a:custGeom>
                  <a:rect b="b" l="l" r="r" t="t"/>
                  <a:pathLst>
                    <a:path extrusionOk="0" h="1440" w="1441">
                      <a:moveTo>
                        <a:pt x="1441" y="720"/>
                      </a:moveTo>
                      <a:lnTo>
                        <a:pt x="1441" y="720"/>
                      </a:lnTo>
                      <a:cubicBezTo>
                        <a:pt x="1441" y="1115"/>
                        <a:pt x="1120" y="1440"/>
                        <a:pt x="721" y="1440"/>
                      </a:cubicBezTo>
                      <a:cubicBezTo>
                        <a:pt x="326" y="1440"/>
                        <a:pt x="0" y="1115"/>
                        <a:pt x="0" y="720"/>
                      </a:cubicBezTo>
                      <a:cubicBezTo>
                        <a:pt x="0" y="320"/>
                        <a:pt x="326" y="0"/>
                        <a:pt x="721" y="0"/>
                      </a:cubicBezTo>
                      <a:cubicBezTo>
                        <a:pt x="1120" y="0"/>
                        <a:pt x="1441" y="320"/>
                        <a:pt x="1441"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0" name="Google Shape;1220;p29"/>
                <p:cNvSpPr/>
                <p:nvPr/>
              </p:nvSpPr>
              <p:spPr>
                <a:xfrm>
                  <a:off x="-5361903" y="60602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1" name="Google Shape;1221;p29"/>
                <p:cNvSpPr/>
                <p:nvPr/>
              </p:nvSpPr>
              <p:spPr>
                <a:xfrm>
                  <a:off x="-5425982" y="542300"/>
                  <a:ext cx="259560" cy="259200"/>
                </a:xfrm>
                <a:custGeom>
                  <a:rect b="b" l="l" r="r" t="t"/>
                  <a:pathLst>
                    <a:path extrusionOk="0" h="720" w="721">
                      <a:moveTo>
                        <a:pt x="721" y="0"/>
                      </a:moveTo>
                      <a:lnTo>
                        <a:pt x="721" y="0"/>
                      </a:lnTo>
                      <a:cubicBezTo>
                        <a:pt x="326" y="0"/>
                        <a:pt x="0" y="320"/>
                        <a:pt x="0" y="720"/>
                      </a:cubicBezTo>
                      <a:lnTo>
                        <a:pt x="0" y="720"/>
                      </a:lnTo>
                      <a:cubicBezTo>
                        <a:pt x="0" y="320"/>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2" name="Google Shape;1222;p29"/>
                <p:cNvSpPr/>
                <p:nvPr/>
              </p:nvSpPr>
              <p:spPr>
                <a:xfrm>
                  <a:off x="-5361903" y="60602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1"/>
                        <a:pt x="69" y="1046"/>
                        <a:pt x="24" y="997"/>
                      </a:cubicBezTo>
                      <a:moveTo>
                        <a:pt x="1016" y="0"/>
                      </a:moveTo>
                      <a:lnTo>
                        <a:pt x="1016" y="0"/>
                      </a:lnTo>
                      <a:cubicBezTo>
                        <a:pt x="996" y="20"/>
                        <a:pt x="996" y="20"/>
                        <a:pt x="996" y="20"/>
                      </a:cubicBezTo>
                      <a:cubicBezTo>
                        <a:pt x="1046" y="64"/>
                        <a:pt x="1090" y="119"/>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3" name="Google Shape;1223;p29"/>
                <p:cNvSpPr/>
                <p:nvPr/>
              </p:nvSpPr>
              <p:spPr>
                <a:xfrm>
                  <a:off x="-7290782" y="1263380"/>
                  <a:ext cx="630360" cy="628920"/>
                </a:xfrm>
                <a:custGeom>
                  <a:rect b="b" l="l" r="r" t="t"/>
                  <a:pathLst>
                    <a:path extrusionOk="0" h="1747" w="1751">
                      <a:moveTo>
                        <a:pt x="1751" y="874"/>
                      </a:moveTo>
                      <a:lnTo>
                        <a:pt x="1751" y="874"/>
                      </a:lnTo>
                      <a:cubicBezTo>
                        <a:pt x="1751" y="1357"/>
                        <a:pt x="1356" y="1747"/>
                        <a:pt x="879" y="1747"/>
                      </a:cubicBezTo>
                      <a:cubicBezTo>
                        <a:pt x="395" y="1747"/>
                        <a:pt x="0" y="1357"/>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4" name="Google Shape;1224;p29"/>
                <p:cNvSpPr/>
                <p:nvPr/>
              </p:nvSpPr>
              <p:spPr>
                <a:xfrm>
                  <a:off x="-7233902" y="1578020"/>
                  <a:ext cx="518400" cy="292680"/>
                </a:xfrm>
                <a:custGeom>
                  <a:rect b="b" l="l" r="r" t="t"/>
                  <a:pathLst>
                    <a:path extrusionOk="0" h="813" w="1440">
                      <a:moveTo>
                        <a:pt x="1440" y="0"/>
                      </a:moveTo>
                      <a:lnTo>
                        <a:pt x="1440" y="0"/>
                      </a:lnTo>
                      <a:cubicBezTo>
                        <a:pt x="1440" y="399"/>
                        <a:pt x="1115" y="720"/>
                        <a:pt x="721" y="720"/>
                      </a:cubicBezTo>
                      <a:lnTo>
                        <a:pt x="721" y="720"/>
                      </a:lnTo>
                      <a:lnTo>
                        <a:pt x="721" y="720"/>
                      </a:lnTo>
                      <a:cubicBezTo>
                        <a:pt x="331" y="720"/>
                        <a:pt x="15" y="414"/>
                        <a:pt x="0" y="29"/>
                      </a:cubicBezTo>
                      <a:cubicBezTo>
                        <a:pt x="10" y="419"/>
                        <a:pt x="311"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5" name="Google Shape;1225;p29"/>
                <p:cNvSpPr/>
                <p:nvPr/>
              </p:nvSpPr>
              <p:spPr>
                <a:xfrm>
                  <a:off x="-7233902" y="1318460"/>
                  <a:ext cx="518400" cy="518760"/>
                </a:xfrm>
                <a:custGeom>
                  <a:rect b="b" l="l" r="r" t="t"/>
                  <a:pathLst>
                    <a:path extrusionOk="0" h="1441" w="1440">
                      <a:moveTo>
                        <a:pt x="1440" y="721"/>
                      </a:moveTo>
                      <a:lnTo>
                        <a:pt x="1440" y="721"/>
                      </a:lnTo>
                      <a:cubicBezTo>
                        <a:pt x="1440" y="1120"/>
                        <a:pt x="1115" y="1441"/>
                        <a:pt x="721" y="1441"/>
                      </a:cubicBezTo>
                      <a:cubicBezTo>
                        <a:pt x="321" y="1441"/>
                        <a:pt x="0" y="1120"/>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6" name="Google Shape;1226;p29"/>
                <p:cNvSpPr/>
                <p:nvPr/>
              </p:nvSpPr>
              <p:spPr>
                <a:xfrm>
                  <a:off x="-7169823" y="1382540"/>
                  <a:ext cx="413280" cy="413640"/>
                </a:xfrm>
                <a:custGeom>
                  <a:rect b="b" l="l" r="r" t="t"/>
                  <a:pathLst>
                    <a:path extrusionOk="0" h="1149" w="1148">
                      <a:moveTo>
                        <a:pt x="1015" y="0"/>
                      </a:moveTo>
                      <a:lnTo>
                        <a:pt x="1015" y="0"/>
                      </a:lnTo>
                      <a:cubicBezTo>
                        <a:pt x="0" y="1016"/>
                        <a:pt x="0" y="1016"/>
                        <a:pt x="0" y="1016"/>
                      </a:cubicBezTo>
                      <a:cubicBezTo>
                        <a:pt x="44" y="1070"/>
                        <a:pt x="94" y="1115"/>
                        <a:pt x="153" y="1149"/>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7" name="Google Shape;1227;p29"/>
                <p:cNvSpPr/>
                <p:nvPr/>
              </p:nvSpPr>
              <p:spPr>
                <a:xfrm>
                  <a:off x="-7235702" y="1318460"/>
                  <a:ext cx="261360" cy="270000"/>
                </a:xfrm>
                <a:custGeom>
                  <a:rect b="b" l="l" r="r" t="t"/>
                  <a:pathLst>
                    <a:path extrusionOk="0" h="750" w="726">
                      <a:moveTo>
                        <a:pt x="726" y="0"/>
                      </a:moveTo>
                      <a:lnTo>
                        <a:pt x="726" y="0"/>
                      </a:lnTo>
                      <a:cubicBezTo>
                        <a:pt x="326" y="0"/>
                        <a:pt x="0" y="321"/>
                        <a:pt x="0" y="721"/>
                      </a:cubicBezTo>
                      <a:cubicBezTo>
                        <a:pt x="0" y="730"/>
                        <a:pt x="5" y="740"/>
                        <a:pt x="5" y="750"/>
                      </a:cubicBezTo>
                      <a:cubicBezTo>
                        <a:pt x="5" y="740"/>
                        <a:pt x="5" y="730"/>
                        <a:pt x="5" y="721"/>
                      </a:cubicBezTo>
                      <a:lnTo>
                        <a:pt x="5" y="721"/>
                      </a:lnTo>
                      <a:lnTo>
                        <a:pt x="5" y="721"/>
                      </a:lnTo>
                      <a:cubicBezTo>
                        <a:pt x="5" y="321"/>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8" name="Google Shape;1228;p29"/>
                <p:cNvSpPr/>
                <p:nvPr/>
              </p:nvSpPr>
              <p:spPr>
                <a:xfrm>
                  <a:off x="-7169823" y="1382540"/>
                  <a:ext cx="413280" cy="413640"/>
                </a:xfrm>
                <a:custGeom>
                  <a:rect b="b" l="l" r="r" t="t"/>
                  <a:pathLst>
                    <a:path extrusionOk="0" h="1149" w="1148">
                      <a:moveTo>
                        <a:pt x="19" y="996"/>
                      </a:moveTo>
                      <a:lnTo>
                        <a:pt x="19" y="996"/>
                      </a:lnTo>
                      <a:cubicBezTo>
                        <a:pt x="0" y="1016"/>
                        <a:pt x="0" y="1016"/>
                        <a:pt x="0" y="1016"/>
                      </a:cubicBezTo>
                      <a:cubicBezTo>
                        <a:pt x="44" y="1070"/>
                        <a:pt x="94" y="1115"/>
                        <a:pt x="153" y="1149"/>
                      </a:cubicBezTo>
                      <a:cubicBezTo>
                        <a:pt x="172" y="1129"/>
                        <a:pt x="172" y="1129"/>
                        <a:pt x="172" y="1129"/>
                      </a:cubicBezTo>
                      <a:cubicBezTo>
                        <a:pt x="118" y="1090"/>
                        <a:pt x="64" y="1046"/>
                        <a:pt x="19" y="996"/>
                      </a:cubicBezTo>
                      <a:moveTo>
                        <a:pt x="1015" y="0"/>
                      </a:moveTo>
                      <a:lnTo>
                        <a:pt x="1015" y="0"/>
                      </a:lnTo>
                      <a:cubicBezTo>
                        <a:pt x="991" y="19"/>
                        <a:pt x="991" y="19"/>
                        <a:pt x="991" y="19"/>
                      </a:cubicBezTo>
                      <a:cubicBezTo>
                        <a:pt x="1045" y="64"/>
                        <a:pt x="1089" y="118"/>
                        <a:pt x="1124" y="177"/>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29" name="Google Shape;1229;p29"/>
                <p:cNvSpPr/>
                <p:nvPr/>
              </p:nvSpPr>
              <p:spPr>
                <a:xfrm>
                  <a:off x="-6385022" y="1263380"/>
                  <a:ext cx="628560" cy="628920"/>
                </a:xfrm>
                <a:custGeom>
                  <a:rect b="b" l="l" r="r" t="t"/>
                  <a:pathLst>
                    <a:path extrusionOk="0" h="1747" w="1746">
                      <a:moveTo>
                        <a:pt x="1746" y="874"/>
                      </a:moveTo>
                      <a:lnTo>
                        <a:pt x="1746" y="874"/>
                      </a:lnTo>
                      <a:cubicBezTo>
                        <a:pt x="1746" y="1357"/>
                        <a:pt x="1356" y="1747"/>
                        <a:pt x="873" y="1747"/>
                      </a:cubicBezTo>
                      <a:cubicBezTo>
                        <a:pt x="389" y="1747"/>
                        <a:pt x="0" y="1357"/>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0" name="Google Shape;1230;p29"/>
                <p:cNvSpPr/>
                <p:nvPr/>
              </p:nvSpPr>
              <p:spPr>
                <a:xfrm>
                  <a:off x="-6329942" y="1578020"/>
                  <a:ext cx="518400" cy="292680"/>
                </a:xfrm>
                <a:custGeom>
                  <a:rect b="b" l="l" r="r" t="t"/>
                  <a:pathLst>
                    <a:path extrusionOk="0" h="813" w="1440">
                      <a:moveTo>
                        <a:pt x="1440" y="0"/>
                      </a:moveTo>
                      <a:lnTo>
                        <a:pt x="1440" y="0"/>
                      </a:lnTo>
                      <a:cubicBezTo>
                        <a:pt x="1440" y="399"/>
                        <a:pt x="1119" y="720"/>
                        <a:pt x="720" y="720"/>
                      </a:cubicBezTo>
                      <a:lnTo>
                        <a:pt x="720" y="720"/>
                      </a:lnTo>
                      <a:cubicBezTo>
                        <a:pt x="325" y="720"/>
                        <a:pt x="4" y="404"/>
                        <a:pt x="0" y="9"/>
                      </a:cubicBezTo>
                      <a:cubicBezTo>
                        <a:pt x="0" y="9"/>
                        <a:pt x="0" y="4"/>
                        <a:pt x="0" y="0"/>
                      </a:cubicBezTo>
                      <a:lnTo>
                        <a:pt x="0" y="0"/>
                      </a:lnTo>
                      <a:cubicBezTo>
                        <a:pt x="0" y="399"/>
                        <a:pt x="300"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1" name="Google Shape;1231;p29"/>
                <p:cNvSpPr/>
                <p:nvPr/>
              </p:nvSpPr>
              <p:spPr>
                <a:xfrm>
                  <a:off x="-6329942" y="1318460"/>
                  <a:ext cx="518400" cy="518760"/>
                </a:xfrm>
                <a:custGeom>
                  <a:rect b="b" l="l" r="r" t="t"/>
                  <a:pathLst>
                    <a:path extrusionOk="0" h="1441" w="1440">
                      <a:moveTo>
                        <a:pt x="1440" y="721"/>
                      </a:moveTo>
                      <a:lnTo>
                        <a:pt x="1440" y="721"/>
                      </a:lnTo>
                      <a:cubicBezTo>
                        <a:pt x="1440" y="1120"/>
                        <a:pt x="1119" y="1441"/>
                        <a:pt x="720" y="1441"/>
                      </a:cubicBezTo>
                      <a:cubicBezTo>
                        <a:pt x="320" y="1441"/>
                        <a:pt x="0" y="1120"/>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2" name="Google Shape;1232;p29"/>
                <p:cNvSpPr/>
                <p:nvPr/>
              </p:nvSpPr>
              <p:spPr>
                <a:xfrm>
                  <a:off x="-6266222" y="1382540"/>
                  <a:ext cx="414000" cy="413640"/>
                </a:xfrm>
                <a:custGeom>
                  <a:rect b="b" l="l" r="r" t="t"/>
                  <a:pathLst>
                    <a:path extrusionOk="0" h="1149" w="1150">
                      <a:moveTo>
                        <a:pt x="1017" y="0"/>
                      </a:moveTo>
                      <a:lnTo>
                        <a:pt x="1017" y="0"/>
                      </a:lnTo>
                      <a:cubicBezTo>
                        <a:pt x="0" y="1016"/>
                        <a:pt x="0" y="1016"/>
                        <a:pt x="0" y="1016"/>
                      </a:cubicBezTo>
                      <a:cubicBezTo>
                        <a:pt x="45" y="1070"/>
                        <a:pt x="99" y="1115"/>
                        <a:pt x="153" y="1149"/>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3" name="Google Shape;1233;p29"/>
                <p:cNvSpPr/>
                <p:nvPr/>
              </p:nvSpPr>
              <p:spPr>
                <a:xfrm>
                  <a:off x="-6329942" y="1318460"/>
                  <a:ext cx="518400" cy="259560"/>
                </a:xfrm>
                <a:custGeom>
                  <a:rect b="b" l="l" r="r" t="t"/>
                  <a:pathLst>
                    <a:path extrusionOk="0" h="721" w="1440">
                      <a:moveTo>
                        <a:pt x="720" y="0"/>
                      </a:moveTo>
                      <a:lnTo>
                        <a:pt x="720" y="0"/>
                      </a:lnTo>
                      <a:cubicBezTo>
                        <a:pt x="320" y="0"/>
                        <a:pt x="0" y="321"/>
                        <a:pt x="0" y="721"/>
                      </a:cubicBezTo>
                      <a:lnTo>
                        <a:pt x="0" y="721"/>
                      </a:lnTo>
                      <a:cubicBezTo>
                        <a:pt x="0" y="321"/>
                        <a:pt x="320" y="0"/>
                        <a:pt x="720" y="0"/>
                      </a:cubicBezTo>
                      <a:cubicBezTo>
                        <a:pt x="1119" y="0"/>
                        <a:pt x="1440" y="321"/>
                        <a:pt x="1440" y="721"/>
                      </a:cubicBezTo>
                      <a:lnTo>
                        <a:pt x="1440" y="721"/>
                      </a:lnTo>
                      <a:cubicBezTo>
                        <a:pt x="1440" y="321"/>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4" name="Google Shape;1234;p29"/>
                <p:cNvSpPr/>
                <p:nvPr/>
              </p:nvSpPr>
              <p:spPr>
                <a:xfrm>
                  <a:off x="-6266222" y="1382540"/>
                  <a:ext cx="414000" cy="413640"/>
                </a:xfrm>
                <a:custGeom>
                  <a:rect b="b" l="l" r="r" t="t"/>
                  <a:pathLst>
                    <a:path extrusionOk="0" h="1149" w="1150">
                      <a:moveTo>
                        <a:pt x="20" y="996"/>
                      </a:moveTo>
                      <a:lnTo>
                        <a:pt x="20" y="996"/>
                      </a:lnTo>
                      <a:cubicBezTo>
                        <a:pt x="0" y="1016"/>
                        <a:pt x="0" y="1016"/>
                        <a:pt x="0" y="1016"/>
                      </a:cubicBezTo>
                      <a:cubicBezTo>
                        <a:pt x="45" y="1070"/>
                        <a:pt x="99" y="1115"/>
                        <a:pt x="153" y="1149"/>
                      </a:cubicBezTo>
                      <a:cubicBezTo>
                        <a:pt x="173" y="1129"/>
                        <a:pt x="173" y="1129"/>
                        <a:pt x="173" y="1129"/>
                      </a:cubicBezTo>
                      <a:cubicBezTo>
                        <a:pt x="119" y="1090"/>
                        <a:pt x="64" y="1046"/>
                        <a:pt x="20" y="996"/>
                      </a:cubicBezTo>
                      <a:moveTo>
                        <a:pt x="1017" y="0"/>
                      </a:moveTo>
                      <a:lnTo>
                        <a:pt x="1017" y="0"/>
                      </a:lnTo>
                      <a:cubicBezTo>
                        <a:pt x="997" y="19"/>
                        <a:pt x="997" y="19"/>
                        <a:pt x="997" y="19"/>
                      </a:cubicBezTo>
                      <a:cubicBezTo>
                        <a:pt x="1046" y="64"/>
                        <a:pt x="1091" y="118"/>
                        <a:pt x="1125" y="177"/>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5" name="Google Shape;1235;p29"/>
                <p:cNvSpPr/>
                <p:nvPr/>
              </p:nvSpPr>
              <p:spPr>
                <a:xfrm>
                  <a:off x="-5481062" y="1263380"/>
                  <a:ext cx="628920" cy="628920"/>
                </a:xfrm>
                <a:custGeom>
                  <a:rect b="b" l="l" r="r" t="t"/>
                  <a:pathLst>
                    <a:path extrusionOk="0" h="1747" w="1747">
                      <a:moveTo>
                        <a:pt x="1747" y="874"/>
                      </a:moveTo>
                      <a:lnTo>
                        <a:pt x="1747" y="874"/>
                      </a:lnTo>
                      <a:cubicBezTo>
                        <a:pt x="1747" y="1357"/>
                        <a:pt x="1357" y="1747"/>
                        <a:pt x="874" y="1747"/>
                      </a:cubicBezTo>
                      <a:cubicBezTo>
                        <a:pt x="390" y="1747"/>
                        <a:pt x="0" y="1357"/>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6" name="Google Shape;1236;p29"/>
                <p:cNvSpPr/>
                <p:nvPr/>
              </p:nvSpPr>
              <p:spPr>
                <a:xfrm>
                  <a:off x="-5425982" y="1578020"/>
                  <a:ext cx="518760" cy="292680"/>
                </a:xfrm>
                <a:custGeom>
                  <a:rect b="b" l="l" r="r" t="t"/>
                  <a:pathLst>
                    <a:path extrusionOk="0" h="813" w="1441">
                      <a:moveTo>
                        <a:pt x="1441" y="0"/>
                      </a:moveTo>
                      <a:lnTo>
                        <a:pt x="1441" y="0"/>
                      </a:lnTo>
                      <a:cubicBezTo>
                        <a:pt x="1441" y="399"/>
                        <a:pt x="1120" y="720"/>
                        <a:pt x="721" y="720"/>
                      </a:cubicBezTo>
                      <a:lnTo>
                        <a:pt x="721" y="720"/>
                      </a:lnTo>
                      <a:lnTo>
                        <a:pt x="721" y="720"/>
                      </a:lnTo>
                      <a:cubicBezTo>
                        <a:pt x="360" y="720"/>
                        <a:pt x="64" y="458"/>
                        <a:pt x="10" y="113"/>
                      </a:cubicBezTo>
                      <a:cubicBezTo>
                        <a:pt x="5" y="78"/>
                        <a:pt x="0" y="39"/>
                        <a:pt x="0" y="0"/>
                      </a:cubicBezTo>
                      <a:lnTo>
                        <a:pt x="0" y="0"/>
                      </a:lnTo>
                      <a:cubicBezTo>
                        <a:pt x="0" y="399"/>
                        <a:pt x="306" y="813"/>
                        <a:pt x="735" y="813"/>
                      </a:cubicBezTo>
                      <a:cubicBezTo>
                        <a:pt x="1170" y="813"/>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7" name="Google Shape;1237;p29"/>
                <p:cNvSpPr/>
                <p:nvPr/>
              </p:nvSpPr>
              <p:spPr>
                <a:xfrm>
                  <a:off x="-5425982" y="1318460"/>
                  <a:ext cx="518760" cy="518760"/>
                </a:xfrm>
                <a:custGeom>
                  <a:rect b="b" l="l" r="r" t="t"/>
                  <a:pathLst>
                    <a:path extrusionOk="0" h="1441" w="1441">
                      <a:moveTo>
                        <a:pt x="1441" y="721"/>
                      </a:moveTo>
                      <a:lnTo>
                        <a:pt x="1441" y="721"/>
                      </a:lnTo>
                      <a:cubicBezTo>
                        <a:pt x="1441" y="1120"/>
                        <a:pt x="1120" y="1441"/>
                        <a:pt x="721" y="1441"/>
                      </a:cubicBezTo>
                      <a:cubicBezTo>
                        <a:pt x="326" y="1441"/>
                        <a:pt x="0" y="1120"/>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8" name="Google Shape;1238;p29"/>
                <p:cNvSpPr/>
                <p:nvPr/>
              </p:nvSpPr>
              <p:spPr>
                <a:xfrm>
                  <a:off x="-5361903" y="1382540"/>
                  <a:ext cx="413640" cy="413640"/>
                </a:xfrm>
                <a:custGeom>
                  <a:rect b="b" l="l" r="r" t="t"/>
                  <a:pathLst>
                    <a:path extrusionOk="0" h="1149" w="1149">
                      <a:moveTo>
                        <a:pt x="1016" y="0"/>
                      </a:moveTo>
                      <a:lnTo>
                        <a:pt x="1016" y="0"/>
                      </a:lnTo>
                      <a:cubicBezTo>
                        <a:pt x="0" y="1016"/>
                        <a:pt x="0" y="1016"/>
                        <a:pt x="0" y="1016"/>
                      </a:cubicBezTo>
                      <a:cubicBezTo>
                        <a:pt x="44" y="1070"/>
                        <a:pt x="98" y="1115"/>
                        <a:pt x="153" y="1149"/>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39" name="Google Shape;1239;p29"/>
                <p:cNvSpPr/>
                <p:nvPr/>
              </p:nvSpPr>
              <p:spPr>
                <a:xfrm>
                  <a:off x="-5425982" y="1318460"/>
                  <a:ext cx="259560" cy="259560"/>
                </a:xfrm>
                <a:custGeom>
                  <a:rect b="b" l="l" r="r" t="t"/>
                  <a:pathLst>
                    <a:path extrusionOk="0" h="721" w="721">
                      <a:moveTo>
                        <a:pt x="721" y="0"/>
                      </a:moveTo>
                      <a:lnTo>
                        <a:pt x="721" y="0"/>
                      </a:lnTo>
                      <a:cubicBezTo>
                        <a:pt x="326" y="0"/>
                        <a:pt x="0" y="321"/>
                        <a:pt x="0" y="721"/>
                      </a:cubicBezTo>
                      <a:lnTo>
                        <a:pt x="0" y="721"/>
                      </a:lnTo>
                      <a:cubicBezTo>
                        <a:pt x="0" y="321"/>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0" name="Google Shape;1240;p29"/>
                <p:cNvSpPr/>
                <p:nvPr/>
              </p:nvSpPr>
              <p:spPr>
                <a:xfrm>
                  <a:off x="-5361903" y="1382540"/>
                  <a:ext cx="413640" cy="413640"/>
                </a:xfrm>
                <a:custGeom>
                  <a:rect b="b" l="l" r="r" t="t"/>
                  <a:pathLst>
                    <a:path extrusionOk="0" h="1149" w="1149">
                      <a:moveTo>
                        <a:pt x="24" y="996"/>
                      </a:moveTo>
                      <a:lnTo>
                        <a:pt x="24" y="996"/>
                      </a:lnTo>
                      <a:cubicBezTo>
                        <a:pt x="0" y="1016"/>
                        <a:pt x="0" y="1016"/>
                        <a:pt x="0" y="1016"/>
                      </a:cubicBezTo>
                      <a:cubicBezTo>
                        <a:pt x="44" y="1070"/>
                        <a:pt x="98" y="1115"/>
                        <a:pt x="153" y="1149"/>
                      </a:cubicBezTo>
                      <a:cubicBezTo>
                        <a:pt x="177" y="1129"/>
                        <a:pt x="177" y="1129"/>
                        <a:pt x="177" y="1129"/>
                      </a:cubicBezTo>
                      <a:cubicBezTo>
                        <a:pt x="118" y="1090"/>
                        <a:pt x="69" y="1046"/>
                        <a:pt x="24" y="996"/>
                      </a:cubicBezTo>
                      <a:moveTo>
                        <a:pt x="1016" y="0"/>
                      </a:moveTo>
                      <a:lnTo>
                        <a:pt x="1016" y="0"/>
                      </a:lnTo>
                      <a:cubicBezTo>
                        <a:pt x="996" y="19"/>
                        <a:pt x="996" y="19"/>
                        <a:pt x="996" y="19"/>
                      </a:cubicBezTo>
                      <a:cubicBezTo>
                        <a:pt x="1046" y="64"/>
                        <a:pt x="1090" y="118"/>
                        <a:pt x="1130" y="177"/>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1" name="Google Shape;1241;p29"/>
                <p:cNvSpPr/>
                <p:nvPr/>
              </p:nvSpPr>
              <p:spPr>
                <a:xfrm>
                  <a:off x="-7290782" y="2039540"/>
                  <a:ext cx="630360" cy="630360"/>
                </a:xfrm>
                <a:custGeom>
                  <a:rect b="b" l="l" r="r" t="t"/>
                  <a:pathLst>
                    <a:path extrusionOk="0" h="1751" w="1751">
                      <a:moveTo>
                        <a:pt x="1751" y="873"/>
                      </a:moveTo>
                      <a:lnTo>
                        <a:pt x="1751" y="873"/>
                      </a:lnTo>
                      <a:cubicBezTo>
                        <a:pt x="1751" y="1356"/>
                        <a:pt x="1356" y="1751"/>
                        <a:pt x="879" y="1751"/>
                      </a:cubicBezTo>
                      <a:cubicBezTo>
                        <a:pt x="395" y="1751"/>
                        <a:pt x="0" y="1356"/>
                        <a:pt x="0" y="873"/>
                      </a:cubicBezTo>
                      <a:cubicBezTo>
                        <a:pt x="0" y="394"/>
                        <a:pt x="395" y="0"/>
                        <a:pt x="879" y="0"/>
                      </a:cubicBezTo>
                      <a:cubicBezTo>
                        <a:pt x="1356" y="0"/>
                        <a:pt x="1751" y="394"/>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2" name="Google Shape;1242;p29"/>
                <p:cNvSpPr/>
                <p:nvPr/>
              </p:nvSpPr>
              <p:spPr>
                <a:xfrm>
                  <a:off x="-7233902" y="2353820"/>
                  <a:ext cx="518400" cy="294840"/>
                </a:xfrm>
                <a:custGeom>
                  <a:rect b="b" l="l" r="r" t="t"/>
                  <a:pathLst>
                    <a:path extrusionOk="0" h="819" w="1440">
                      <a:moveTo>
                        <a:pt x="1440" y="0"/>
                      </a:moveTo>
                      <a:lnTo>
                        <a:pt x="1440" y="0"/>
                      </a:lnTo>
                      <a:cubicBezTo>
                        <a:pt x="1440" y="399"/>
                        <a:pt x="1115" y="725"/>
                        <a:pt x="721" y="725"/>
                      </a:cubicBezTo>
                      <a:lnTo>
                        <a:pt x="721" y="725"/>
                      </a:lnTo>
                      <a:lnTo>
                        <a:pt x="721" y="725"/>
                      </a:lnTo>
                      <a:cubicBezTo>
                        <a:pt x="331" y="725"/>
                        <a:pt x="15" y="414"/>
                        <a:pt x="0" y="29"/>
                      </a:cubicBezTo>
                      <a:cubicBezTo>
                        <a:pt x="10" y="419"/>
                        <a:pt x="311"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3" name="Google Shape;1243;p29"/>
                <p:cNvSpPr/>
                <p:nvPr/>
              </p:nvSpPr>
              <p:spPr>
                <a:xfrm>
                  <a:off x="-7233902" y="2094260"/>
                  <a:ext cx="518400" cy="520560"/>
                </a:xfrm>
                <a:custGeom>
                  <a:rect b="b" l="l" r="r" t="t"/>
                  <a:pathLst>
                    <a:path extrusionOk="0" h="1446" w="1440">
                      <a:moveTo>
                        <a:pt x="1440" y="721"/>
                      </a:moveTo>
                      <a:lnTo>
                        <a:pt x="1440" y="721"/>
                      </a:lnTo>
                      <a:cubicBezTo>
                        <a:pt x="1440" y="1120"/>
                        <a:pt x="1115" y="1446"/>
                        <a:pt x="721" y="1446"/>
                      </a:cubicBezTo>
                      <a:cubicBezTo>
                        <a:pt x="321" y="1446"/>
                        <a:pt x="0" y="1120"/>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4" name="Google Shape;1244;p29"/>
                <p:cNvSpPr/>
                <p:nvPr/>
              </p:nvSpPr>
              <p:spPr>
                <a:xfrm>
                  <a:off x="-7169823" y="2160140"/>
                  <a:ext cx="413280" cy="412200"/>
                </a:xfrm>
                <a:custGeom>
                  <a:rect b="b" l="l" r="r" t="t"/>
                  <a:pathLst>
                    <a:path extrusionOk="0" h="1145" w="1148">
                      <a:moveTo>
                        <a:pt x="1015" y="0"/>
                      </a:moveTo>
                      <a:lnTo>
                        <a:pt x="1015" y="0"/>
                      </a:lnTo>
                      <a:cubicBezTo>
                        <a:pt x="0" y="1016"/>
                        <a:pt x="0" y="1016"/>
                        <a:pt x="0" y="1016"/>
                      </a:cubicBezTo>
                      <a:cubicBezTo>
                        <a:pt x="44" y="1066"/>
                        <a:pt x="94" y="1110"/>
                        <a:pt x="153" y="1145"/>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5" name="Google Shape;1245;p29"/>
                <p:cNvSpPr/>
                <p:nvPr/>
              </p:nvSpPr>
              <p:spPr>
                <a:xfrm>
                  <a:off x="-7235702" y="2094260"/>
                  <a:ext cx="261360" cy="270000"/>
                </a:xfrm>
                <a:custGeom>
                  <a:rect b="b" l="l" r="r" t="t"/>
                  <a:pathLst>
                    <a:path extrusionOk="0" h="750" w="726">
                      <a:moveTo>
                        <a:pt x="726" y="0"/>
                      </a:moveTo>
                      <a:lnTo>
                        <a:pt x="726" y="0"/>
                      </a:lnTo>
                      <a:cubicBezTo>
                        <a:pt x="326" y="0"/>
                        <a:pt x="0" y="326"/>
                        <a:pt x="0" y="721"/>
                      </a:cubicBezTo>
                      <a:cubicBezTo>
                        <a:pt x="0" y="730"/>
                        <a:pt x="5" y="740"/>
                        <a:pt x="5" y="750"/>
                      </a:cubicBezTo>
                      <a:cubicBezTo>
                        <a:pt x="5" y="740"/>
                        <a:pt x="5" y="730"/>
                        <a:pt x="5" y="721"/>
                      </a:cubicBezTo>
                      <a:lnTo>
                        <a:pt x="5" y="721"/>
                      </a:lnTo>
                      <a:lnTo>
                        <a:pt x="5" y="721"/>
                      </a:lnTo>
                      <a:cubicBezTo>
                        <a:pt x="5" y="326"/>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6" name="Google Shape;1246;p29"/>
                <p:cNvSpPr/>
                <p:nvPr/>
              </p:nvSpPr>
              <p:spPr>
                <a:xfrm>
                  <a:off x="-7233902" y="2353820"/>
                  <a:ext cx="259560" cy="261000"/>
                </a:xfrm>
                <a:custGeom>
                  <a:rect b="b" l="l" r="r" t="t"/>
                  <a:pathLst>
                    <a:path extrusionOk="0" h="725" w="721">
                      <a:moveTo>
                        <a:pt x="0" y="0"/>
                      </a:moveTo>
                      <a:lnTo>
                        <a:pt x="0" y="0"/>
                      </a:lnTo>
                      <a:lnTo>
                        <a:pt x="0" y="0"/>
                      </a:lnTo>
                      <a:cubicBezTo>
                        <a:pt x="0" y="9"/>
                        <a:pt x="0" y="19"/>
                        <a:pt x="0" y="29"/>
                      </a:cubicBezTo>
                      <a:cubicBezTo>
                        <a:pt x="15" y="414"/>
                        <a:pt x="331" y="725"/>
                        <a:pt x="721" y="725"/>
                      </a:cubicBezTo>
                      <a:lnTo>
                        <a:pt x="721" y="725"/>
                      </a:lnTo>
                      <a:cubicBezTo>
                        <a:pt x="321" y="725"/>
                        <a:pt x="0" y="39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7" name="Google Shape;1247;p29"/>
                <p:cNvSpPr/>
                <p:nvPr/>
              </p:nvSpPr>
              <p:spPr>
                <a:xfrm>
                  <a:off x="-7169823" y="2160140"/>
                  <a:ext cx="413280" cy="412200"/>
                </a:xfrm>
                <a:custGeom>
                  <a:rect b="b" l="l" r="r" t="t"/>
                  <a:pathLst>
                    <a:path extrusionOk="0" h="1145" w="1148">
                      <a:moveTo>
                        <a:pt x="19" y="992"/>
                      </a:moveTo>
                      <a:lnTo>
                        <a:pt x="19" y="992"/>
                      </a:lnTo>
                      <a:cubicBezTo>
                        <a:pt x="0" y="1016"/>
                        <a:pt x="0" y="1016"/>
                        <a:pt x="0" y="1016"/>
                      </a:cubicBezTo>
                      <a:cubicBezTo>
                        <a:pt x="44" y="1066"/>
                        <a:pt x="94" y="1110"/>
                        <a:pt x="153" y="1145"/>
                      </a:cubicBezTo>
                      <a:cubicBezTo>
                        <a:pt x="172" y="1125"/>
                        <a:pt x="172" y="1125"/>
                        <a:pt x="172" y="1125"/>
                      </a:cubicBezTo>
                      <a:cubicBezTo>
                        <a:pt x="118" y="1090"/>
                        <a:pt x="64" y="1046"/>
                        <a:pt x="19" y="992"/>
                      </a:cubicBezTo>
                      <a:moveTo>
                        <a:pt x="1015" y="0"/>
                      </a:moveTo>
                      <a:lnTo>
                        <a:pt x="1015" y="0"/>
                      </a:lnTo>
                      <a:cubicBezTo>
                        <a:pt x="991" y="20"/>
                        <a:pt x="991" y="20"/>
                        <a:pt x="991" y="20"/>
                      </a:cubicBezTo>
                      <a:cubicBezTo>
                        <a:pt x="1045" y="64"/>
                        <a:pt x="1089" y="113"/>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8" name="Google Shape;1248;p29"/>
                <p:cNvSpPr/>
                <p:nvPr/>
              </p:nvSpPr>
              <p:spPr>
                <a:xfrm>
                  <a:off x="-6385022" y="2039540"/>
                  <a:ext cx="628560" cy="630360"/>
                </a:xfrm>
                <a:custGeom>
                  <a:rect b="b" l="l" r="r" t="t"/>
                  <a:pathLst>
                    <a:path extrusionOk="0" h="1751" w="1746">
                      <a:moveTo>
                        <a:pt x="1746" y="873"/>
                      </a:moveTo>
                      <a:lnTo>
                        <a:pt x="1746" y="873"/>
                      </a:lnTo>
                      <a:cubicBezTo>
                        <a:pt x="1746" y="1356"/>
                        <a:pt x="1356" y="1751"/>
                        <a:pt x="873" y="1751"/>
                      </a:cubicBezTo>
                      <a:cubicBezTo>
                        <a:pt x="389" y="1751"/>
                        <a:pt x="0" y="1356"/>
                        <a:pt x="0" y="873"/>
                      </a:cubicBezTo>
                      <a:cubicBezTo>
                        <a:pt x="0" y="394"/>
                        <a:pt x="389" y="0"/>
                        <a:pt x="873" y="0"/>
                      </a:cubicBezTo>
                      <a:cubicBezTo>
                        <a:pt x="1356" y="0"/>
                        <a:pt x="1746" y="394"/>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49" name="Google Shape;1249;p29"/>
                <p:cNvSpPr/>
                <p:nvPr/>
              </p:nvSpPr>
              <p:spPr>
                <a:xfrm>
                  <a:off x="-6329942" y="2353820"/>
                  <a:ext cx="518400" cy="294840"/>
                </a:xfrm>
                <a:custGeom>
                  <a:rect b="b" l="l" r="r" t="t"/>
                  <a:pathLst>
                    <a:path extrusionOk="0" h="819" w="1440">
                      <a:moveTo>
                        <a:pt x="1440" y="0"/>
                      </a:moveTo>
                      <a:lnTo>
                        <a:pt x="1440" y="0"/>
                      </a:lnTo>
                      <a:cubicBezTo>
                        <a:pt x="1440" y="399"/>
                        <a:pt x="1119" y="725"/>
                        <a:pt x="720" y="725"/>
                      </a:cubicBezTo>
                      <a:lnTo>
                        <a:pt x="720" y="725"/>
                      </a:lnTo>
                      <a:cubicBezTo>
                        <a:pt x="325" y="725"/>
                        <a:pt x="4" y="404"/>
                        <a:pt x="0" y="15"/>
                      </a:cubicBezTo>
                      <a:cubicBezTo>
                        <a:pt x="0" y="9"/>
                        <a:pt x="0" y="5"/>
                        <a:pt x="0" y="0"/>
                      </a:cubicBezTo>
                      <a:lnTo>
                        <a:pt x="0" y="0"/>
                      </a:lnTo>
                      <a:cubicBezTo>
                        <a:pt x="0" y="399"/>
                        <a:pt x="300"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0" name="Google Shape;1250;p29"/>
                <p:cNvSpPr/>
                <p:nvPr/>
              </p:nvSpPr>
              <p:spPr>
                <a:xfrm>
                  <a:off x="-6329942" y="2094260"/>
                  <a:ext cx="518400" cy="520560"/>
                </a:xfrm>
                <a:custGeom>
                  <a:rect b="b" l="l" r="r" t="t"/>
                  <a:pathLst>
                    <a:path extrusionOk="0" h="1446" w="1440">
                      <a:moveTo>
                        <a:pt x="1440" y="721"/>
                      </a:moveTo>
                      <a:lnTo>
                        <a:pt x="1440" y="721"/>
                      </a:lnTo>
                      <a:cubicBezTo>
                        <a:pt x="1440" y="1120"/>
                        <a:pt x="1119" y="1446"/>
                        <a:pt x="720" y="1446"/>
                      </a:cubicBezTo>
                      <a:cubicBezTo>
                        <a:pt x="320" y="1446"/>
                        <a:pt x="0" y="1120"/>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1" name="Google Shape;1251;p29"/>
                <p:cNvSpPr/>
                <p:nvPr/>
              </p:nvSpPr>
              <p:spPr>
                <a:xfrm>
                  <a:off x="-6266222" y="2160140"/>
                  <a:ext cx="414000" cy="412200"/>
                </a:xfrm>
                <a:custGeom>
                  <a:rect b="b" l="l" r="r" t="t"/>
                  <a:pathLst>
                    <a:path extrusionOk="0" h="1145" w="1150">
                      <a:moveTo>
                        <a:pt x="1017" y="0"/>
                      </a:moveTo>
                      <a:lnTo>
                        <a:pt x="1017" y="0"/>
                      </a:lnTo>
                      <a:cubicBezTo>
                        <a:pt x="0" y="1016"/>
                        <a:pt x="0" y="1016"/>
                        <a:pt x="0" y="1016"/>
                      </a:cubicBezTo>
                      <a:cubicBezTo>
                        <a:pt x="45" y="1066"/>
                        <a:pt x="99" y="1110"/>
                        <a:pt x="153" y="1145"/>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2" name="Google Shape;1252;p29"/>
                <p:cNvSpPr/>
                <p:nvPr/>
              </p:nvSpPr>
              <p:spPr>
                <a:xfrm>
                  <a:off x="-6329942" y="2094260"/>
                  <a:ext cx="518400" cy="259560"/>
                </a:xfrm>
                <a:custGeom>
                  <a:rect b="b" l="l" r="r" t="t"/>
                  <a:pathLst>
                    <a:path extrusionOk="0" h="721" w="1440">
                      <a:moveTo>
                        <a:pt x="720" y="0"/>
                      </a:moveTo>
                      <a:lnTo>
                        <a:pt x="720" y="0"/>
                      </a:lnTo>
                      <a:cubicBezTo>
                        <a:pt x="320" y="0"/>
                        <a:pt x="0" y="326"/>
                        <a:pt x="0" y="721"/>
                      </a:cubicBezTo>
                      <a:lnTo>
                        <a:pt x="0" y="721"/>
                      </a:lnTo>
                      <a:cubicBezTo>
                        <a:pt x="0" y="326"/>
                        <a:pt x="320" y="0"/>
                        <a:pt x="720" y="0"/>
                      </a:cubicBezTo>
                      <a:cubicBezTo>
                        <a:pt x="1119" y="0"/>
                        <a:pt x="1440" y="326"/>
                        <a:pt x="1440" y="721"/>
                      </a:cubicBezTo>
                      <a:lnTo>
                        <a:pt x="1440" y="721"/>
                      </a:lnTo>
                      <a:cubicBezTo>
                        <a:pt x="1440" y="326"/>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3" name="Google Shape;1253;p29"/>
                <p:cNvSpPr/>
                <p:nvPr/>
              </p:nvSpPr>
              <p:spPr>
                <a:xfrm>
                  <a:off x="-6329942" y="2359220"/>
                  <a:ext cx="259200" cy="255600"/>
                </a:xfrm>
                <a:custGeom>
                  <a:rect b="b" l="l" r="r" t="t"/>
                  <a:pathLst>
                    <a:path extrusionOk="0" h="710" w="720">
                      <a:moveTo>
                        <a:pt x="0" y="0"/>
                      </a:moveTo>
                      <a:lnTo>
                        <a:pt x="0" y="0"/>
                      </a:lnTo>
                      <a:cubicBezTo>
                        <a:pt x="4" y="389"/>
                        <a:pt x="325" y="710"/>
                        <a:pt x="720" y="710"/>
                      </a:cubicBezTo>
                      <a:cubicBezTo>
                        <a:pt x="325" y="710"/>
                        <a:pt x="4" y="38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4" name="Google Shape;1254;p29"/>
                <p:cNvSpPr/>
                <p:nvPr/>
              </p:nvSpPr>
              <p:spPr>
                <a:xfrm>
                  <a:off x="-6266222" y="2160140"/>
                  <a:ext cx="414000" cy="412200"/>
                </a:xfrm>
                <a:custGeom>
                  <a:rect b="b" l="l" r="r" t="t"/>
                  <a:pathLst>
                    <a:path extrusionOk="0" h="1145" w="1150">
                      <a:moveTo>
                        <a:pt x="20" y="992"/>
                      </a:moveTo>
                      <a:lnTo>
                        <a:pt x="20" y="992"/>
                      </a:lnTo>
                      <a:cubicBezTo>
                        <a:pt x="0" y="1016"/>
                        <a:pt x="0" y="1016"/>
                        <a:pt x="0" y="1016"/>
                      </a:cubicBezTo>
                      <a:cubicBezTo>
                        <a:pt x="45" y="1066"/>
                        <a:pt x="99" y="1110"/>
                        <a:pt x="153" y="1145"/>
                      </a:cubicBezTo>
                      <a:cubicBezTo>
                        <a:pt x="173" y="1125"/>
                        <a:pt x="173" y="1125"/>
                        <a:pt x="173" y="1125"/>
                      </a:cubicBezTo>
                      <a:cubicBezTo>
                        <a:pt x="119" y="1090"/>
                        <a:pt x="64" y="1046"/>
                        <a:pt x="20" y="992"/>
                      </a:cubicBezTo>
                      <a:moveTo>
                        <a:pt x="1017" y="0"/>
                      </a:moveTo>
                      <a:lnTo>
                        <a:pt x="1017" y="0"/>
                      </a:lnTo>
                      <a:cubicBezTo>
                        <a:pt x="997" y="20"/>
                        <a:pt x="997" y="20"/>
                        <a:pt x="997" y="20"/>
                      </a:cubicBezTo>
                      <a:cubicBezTo>
                        <a:pt x="1046" y="64"/>
                        <a:pt x="1091" y="113"/>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5" name="Google Shape;1255;p29"/>
                <p:cNvSpPr/>
                <p:nvPr/>
              </p:nvSpPr>
              <p:spPr>
                <a:xfrm>
                  <a:off x="-5481062" y="2039540"/>
                  <a:ext cx="628920" cy="630360"/>
                </a:xfrm>
                <a:custGeom>
                  <a:rect b="b" l="l" r="r" t="t"/>
                  <a:pathLst>
                    <a:path extrusionOk="0" h="1751" w="1747">
                      <a:moveTo>
                        <a:pt x="1747" y="873"/>
                      </a:moveTo>
                      <a:lnTo>
                        <a:pt x="1747" y="873"/>
                      </a:lnTo>
                      <a:cubicBezTo>
                        <a:pt x="1747" y="1356"/>
                        <a:pt x="1357" y="1751"/>
                        <a:pt x="874" y="1751"/>
                      </a:cubicBezTo>
                      <a:cubicBezTo>
                        <a:pt x="390" y="1751"/>
                        <a:pt x="0" y="1356"/>
                        <a:pt x="0" y="873"/>
                      </a:cubicBezTo>
                      <a:cubicBezTo>
                        <a:pt x="0" y="394"/>
                        <a:pt x="390" y="0"/>
                        <a:pt x="874" y="0"/>
                      </a:cubicBezTo>
                      <a:cubicBezTo>
                        <a:pt x="1357" y="0"/>
                        <a:pt x="1747" y="394"/>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6" name="Google Shape;1256;p29"/>
                <p:cNvSpPr/>
                <p:nvPr/>
              </p:nvSpPr>
              <p:spPr>
                <a:xfrm>
                  <a:off x="-5425982" y="2353820"/>
                  <a:ext cx="518760" cy="294840"/>
                </a:xfrm>
                <a:custGeom>
                  <a:rect b="b" l="l" r="r" t="t"/>
                  <a:pathLst>
                    <a:path extrusionOk="0" h="819" w="1441">
                      <a:moveTo>
                        <a:pt x="1441" y="0"/>
                      </a:moveTo>
                      <a:lnTo>
                        <a:pt x="1441" y="0"/>
                      </a:lnTo>
                      <a:cubicBezTo>
                        <a:pt x="1441" y="399"/>
                        <a:pt x="1120" y="725"/>
                        <a:pt x="721" y="725"/>
                      </a:cubicBezTo>
                      <a:lnTo>
                        <a:pt x="721" y="725"/>
                      </a:lnTo>
                      <a:lnTo>
                        <a:pt x="721" y="725"/>
                      </a:lnTo>
                      <a:cubicBezTo>
                        <a:pt x="360" y="725"/>
                        <a:pt x="64" y="458"/>
                        <a:pt x="10" y="118"/>
                      </a:cubicBezTo>
                      <a:cubicBezTo>
                        <a:pt x="5" y="78"/>
                        <a:pt x="0" y="39"/>
                        <a:pt x="0" y="0"/>
                      </a:cubicBezTo>
                      <a:lnTo>
                        <a:pt x="0" y="0"/>
                      </a:lnTo>
                      <a:cubicBezTo>
                        <a:pt x="0" y="399"/>
                        <a:pt x="306" y="819"/>
                        <a:pt x="735" y="819"/>
                      </a:cubicBezTo>
                      <a:cubicBezTo>
                        <a:pt x="1170" y="819"/>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7" name="Google Shape;1257;p29"/>
                <p:cNvSpPr/>
                <p:nvPr/>
              </p:nvSpPr>
              <p:spPr>
                <a:xfrm>
                  <a:off x="-5425982" y="2094260"/>
                  <a:ext cx="518760" cy="520560"/>
                </a:xfrm>
                <a:custGeom>
                  <a:rect b="b" l="l" r="r" t="t"/>
                  <a:pathLst>
                    <a:path extrusionOk="0" h="1446" w="1441">
                      <a:moveTo>
                        <a:pt x="1441" y="721"/>
                      </a:moveTo>
                      <a:lnTo>
                        <a:pt x="1441" y="721"/>
                      </a:lnTo>
                      <a:cubicBezTo>
                        <a:pt x="1441" y="1120"/>
                        <a:pt x="1120" y="1446"/>
                        <a:pt x="721" y="1446"/>
                      </a:cubicBezTo>
                      <a:cubicBezTo>
                        <a:pt x="326" y="1446"/>
                        <a:pt x="0" y="1120"/>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8" name="Google Shape;1258;p29"/>
                <p:cNvSpPr/>
                <p:nvPr/>
              </p:nvSpPr>
              <p:spPr>
                <a:xfrm>
                  <a:off x="-5361903" y="2160140"/>
                  <a:ext cx="413640" cy="412200"/>
                </a:xfrm>
                <a:custGeom>
                  <a:rect b="b" l="l" r="r" t="t"/>
                  <a:pathLst>
                    <a:path extrusionOk="0" h="1145" w="1149">
                      <a:moveTo>
                        <a:pt x="1016" y="0"/>
                      </a:moveTo>
                      <a:lnTo>
                        <a:pt x="1016" y="0"/>
                      </a:lnTo>
                      <a:cubicBezTo>
                        <a:pt x="0" y="1016"/>
                        <a:pt x="0" y="1016"/>
                        <a:pt x="0" y="1016"/>
                      </a:cubicBezTo>
                      <a:cubicBezTo>
                        <a:pt x="44" y="1066"/>
                        <a:pt x="98" y="1110"/>
                        <a:pt x="153" y="1145"/>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59" name="Google Shape;1259;p29"/>
                <p:cNvSpPr/>
                <p:nvPr/>
              </p:nvSpPr>
              <p:spPr>
                <a:xfrm>
                  <a:off x="-5425982" y="2094260"/>
                  <a:ext cx="259560" cy="259560"/>
                </a:xfrm>
                <a:custGeom>
                  <a:rect b="b" l="l" r="r" t="t"/>
                  <a:pathLst>
                    <a:path extrusionOk="0" h="721" w="721">
                      <a:moveTo>
                        <a:pt x="721" y="0"/>
                      </a:moveTo>
                      <a:lnTo>
                        <a:pt x="721" y="0"/>
                      </a:lnTo>
                      <a:cubicBezTo>
                        <a:pt x="326" y="0"/>
                        <a:pt x="0" y="326"/>
                        <a:pt x="0" y="721"/>
                      </a:cubicBezTo>
                      <a:lnTo>
                        <a:pt x="0" y="721"/>
                      </a:lnTo>
                      <a:cubicBezTo>
                        <a:pt x="0" y="326"/>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0" name="Google Shape;1260;p29"/>
                <p:cNvSpPr/>
                <p:nvPr/>
              </p:nvSpPr>
              <p:spPr>
                <a:xfrm>
                  <a:off x="-5422382" y="2396300"/>
                  <a:ext cx="255960" cy="218520"/>
                </a:xfrm>
                <a:custGeom>
                  <a:rect b="b" l="l" r="r" t="t"/>
                  <a:pathLst>
                    <a:path extrusionOk="0" h="607" w="711">
                      <a:moveTo>
                        <a:pt x="0" y="0"/>
                      </a:moveTo>
                      <a:lnTo>
                        <a:pt x="0" y="0"/>
                      </a:lnTo>
                      <a:cubicBezTo>
                        <a:pt x="54" y="340"/>
                        <a:pt x="350" y="607"/>
                        <a:pt x="711" y="607"/>
                      </a:cubicBezTo>
                      <a:lnTo>
                        <a:pt x="711" y="607"/>
                      </a:lnTo>
                      <a:cubicBezTo>
                        <a:pt x="350" y="607"/>
                        <a:pt x="54" y="34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1" name="Google Shape;1261;p29"/>
                <p:cNvSpPr/>
                <p:nvPr/>
              </p:nvSpPr>
              <p:spPr>
                <a:xfrm>
                  <a:off x="-5361903" y="2160140"/>
                  <a:ext cx="413640" cy="412200"/>
                </a:xfrm>
                <a:custGeom>
                  <a:rect b="b" l="l" r="r" t="t"/>
                  <a:pathLst>
                    <a:path extrusionOk="0" h="1145" w="1149">
                      <a:moveTo>
                        <a:pt x="24" y="992"/>
                      </a:moveTo>
                      <a:lnTo>
                        <a:pt x="24" y="992"/>
                      </a:lnTo>
                      <a:cubicBezTo>
                        <a:pt x="0" y="1016"/>
                        <a:pt x="0" y="1016"/>
                        <a:pt x="0" y="1016"/>
                      </a:cubicBezTo>
                      <a:cubicBezTo>
                        <a:pt x="44" y="1066"/>
                        <a:pt x="98" y="1110"/>
                        <a:pt x="153" y="1145"/>
                      </a:cubicBezTo>
                      <a:cubicBezTo>
                        <a:pt x="177" y="1125"/>
                        <a:pt x="177" y="1125"/>
                        <a:pt x="177" y="1125"/>
                      </a:cubicBezTo>
                      <a:cubicBezTo>
                        <a:pt x="118" y="1090"/>
                        <a:pt x="69" y="1046"/>
                        <a:pt x="24" y="992"/>
                      </a:cubicBezTo>
                      <a:moveTo>
                        <a:pt x="1016" y="0"/>
                      </a:moveTo>
                      <a:lnTo>
                        <a:pt x="1016" y="0"/>
                      </a:lnTo>
                      <a:cubicBezTo>
                        <a:pt x="996" y="20"/>
                        <a:pt x="996" y="20"/>
                        <a:pt x="996" y="20"/>
                      </a:cubicBezTo>
                      <a:cubicBezTo>
                        <a:pt x="1046" y="64"/>
                        <a:pt x="1090" y="113"/>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2" name="Google Shape;1262;p29"/>
                <p:cNvSpPr/>
                <p:nvPr/>
              </p:nvSpPr>
              <p:spPr>
                <a:xfrm>
                  <a:off x="-7290782" y="2817140"/>
                  <a:ext cx="630360" cy="628920"/>
                </a:xfrm>
                <a:custGeom>
                  <a:rect b="b" l="l" r="r" t="t"/>
                  <a:pathLst>
                    <a:path extrusionOk="0" h="1747" w="1751">
                      <a:moveTo>
                        <a:pt x="1751" y="874"/>
                      </a:moveTo>
                      <a:lnTo>
                        <a:pt x="1751" y="874"/>
                      </a:lnTo>
                      <a:cubicBezTo>
                        <a:pt x="1751" y="1358"/>
                        <a:pt x="1356" y="1747"/>
                        <a:pt x="879" y="1747"/>
                      </a:cubicBezTo>
                      <a:cubicBezTo>
                        <a:pt x="395" y="1747"/>
                        <a:pt x="0" y="1358"/>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3" name="Google Shape;1263;p29"/>
                <p:cNvSpPr/>
                <p:nvPr/>
              </p:nvSpPr>
              <p:spPr>
                <a:xfrm>
                  <a:off x="-7233902" y="3131780"/>
                  <a:ext cx="518400" cy="293040"/>
                </a:xfrm>
                <a:custGeom>
                  <a:rect b="b" l="l" r="r" t="t"/>
                  <a:pathLst>
                    <a:path extrusionOk="0" h="814" w="1440">
                      <a:moveTo>
                        <a:pt x="1440" y="0"/>
                      </a:moveTo>
                      <a:lnTo>
                        <a:pt x="1440" y="0"/>
                      </a:lnTo>
                      <a:cubicBezTo>
                        <a:pt x="1440" y="197"/>
                        <a:pt x="1356" y="380"/>
                        <a:pt x="1227" y="508"/>
                      </a:cubicBezTo>
                      <a:cubicBezTo>
                        <a:pt x="1100" y="641"/>
                        <a:pt x="918" y="720"/>
                        <a:pt x="721" y="720"/>
                      </a:cubicBezTo>
                      <a:cubicBezTo>
                        <a:pt x="331" y="720"/>
                        <a:pt x="15" y="414"/>
                        <a:pt x="0" y="30"/>
                      </a:cubicBezTo>
                      <a:cubicBezTo>
                        <a:pt x="15" y="420"/>
                        <a:pt x="311" y="814"/>
                        <a:pt x="735" y="814"/>
                      </a:cubicBezTo>
                      <a:cubicBezTo>
                        <a:pt x="1164" y="814"/>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4" name="Google Shape;1264;p29"/>
                <p:cNvSpPr/>
                <p:nvPr/>
              </p:nvSpPr>
              <p:spPr>
                <a:xfrm>
                  <a:off x="-7233902" y="2872220"/>
                  <a:ext cx="518400" cy="518760"/>
                </a:xfrm>
                <a:custGeom>
                  <a:rect b="b" l="l" r="r" t="t"/>
                  <a:pathLst>
                    <a:path extrusionOk="0" h="1441" w="1440">
                      <a:moveTo>
                        <a:pt x="1440" y="721"/>
                      </a:moveTo>
                      <a:lnTo>
                        <a:pt x="1440" y="721"/>
                      </a:lnTo>
                      <a:cubicBezTo>
                        <a:pt x="1440" y="1121"/>
                        <a:pt x="1115" y="1441"/>
                        <a:pt x="721" y="1441"/>
                      </a:cubicBezTo>
                      <a:cubicBezTo>
                        <a:pt x="321" y="1441"/>
                        <a:pt x="0" y="1121"/>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5" name="Google Shape;1265;p29"/>
                <p:cNvSpPr/>
                <p:nvPr/>
              </p:nvSpPr>
              <p:spPr>
                <a:xfrm>
                  <a:off x="-7169823" y="293630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5"/>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6" name="Google Shape;1266;p29"/>
                <p:cNvSpPr/>
                <p:nvPr/>
              </p:nvSpPr>
              <p:spPr>
                <a:xfrm>
                  <a:off x="-7235702" y="2916860"/>
                  <a:ext cx="113760" cy="225720"/>
                </a:xfrm>
                <a:custGeom>
                  <a:rect b="b" l="l" r="r" t="t"/>
                  <a:pathLst>
                    <a:path extrusionOk="0" h="627" w="316">
                      <a:moveTo>
                        <a:pt x="316" y="0"/>
                      </a:moveTo>
                      <a:lnTo>
                        <a:pt x="316" y="0"/>
                      </a:lnTo>
                      <a:cubicBezTo>
                        <a:pt x="128" y="133"/>
                        <a:pt x="0" y="350"/>
                        <a:pt x="0" y="597"/>
                      </a:cubicBezTo>
                      <a:cubicBezTo>
                        <a:pt x="0" y="607"/>
                        <a:pt x="5" y="617"/>
                        <a:pt x="5" y="627"/>
                      </a:cubicBezTo>
                      <a:cubicBezTo>
                        <a:pt x="5" y="617"/>
                        <a:pt x="5" y="607"/>
                        <a:pt x="5" y="597"/>
                      </a:cubicBezTo>
                      <a:lnTo>
                        <a:pt x="5" y="597"/>
                      </a:lnTo>
                      <a:lnTo>
                        <a:pt x="5" y="597"/>
                      </a:lnTo>
                      <a:cubicBezTo>
                        <a:pt x="5" y="350"/>
                        <a:pt x="128" y="133"/>
                        <a:pt x="3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7" name="Google Shape;1267;p29"/>
                <p:cNvSpPr/>
                <p:nvPr/>
              </p:nvSpPr>
              <p:spPr>
                <a:xfrm>
                  <a:off x="-7169823" y="293630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0"/>
                        <a:pt x="64" y="1046"/>
                        <a:pt x="19" y="997"/>
                      </a:cubicBezTo>
                      <a:moveTo>
                        <a:pt x="1015" y="0"/>
                      </a:moveTo>
                      <a:lnTo>
                        <a:pt x="1015" y="0"/>
                      </a:lnTo>
                      <a:cubicBezTo>
                        <a:pt x="991" y="20"/>
                        <a:pt x="991" y="20"/>
                        <a:pt x="991" y="20"/>
                      </a:cubicBezTo>
                      <a:cubicBezTo>
                        <a:pt x="1045" y="64"/>
                        <a:pt x="1089" y="118"/>
                        <a:pt x="1124" y="173"/>
                      </a:cubicBezTo>
                      <a:cubicBezTo>
                        <a:pt x="1148" y="153"/>
                        <a:pt x="1148" y="153"/>
                        <a:pt x="1148" y="153"/>
                      </a:cubicBezTo>
                      <a:cubicBezTo>
                        <a:pt x="1109" y="94"/>
                        <a:pt x="1065" y="45"/>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8" name="Google Shape;1268;p29"/>
                <p:cNvSpPr/>
                <p:nvPr/>
              </p:nvSpPr>
              <p:spPr>
                <a:xfrm>
                  <a:off x="-6385022" y="2817140"/>
                  <a:ext cx="628560" cy="628920"/>
                </a:xfrm>
                <a:custGeom>
                  <a:rect b="b" l="l" r="r" t="t"/>
                  <a:pathLst>
                    <a:path extrusionOk="0" h="1747" w="1746">
                      <a:moveTo>
                        <a:pt x="1746" y="874"/>
                      </a:moveTo>
                      <a:lnTo>
                        <a:pt x="1746" y="874"/>
                      </a:lnTo>
                      <a:cubicBezTo>
                        <a:pt x="1746" y="1358"/>
                        <a:pt x="1356" y="1747"/>
                        <a:pt x="873" y="1747"/>
                      </a:cubicBezTo>
                      <a:cubicBezTo>
                        <a:pt x="389" y="1747"/>
                        <a:pt x="0" y="1358"/>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69" name="Google Shape;1269;p29"/>
                <p:cNvSpPr/>
                <p:nvPr/>
              </p:nvSpPr>
              <p:spPr>
                <a:xfrm>
                  <a:off x="-6329942" y="3131780"/>
                  <a:ext cx="518400" cy="293040"/>
                </a:xfrm>
                <a:custGeom>
                  <a:rect b="b" l="l" r="r" t="t"/>
                  <a:pathLst>
                    <a:path extrusionOk="0" h="814" w="1440">
                      <a:moveTo>
                        <a:pt x="1440" y="0"/>
                      </a:moveTo>
                      <a:lnTo>
                        <a:pt x="1440" y="0"/>
                      </a:lnTo>
                      <a:cubicBezTo>
                        <a:pt x="1440" y="400"/>
                        <a:pt x="1119" y="720"/>
                        <a:pt x="720" y="720"/>
                      </a:cubicBezTo>
                      <a:cubicBezTo>
                        <a:pt x="320" y="720"/>
                        <a:pt x="0" y="400"/>
                        <a:pt x="0" y="0"/>
                      </a:cubicBezTo>
                      <a:cubicBezTo>
                        <a:pt x="0" y="400"/>
                        <a:pt x="300" y="814"/>
                        <a:pt x="735" y="814"/>
                      </a:cubicBezTo>
                      <a:cubicBezTo>
                        <a:pt x="1164" y="814"/>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0" name="Google Shape;1270;p29"/>
                <p:cNvSpPr/>
                <p:nvPr/>
              </p:nvSpPr>
              <p:spPr>
                <a:xfrm>
                  <a:off x="-6329942" y="2872220"/>
                  <a:ext cx="518400" cy="518760"/>
                </a:xfrm>
                <a:custGeom>
                  <a:rect b="b" l="l" r="r" t="t"/>
                  <a:pathLst>
                    <a:path extrusionOk="0" h="1441" w="1440">
                      <a:moveTo>
                        <a:pt x="1440" y="721"/>
                      </a:moveTo>
                      <a:lnTo>
                        <a:pt x="1440" y="721"/>
                      </a:lnTo>
                      <a:cubicBezTo>
                        <a:pt x="1440" y="1121"/>
                        <a:pt x="1119" y="1441"/>
                        <a:pt x="720" y="1441"/>
                      </a:cubicBezTo>
                      <a:cubicBezTo>
                        <a:pt x="320" y="1441"/>
                        <a:pt x="0" y="1121"/>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1" name="Google Shape;1271;p29"/>
                <p:cNvSpPr/>
                <p:nvPr/>
              </p:nvSpPr>
              <p:spPr>
                <a:xfrm>
                  <a:off x="-6266222" y="293630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5"/>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2" name="Google Shape;1272;p29"/>
                <p:cNvSpPr/>
                <p:nvPr/>
              </p:nvSpPr>
              <p:spPr>
                <a:xfrm>
                  <a:off x="-6329942" y="3131780"/>
                  <a:ext cx="518400" cy="0"/>
                </a:xfrm>
                <a:custGeom>
                  <a:rect b="b" l="l" r="r" t="t"/>
                  <a:pathLst>
                    <a:path extrusionOk="0" h="120000" w="1440">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3" name="Google Shape;1273;p29"/>
                <p:cNvSpPr/>
                <p:nvPr/>
              </p:nvSpPr>
              <p:spPr>
                <a:xfrm>
                  <a:off x="-6266222" y="293630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0"/>
                        <a:pt x="64" y="1046"/>
                        <a:pt x="20" y="997"/>
                      </a:cubicBezTo>
                      <a:moveTo>
                        <a:pt x="1017" y="0"/>
                      </a:moveTo>
                      <a:lnTo>
                        <a:pt x="1017" y="0"/>
                      </a:lnTo>
                      <a:cubicBezTo>
                        <a:pt x="997" y="20"/>
                        <a:pt x="997" y="20"/>
                        <a:pt x="997" y="20"/>
                      </a:cubicBezTo>
                      <a:cubicBezTo>
                        <a:pt x="1046" y="64"/>
                        <a:pt x="1091" y="118"/>
                        <a:pt x="1125" y="173"/>
                      </a:cubicBezTo>
                      <a:cubicBezTo>
                        <a:pt x="1150" y="153"/>
                        <a:pt x="1150" y="153"/>
                        <a:pt x="1150" y="153"/>
                      </a:cubicBezTo>
                      <a:cubicBezTo>
                        <a:pt x="1111" y="94"/>
                        <a:pt x="1066" y="45"/>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4" name="Google Shape;1274;p29"/>
                <p:cNvSpPr/>
                <p:nvPr/>
              </p:nvSpPr>
              <p:spPr>
                <a:xfrm>
                  <a:off x="-5481062" y="2817140"/>
                  <a:ext cx="628920" cy="628920"/>
                </a:xfrm>
                <a:custGeom>
                  <a:rect b="b" l="l" r="r" t="t"/>
                  <a:pathLst>
                    <a:path extrusionOk="0" h="1747" w="1747">
                      <a:moveTo>
                        <a:pt x="1747" y="874"/>
                      </a:moveTo>
                      <a:lnTo>
                        <a:pt x="1747" y="874"/>
                      </a:lnTo>
                      <a:cubicBezTo>
                        <a:pt x="1747" y="1358"/>
                        <a:pt x="1357" y="1747"/>
                        <a:pt x="874" y="1747"/>
                      </a:cubicBezTo>
                      <a:cubicBezTo>
                        <a:pt x="390" y="1747"/>
                        <a:pt x="0" y="1358"/>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5" name="Google Shape;1275;p29"/>
                <p:cNvSpPr/>
                <p:nvPr/>
              </p:nvSpPr>
              <p:spPr>
                <a:xfrm>
                  <a:off x="-5425982" y="3131780"/>
                  <a:ext cx="518760" cy="293040"/>
                </a:xfrm>
                <a:custGeom>
                  <a:rect b="b" l="l" r="r" t="t"/>
                  <a:pathLst>
                    <a:path extrusionOk="0" h="814" w="1441">
                      <a:moveTo>
                        <a:pt x="0" y="0"/>
                      </a:moveTo>
                      <a:lnTo>
                        <a:pt x="0" y="0"/>
                      </a:lnTo>
                      <a:moveTo>
                        <a:pt x="1441" y="0"/>
                      </a:moveTo>
                      <a:lnTo>
                        <a:pt x="1441" y="0"/>
                      </a:lnTo>
                      <a:cubicBezTo>
                        <a:pt x="1441" y="237"/>
                        <a:pt x="1327" y="449"/>
                        <a:pt x="1150" y="577"/>
                      </a:cubicBezTo>
                      <a:cubicBezTo>
                        <a:pt x="1031" y="666"/>
                        <a:pt x="883" y="720"/>
                        <a:pt x="721" y="720"/>
                      </a:cubicBezTo>
                      <a:cubicBezTo>
                        <a:pt x="326" y="720"/>
                        <a:pt x="0" y="400"/>
                        <a:pt x="0" y="0"/>
                      </a:cubicBezTo>
                      <a:cubicBezTo>
                        <a:pt x="0" y="400"/>
                        <a:pt x="306" y="814"/>
                        <a:pt x="735" y="814"/>
                      </a:cubicBezTo>
                      <a:cubicBezTo>
                        <a:pt x="1170" y="814"/>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6" name="Google Shape;1276;p29"/>
                <p:cNvSpPr/>
                <p:nvPr/>
              </p:nvSpPr>
              <p:spPr>
                <a:xfrm>
                  <a:off x="-5425982" y="2872220"/>
                  <a:ext cx="518760" cy="518760"/>
                </a:xfrm>
                <a:custGeom>
                  <a:rect b="b" l="l" r="r" t="t"/>
                  <a:pathLst>
                    <a:path extrusionOk="0" h="1441" w="1441">
                      <a:moveTo>
                        <a:pt x="1441" y="721"/>
                      </a:moveTo>
                      <a:lnTo>
                        <a:pt x="1441" y="721"/>
                      </a:lnTo>
                      <a:cubicBezTo>
                        <a:pt x="1441" y="1121"/>
                        <a:pt x="1120" y="1441"/>
                        <a:pt x="721" y="1441"/>
                      </a:cubicBezTo>
                      <a:cubicBezTo>
                        <a:pt x="326" y="1441"/>
                        <a:pt x="0" y="1121"/>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7" name="Google Shape;1277;p29"/>
                <p:cNvSpPr/>
                <p:nvPr/>
              </p:nvSpPr>
              <p:spPr>
                <a:xfrm>
                  <a:off x="-5361903" y="293630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5"/>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8" name="Google Shape;1278;p29"/>
                <p:cNvSpPr/>
                <p:nvPr/>
              </p:nvSpPr>
              <p:spPr>
                <a:xfrm>
                  <a:off x="-5425982" y="3131780"/>
                  <a:ext cx="0" cy="0"/>
                </a:xfrm>
                <a:custGeom>
                  <a:rect b="b" l="l" r="r" t="t"/>
                  <a:pathLst>
                    <a:path extrusionOk="0" h="120000" w="120000">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79" name="Google Shape;1279;p29"/>
                <p:cNvSpPr/>
                <p:nvPr/>
              </p:nvSpPr>
              <p:spPr>
                <a:xfrm>
                  <a:off x="-5361903" y="293630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0"/>
                        <a:pt x="69" y="1046"/>
                        <a:pt x="24" y="997"/>
                      </a:cubicBezTo>
                      <a:moveTo>
                        <a:pt x="1016" y="0"/>
                      </a:moveTo>
                      <a:lnTo>
                        <a:pt x="1016" y="0"/>
                      </a:lnTo>
                      <a:cubicBezTo>
                        <a:pt x="996" y="20"/>
                        <a:pt x="996" y="20"/>
                        <a:pt x="996" y="20"/>
                      </a:cubicBezTo>
                      <a:cubicBezTo>
                        <a:pt x="1046" y="64"/>
                        <a:pt x="1090" y="118"/>
                        <a:pt x="1130" y="173"/>
                      </a:cubicBezTo>
                      <a:cubicBezTo>
                        <a:pt x="1149" y="153"/>
                        <a:pt x="1149" y="153"/>
                        <a:pt x="1149" y="153"/>
                      </a:cubicBezTo>
                      <a:cubicBezTo>
                        <a:pt x="1115" y="94"/>
                        <a:pt x="1070" y="45"/>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0" name="Google Shape;1280;p29"/>
                <p:cNvSpPr/>
                <p:nvPr/>
              </p:nvSpPr>
              <p:spPr>
                <a:xfrm>
                  <a:off x="-7312023" y="-546700"/>
                  <a:ext cx="2482920" cy="0"/>
                </a:xfrm>
                <a:custGeom>
                  <a:rect b="b" l="l" r="r" t="t"/>
                  <a:pathLst>
                    <a:path extrusionOk="0" h="120000" w="6897">
                      <a:moveTo>
                        <a:pt x="6897" y="0"/>
                      </a:moveTo>
                      <a:lnTo>
                        <a:pt x="6897" y="0"/>
                      </a:lnTo>
                      <a:moveTo>
                        <a:pt x="6892" y="0"/>
                      </a:moveTo>
                      <a:lnTo>
                        <a:pt x="6892" y="0"/>
                      </a:lnTo>
                      <a:moveTo>
                        <a:pt x="6892" y="0"/>
                      </a:moveTo>
                      <a:lnTo>
                        <a:pt x="6892" y="0"/>
                      </a:lnTo>
                      <a:moveTo>
                        <a:pt x="6887" y="0"/>
                      </a:moveTo>
                      <a:lnTo>
                        <a:pt x="6887" y="0"/>
                      </a:lnTo>
                      <a:cubicBezTo>
                        <a:pt x="10" y="0"/>
                        <a:pt x="10" y="0"/>
                        <a:pt x="10" y="0"/>
                      </a:cubicBezTo>
                      <a:cubicBezTo>
                        <a:pt x="5" y="0"/>
                        <a:pt x="5" y="0"/>
                        <a:pt x="0" y="0"/>
                      </a:cubicBezTo>
                      <a:lnTo>
                        <a:pt x="0" y="0"/>
                      </a:lnTo>
                      <a:cubicBezTo>
                        <a:pt x="5" y="0"/>
                        <a:pt x="5" y="0"/>
                        <a:pt x="10" y="0"/>
                      </a:cubicBezTo>
                      <a:cubicBezTo>
                        <a:pt x="6887" y="0"/>
                        <a:pt x="6887" y="0"/>
                        <a:pt x="6887" y="0"/>
                      </a:cubicBezTo>
                      <a:cubicBezTo>
                        <a:pt x="6892" y="0"/>
                        <a:pt x="6892" y="0"/>
                        <a:pt x="6892" y="0"/>
                      </a:cubicBezTo>
                      <a:lnTo>
                        <a:pt x="6887" y="0"/>
                      </a:lnTo>
                      <a:close/>
                    </a:path>
                  </a:pathLst>
                </a:custGeom>
                <a:solidFill>
                  <a:srgbClr val="C1CFD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1" name="Google Shape;1281;p29"/>
                <p:cNvSpPr/>
                <p:nvPr/>
              </p:nvSpPr>
              <p:spPr>
                <a:xfrm>
                  <a:off x="-7486262" y="-546700"/>
                  <a:ext cx="2831400" cy="4248720"/>
                </a:xfrm>
                <a:custGeom>
                  <a:rect b="b" l="l" r="r" t="t"/>
                  <a:pathLst>
                    <a:path extrusionOk="0" h="11802" w="7865">
                      <a:moveTo>
                        <a:pt x="0" y="11314"/>
                      </a:moveTo>
                      <a:lnTo>
                        <a:pt x="0" y="11314"/>
                      </a:lnTo>
                      <a:moveTo>
                        <a:pt x="0" y="11314"/>
                      </a:moveTo>
                      <a:lnTo>
                        <a:pt x="0" y="11314"/>
                      </a:lnTo>
                      <a:moveTo>
                        <a:pt x="0" y="11308"/>
                      </a:moveTo>
                      <a:lnTo>
                        <a:pt x="0" y="11308"/>
                      </a:lnTo>
                      <a:moveTo>
                        <a:pt x="7386" y="0"/>
                      </a:moveTo>
                      <a:lnTo>
                        <a:pt x="7386" y="0"/>
                      </a:lnTo>
                      <a:cubicBezTo>
                        <a:pt x="7529" y="5"/>
                        <a:pt x="7657" y="69"/>
                        <a:pt x="7746" y="173"/>
                      </a:cubicBezTo>
                      <a:cubicBezTo>
                        <a:pt x="7638" y="336"/>
                        <a:pt x="7638" y="336"/>
                        <a:pt x="7638" y="336"/>
                      </a:cubicBezTo>
                      <a:cubicBezTo>
                        <a:pt x="7697" y="414"/>
                        <a:pt x="7731" y="508"/>
                        <a:pt x="7731" y="616"/>
                      </a:cubicBezTo>
                      <a:cubicBezTo>
                        <a:pt x="7731" y="11185"/>
                        <a:pt x="7731" y="11185"/>
                        <a:pt x="7731" y="11185"/>
                      </a:cubicBezTo>
                      <a:cubicBezTo>
                        <a:pt x="7731" y="11451"/>
                        <a:pt x="7514" y="11664"/>
                        <a:pt x="7253" y="11664"/>
                      </a:cubicBezTo>
                      <a:cubicBezTo>
                        <a:pt x="612" y="11664"/>
                        <a:pt x="612" y="11664"/>
                        <a:pt x="612" y="11664"/>
                      </a:cubicBezTo>
                      <a:cubicBezTo>
                        <a:pt x="430" y="11664"/>
                        <a:pt x="267" y="11560"/>
                        <a:pt x="188" y="11407"/>
                      </a:cubicBezTo>
                      <a:cubicBezTo>
                        <a:pt x="74" y="11570"/>
                        <a:pt x="74" y="11570"/>
                        <a:pt x="74" y="11570"/>
                      </a:cubicBezTo>
                      <a:cubicBezTo>
                        <a:pt x="30" y="11496"/>
                        <a:pt x="0" y="11407"/>
                        <a:pt x="0" y="11314"/>
                      </a:cubicBezTo>
                      <a:cubicBezTo>
                        <a:pt x="0" y="11585"/>
                        <a:pt x="222" y="11802"/>
                        <a:pt x="494" y="11802"/>
                      </a:cubicBezTo>
                      <a:cubicBezTo>
                        <a:pt x="7371" y="11802"/>
                        <a:pt x="7371" y="11802"/>
                        <a:pt x="7371" y="11802"/>
                      </a:cubicBezTo>
                      <a:cubicBezTo>
                        <a:pt x="7647" y="11802"/>
                        <a:pt x="7865" y="11580"/>
                        <a:pt x="7865" y="11308"/>
                      </a:cubicBezTo>
                      <a:cubicBezTo>
                        <a:pt x="7865" y="493"/>
                        <a:pt x="7865" y="493"/>
                        <a:pt x="7865" y="493"/>
                      </a:cubicBezTo>
                      <a:cubicBezTo>
                        <a:pt x="7865" y="227"/>
                        <a:pt x="7653" y="5"/>
                        <a:pt x="7386" y="0"/>
                      </a:cubicBezTo>
                      <a:moveTo>
                        <a:pt x="7381" y="0"/>
                      </a:moveTo>
                      <a:lnTo>
                        <a:pt x="7381" y="0"/>
                      </a:lnTo>
                      <a:moveTo>
                        <a:pt x="7381" y="0"/>
                      </a:moveTo>
                      <a:lnTo>
                        <a:pt x="7381" y="0"/>
                      </a:lnTo>
                      <a:moveTo>
                        <a:pt x="7381" y="0"/>
                      </a:move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2" name="Google Shape;1282;p29"/>
                <p:cNvSpPr/>
                <p:nvPr/>
              </p:nvSpPr>
              <p:spPr>
                <a:xfrm>
                  <a:off x="-7312023" y="-546700"/>
                  <a:ext cx="2482920" cy="0"/>
                </a:xfrm>
                <a:custGeom>
                  <a:rect b="b" l="l" r="r" t="t"/>
                  <a:pathLst>
                    <a:path extrusionOk="0" h="120000" w="6897">
                      <a:moveTo>
                        <a:pt x="6887" y="0"/>
                      </a:moveTo>
                      <a:lnTo>
                        <a:pt x="6887" y="0"/>
                      </a:lnTo>
                      <a:cubicBezTo>
                        <a:pt x="10" y="0"/>
                        <a:pt x="10" y="0"/>
                        <a:pt x="10" y="0"/>
                      </a:cubicBezTo>
                      <a:cubicBezTo>
                        <a:pt x="5" y="0"/>
                        <a:pt x="5" y="0"/>
                        <a:pt x="0" y="0"/>
                      </a:cubicBezTo>
                      <a:cubicBezTo>
                        <a:pt x="6897" y="0"/>
                        <a:pt x="6897" y="0"/>
                        <a:pt x="6897" y="0"/>
                      </a:cubicBezTo>
                      <a:lnTo>
                        <a:pt x="6897" y="0"/>
                      </a:lnTo>
                      <a:cubicBezTo>
                        <a:pt x="6892" y="0"/>
                        <a:pt x="6892" y="0"/>
                        <a:pt x="6892" y="0"/>
                      </a:cubicBezTo>
                      <a:lnTo>
                        <a:pt x="6892" y="0"/>
                      </a:lnTo>
                      <a:lnTo>
                        <a:pt x="6892" y="0"/>
                      </a:lnTo>
                      <a:lnTo>
                        <a:pt x="6892" y="0"/>
                      </a:lnTo>
                      <a:lnTo>
                        <a:pt x="6892" y="0"/>
                      </a:lnTo>
                      <a:lnTo>
                        <a:pt x="6887" y="0"/>
                      </a:lnTo>
                      <a:close/>
                    </a:path>
                  </a:pathLst>
                </a:custGeom>
                <a:solidFill>
                  <a:srgbClr val="B8C7D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3" name="Google Shape;1283;p29"/>
                <p:cNvSpPr/>
                <p:nvPr/>
              </p:nvSpPr>
              <p:spPr>
                <a:xfrm>
                  <a:off x="-7486262" y="-546700"/>
                  <a:ext cx="2788560" cy="4165200"/>
                </a:xfrm>
                <a:custGeom>
                  <a:rect b="b" l="l" r="r" t="t"/>
                  <a:pathLst>
                    <a:path extrusionOk="0" h="11570" w="7746">
                      <a:moveTo>
                        <a:pt x="7381" y="0"/>
                      </a:moveTo>
                      <a:lnTo>
                        <a:pt x="7381" y="0"/>
                      </a:lnTo>
                      <a:cubicBezTo>
                        <a:pt x="484" y="0"/>
                        <a:pt x="484" y="0"/>
                        <a:pt x="484" y="0"/>
                      </a:cubicBezTo>
                      <a:cubicBezTo>
                        <a:pt x="217" y="5"/>
                        <a:pt x="0" y="222"/>
                        <a:pt x="0" y="493"/>
                      </a:cubicBezTo>
                      <a:cubicBezTo>
                        <a:pt x="0" y="11308"/>
                        <a:pt x="0" y="11308"/>
                        <a:pt x="0" y="11308"/>
                      </a:cubicBezTo>
                      <a:lnTo>
                        <a:pt x="0" y="11308"/>
                      </a:lnTo>
                      <a:lnTo>
                        <a:pt x="0" y="11308"/>
                      </a:lnTo>
                      <a:cubicBezTo>
                        <a:pt x="0" y="11314"/>
                        <a:pt x="0" y="11314"/>
                        <a:pt x="0" y="11314"/>
                      </a:cubicBezTo>
                      <a:lnTo>
                        <a:pt x="0" y="11314"/>
                      </a:lnTo>
                      <a:lnTo>
                        <a:pt x="0" y="11314"/>
                      </a:lnTo>
                      <a:lnTo>
                        <a:pt x="0" y="11314"/>
                      </a:lnTo>
                      <a:lnTo>
                        <a:pt x="0" y="11314"/>
                      </a:lnTo>
                      <a:cubicBezTo>
                        <a:pt x="0" y="11407"/>
                        <a:pt x="30" y="11496"/>
                        <a:pt x="74" y="11570"/>
                      </a:cubicBezTo>
                      <a:cubicBezTo>
                        <a:pt x="188" y="11407"/>
                        <a:pt x="188" y="11407"/>
                        <a:pt x="188" y="11407"/>
                      </a:cubicBezTo>
                      <a:cubicBezTo>
                        <a:pt x="153" y="11338"/>
                        <a:pt x="134" y="11264"/>
                        <a:pt x="134" y="11185"/>
                      </a:cubicBezTo>
                      <a:cubicBezTo>
                        <a:pt x="134" y="616"/>
                        <a:pt x="134" y="616"/>
                        <a:pt x="134" y="616"/>
                      </a:cubicBezTo>
                      <a:cubicBezTo>
                        <a:pt x="134" y="350"/>
                        <a:pt x="351" y="138"/>
                        <a:pt x="612" y="138"/>
                      </a:cubicBezTo>
                      <a:cubicBezTo>
                        <a:pt x="7253" y="138"/>
                        <a:pt x="7253" y="138"/>
                        <a:pt x="7253" y="138"/>
                      </a:cubicBezTo>
                      <a:cubicBezTo>
                        <a:pt x="7410" y="138"/>
                        <a:pt x="7549" y="217"/>
                        <a:pt x="7638" y="336"/>
                      </a:cubicBezTo>
                      <a:cubicBezTo>
                        <a:pt x="7746" y="173"/>
                        <a:pt x="7746" y="173"/>
                        <a:pt x="7746" y="173"/>
                      </a:cubicBezTo>
                      <a:cubicBezTo>
                        <a:pt x="7657" y="69"/>
                        <a:pt x="7529" y="5"/>
                        <a:pt x="7386" y="0"/>
                      </a:cubicBez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284" name="Google Shape;1284;p29"/>
              <p:cNvGrpSpPr/>
              <p:nvPr/>
            </p:nvGrpSpPr>
            <p:grpSpPr>
              <a:xfrm>
                <a:off x="1357274" y="1345994"/>
                <a:ext cx="1888501" cy="2851238"/>
                <a:chOff x="-7486623" y="-546700"/>
                <a:chExt cx="2831760" cy="4275360"/>
              </a:xfrm>
            </p:grpSpPr>
            <p:sp>
              <p:nvSpPr>
                <p:cNvPr id="1285" name="Google Shape;1285;p29"/>
                <p:cNvSpPr/>
                <p:nvPr/>
              </p:nvSpPr>
              <p:spPr>
                <a:xfrm>
                  <a:off x="-6915662" y="86180"/>
                  <a:ext cx="629640" cy="629640"/>
                </a:xfrm>
                <a:custGeom>
                  <a:rect b="b" l="l" r="r" t="t"/>
                  <a:pathLst>
                    <a:path extrusionOk="0" h="1749" w="1749">
                      <a:moveTo>
                        <a:pt x="1691" y="566"/>
                      </a:moveTo>
                      <a:lnTo>
                        <a:pt x="1691" y="566"/>
                      </a:lnTo>
                      <a:cubicBezTo>
                        <a:pt x="1863" y="1015"/>
                        <a:pt x="1637" y="1523"/>
                        <a:pt x="1182" y="1691"/>
                      </a:cubicBezTo>
                      <a:cubicBezTo>
                        <a:pt x="733" y="1864"/>
                        <a:pt x="231" y="1637"/>
                        <a:pt x="58" y="1183"/>
                      </a:cubicBezTo>
                      <a:cubicBezTo>
                        <a:pt x="-114" y="734"/>
                        <a:pt x="113" y="230"/>
                        <a:pt x="566" y="58"/>
                      </a:cubicBezTo>
                      <a:cubicBezTo>
                        <a:pt x="1015" y="-115"/>
                        <a:pt x="1523"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6" name="Google Shape;1286;p29"/>
                <p:cNvSpPr/>
                <p:nvPr/>
              </p:nvSpPr>
              <p:spPr>
                <a:xfrm>
                  <a:off x="-6860583" y="141260"/>
                  <a:ext cx="519480" cy="519480"/>
                </a:xfrm>
                <a:custGeom>
                  <a:rect b="b" l="l" r="r" t="t"/>
                  <a:pathLst>
                    <a:path extrusionOk="0" h="1443" w="1443">
                      <a:moveTo>
                        <a:pt x="1395" y="467"/>
                      </a:moveTo>
                      <a:lnTo>
                        <a:pt x="1395" y="467"/>
                      </a:lnTo>
                      <a:cubicBezTo>
                        <a:pt x="1538" y="837"/>
                        <a:pt x="1350" y="1257"/>
                        <a:pt x="975" y="1395"/>
                      </a:cubicBezTo>
                      <a:cubicBezTo>
                        <a:pt x="605" y="1538"/>
                        <a:pt x="186" y="1351"/>
                        <a:pt x="48" y="975"/>
                      </a:cubicBezTo>
                      <a:cubicBezTo>
                        <a:pt x="-95" y="606"/>
                        <a:pt x="93"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7" name="Google Shape;1287;p29"/>
                <p:cNvSpPr/>
                <p:nvPr/>
              </p:nvSpPr>
              <p:spPr>
                <a:xfrm>
                  <a:off x="-6722702" y="158540"/>
                  <a:ext cx="277200" cy="495720"/>
                </a:xfrm>
                <a:custGeom>
                  <a:rect b="b" l="l" r="r" t="t"/>
                  <a:pathLst>
                    <a:path extrusionOk="0" h="1377" w="770">
                      <a:moveTo>
                        <a:pt x="592" y="0"/>
                      </a:moveTo>
                      <a:lnTo>
                        <a:pt x="592" y="0"/>
                      </a:lnTo>
                      <a:cubicBezTo>
                        <a:pt x="0" y="1307"/>
                        <a:pt x="0" y="1307"/>
                        <a:pt x="0" y="1307"/>
                      </a:cubicBezTo>
                      <a:cubicBezTo>
                        <a:pt x="59" y="1342"/>
                        <a:pt x="123" y="1367"/>
                        <a:pt x="188" y="1377"/>
                      </a:cubicBezTo>
                      <a:cubicBezTo>
                        <a:pt x="770" y="94"/>
                        <a:pt x="770" y="94"/>
                        <a:pt x="770" y="94"/>
                      </a:cubicBezTo>
                      <a:cubicBezTo>
                        <a:pt x="715" y="54"/>
                        <a:pt x="651"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8" name="Google Shape;1288;p29"/>
                <p:cNvSpPr/>
                <p:nvPr/>
              </p:nvSpPr>
              <p:spPr>
                <a:xfrm>
                  <a:off x="-7486623" y="1133060"/>
                  <a:ext cx="629640" cy="629640"/>
                </a:xfrm>
                <a:custGeom>
                  <a:rect b="b" l="l" r="r" t="t"/>
                  <a:pathLst>
                    <a:path extrusionOk="0" h="1749" w="1749">
                      <a:moveTo>
                        <a:pt x="1694" y="564"/>
                      </a:moveTo>
                      <a:lnTo>
                        <a:pt x="1694" y="564"/>
                      </a:lnTo>
                      <a:cubicBezTo>
                        <a:pt x="1862" y="1018"/>
                        <a:pt x="1634" y="1522"/>
                        <a:pt x="1186" y="1694"/>
                      </a:cubicBezTo>
                      <a:cubicBezTo>
                        <a:pt x="731" y="1862"/>
                        <a:pt x="228" y="1635"/>
                        <a:pt x="55" y="1186"/>
                      </a:cubicBezTo>
                      <a:cubicBezTo>
                        <a:pt x="-112" y="732"/>
                        <a:pt x="115" y="229"/>
                        <a:pt x="564" y="56"/>
                      </a:cubicBezTo>
                      <a:cubicBezTo>
                        <a:pt x="1018" y="-112"/>
                        <a:pt x="1521" y="115"/>
                        <a:pt x="1694" y="564"/>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89" name="Google Shape;1289;p29"/>
                <p:cNvSpPr/>
                <p:nvPr/>
              </p:nvSpPr>
              <p:spPr>
                <a:xfrm>
                  <a:off x="-7431542" y="1188140"/>
                  <a:ext cx="519120" cy="519480"/>
                </a:xfrm>
                <a:custGeom>
                  <a:rect b="b" l="l" r="r" t="t"/>
                  <a:pathLst>
                    <a:path extrusionOk="0" h="1443" w="1442">
                      <a:moveTo>
                        <a:pt x="1397" y="465"/>
                      </a:moveTo>
                      <a:lnTo>
                        <a:pt x="1397" y="465"/>
                      </a:lnTo>
                      <a:cubicBezTo>
                        <a:pt x="1536" y="841"/>
                        <a:pt x="1348" y="1255"/>
                        <a:pt x="978" y="1398"/>
                      </a:cubicBezTo>
                      <a:cubicBezTo>
                        <a:pt x="603" y="1536"/>
                        <a:pt x="189" y="1349"/>
                        <a:pt x="46" y="979"/>
                      </a:cubicBezTo>
                      <a:cubicBezTo>
                        <a:pt x="-92" y="604"/>
                        <a:pt x="95" y="189"/>
                        <a:pt x="465" y="46"/>
                      </a:cubicBezTo>
                      <a:cubicBezTo>
                        <a:pt x="840" y="-92"/>
                        <a:pt x="1254" y="95"/>
                        <a:pt x="1397"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0" name="Google Shape;1290;p29"/>
                <p:cNvSpPr/>
                <p:nvPr/>
              </p:nvSpPr>
              <p:spPr>
                <a:xfrm>
                  <a:off x="-7294382" y="1204700"/>
                  <a:ext cx="277200" cy="497520"/>
                </a:xfrm>
                <a:custGeom>
                  <a:rect b="b" l="l" r="r" t="t"/>
                  <a:pathLst>
                    <a:path extrusionOk="0" h="1382" w="770">
                      <a:moveTo>
                        <a:pt x="593" y="0"/>
                      </a:moveTo>
                      <a:lnTo>
                        <a:pt x="593" y="0"/>
                      </a:lnTo>
                      <a:cubicBezTo>
                        <a:pt x="0" y="1313"/>
                        <a:pt x="0" y="1313"/>
                        <a:pt x="0" y="1313"/>
                      </a:cubicBezTo>
                      <a:cubicBezTo>
                        <a:pt x="60" y="1342"/>
                        <a:pt x="124" y="1367"/>
                        <a:pt x="193" y="1382"/>
                      </a:cubicBezTo>
                      <a:cubicBezTo>
                        <a:pt x="770" y="99"/>
                        <a:pt x="770" y="99"/>
                        <a:pt x="770" y="99"/>
                      </a:cubicBezTo>
                      <a:cubicBezTo>
                        <a:pt x="716" y="55"/>
                        <a:pt x="656" y="25"/>
                        <a:pt x="593"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1" name="Google Shape;1291;p29"/>
                <p:cNvSpPr/>
                <p:nvPr/>
              </p:nvSpPr>
              <p:spPr>
                <a:xfrm>
                  <a:off x="-6640623" y="812660"/>
                  <a:ext cx="630000" cy="629640"/>
                </a:xfrm>
                <a:custGeom>
                  <a:rect b="b" l="l" r="r" t="t"/>
                  <a:pathLst>
                    <a:path extrusionOk="0" h="1749" w="1750">
                      <a:moveTo>
                        <a:pt x="1692" y="566"/>
                      </a:moveTo>
                      <a:lnTo>
                        <a:pt x="1692" y="566"/>
                      </a:lnTo>
                      <a:cubicBezTo>
                        <a:pt x="1864" y="1015"/>
                        <a:pt x="1637" y="1523"/>
                        <a:pt x="1183" y="1691"/>
                      </a:cubicBezTo>
                      <a:cubicBezTo>
                        <a:pt x="734" y="1864"/>
                        <a:pt x="226" y="1637"/>
                        <a:pt x="58" y="1183"/>
                      </a:cubicBezTo>
                      <a:cubicBezTo>
                        <a:pt x="-115" y="734"/>
                        <a:pt x="112" y="231"/>
                        <a:pt x="567" y="58"/>
                      </a:cubicBezTo>
                      <a:cubicBezTo>
                        <a:pt x="1016" y="-115"/>
                        <a:pt x="1519" y="112"/>
                        <a:pt x="1692"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2" name="Google Shape;1292;p29"/>
                <p:cNvSpPr/>
                <p:nvPr/>
              </p:nvSpPr>
              <p:spPr>
                <a:xfrm>
                  <a:off x="-6585182" y="867740"/>
                  <a:ext cx="519480" cy="519480"/>
                </a:xfrm>
                <a:custGeom>
                  <a:rect b="b" l="l" r="r" t="t"/>
                  <a:pathLst>
                    <a:path extrusionOk="0" h="1443" w="1443">
                      <a:moveTo>
                        <a:pt x="1395" y="467"/>
                      </a:moveTo>
                      <a:lnTo>
                        <a:pt x="1395" y="467"/>
                      </a:lnTo>
                      <a:cubicBezTo>
                        <a:pt x="1538" y="838"/>
                        <a:pt x="1350" y="1257"/>
                        <a:pt x="975" y="1395"/>
                      </a:cubicBezTo>
                      <a:cubicBezTo>
                        <a:pt x="605" y="1538"/>
                        <a:pt x="186" y="1351"/>
                        <a:pt x="47" y="975"/>
                      </a:cubicBezTo>
                      <a:cubicBezTo>
                        <a:pt x="-96" y="605"/>
                        <a:pt x="92" y="186"/>
                        <a:pt x="467" y="48"/>
                      </a:cubicBezTo>
                      <a:cubicBezTo>
                        <a:pt x="837" y="-95"/>
                        <a:pt x="1256" y="92"/>
                        <a:pt x="1395"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3" name="Google Shape;1293;p29"/>
                <p:cNvSpPr/>
                <p:nvPr/>
              </p:nvSpPr>
              <p:spPr>
                <a:xfrm>
                  <a:off x="-6447302" y="885020"/>
                  <a:ext cx="275400" cy="495360"/>
                </a:xfrm>
                <a:custGeom>
                  <a:rect b="b" l="l" r="r" t="t"/>
                  <a:pathLst>
                    <a:path extrusionOk="0" h="1376" w="765">
                      <a:moveTo>
                        <a:pt x="587" y="0"/>
                      </a:moveTo>
                      <a:lnTo>
                        <a:pt x="587" y="0"/>
                      </a:lnTo>
                      <a:cubicBezTo>
                        <a:pt x="0" y="1307"/>
                        <a:pt x="0" y="1307"/>
                        <a:pt x="0" y="1307"/>
                      </a:cubicBezTo>
                      <a:cubicBezTo>
                        <a:pt x="59" y="1342"/>
                        <a:pt x="123" y="1367"/>
                        <a:pt x="187" y="1376"/>
                      </a:cubicBezTo>
                      <a:cubicBezTo>
                        <a:pt x="765" y="94"/>
                        <a:pt x="765" y="94"/>
                        <a:pt x="765"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4" name="Google Shape;1294;p29"/>
                <p:cNvSpPr/>
                <p:nvPr/>
              </p:nvSpPr>
              <p:spPr>
                <a:xfrm>
                  <a:off x="-7211223" y="1859540"/>
                  <a:ext cx="629280" cy="629640"/>
                </a:xfrm>
                <a:custGeom>
                  <a:rect b="b" l="l" r="r" t="t"/>
                  <a:pathLst>
                    <a:path extrusionOk="0" h="1749" w="1748">
                      <a:moveTo>
                        <a:pt x="1693" y="563"/>
                      </a:moveTo>
                      <a:lnTo>
                        <a:pt x="1693" y="563"/>
                      </a:lnTo>
                      <a:cubicBezTo>
                        <a:pt x="1860" y="1018"/>
                        <a:pt x="1633" y="1521"/>
                        <a:pt x="1184" y="1694"/>
                      </a:cubicBezTo>
                      <a:cubicBezTo>
                        <a:pt x="731" y="1861"/>
                        <a:pt x="228" y="1634"/>
                        <a:pt x="55" y="1185"/>
                      </a:cubicBezTo>
                      <a:cubicBezTo>
                        <a:pt x="-112" y="731"/>
                        <a:pt x="115" y="229"/>
                        <a:pt x="564" y="56"/>
                      </a:cubicBezTo>
                      <a:cubicBezTo>
                        <a:pt x="1018" y="-112"/>
                        <a:pt x="1520" y="115"/>
                        <a:pt x="1693"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5" name="Google Shape;1295;p29"/>
                <p:cNvSpPr/>
                <p:nvPr/>
              </p:nvSpPr>
              <p:spPr>
                <a:xfrm>
                  <a:off x="-7156142" y="1914620"/>
                  <a:ext cx="519120" cy="519480"/>
                </a:xfrm>
                <a:custGeom>
                  <a:rect b="b" l="l" r="r" t="t"/>
                  <a:pathLst>
                    <a:path extrusionOk="0" h="1443" w="1442">
                      <a:moveTo>
                        <a:pt x="1396" y="465"/>
                      </a:moveTo>
                      <a:lnTo>
                        <a:pt x="1396" y="465"/>
                      </a:lnTo>
                      <a:cubicBezTo>
                        <a:pt x="1535" y="840"/>
                        <a:pt x="1347" y="1254"/>
                        <a:pt x="977" y="1397"/>
                      </a:cubicBezTo>
                      <a:cubicBezTo>
                        <a:pt x="603" y="1535"/>
                        <a:pt x="189" y="1348"/>
                        <a:pt x="46" y="978"/>
                      </a:cubicBezTo>
                      <a:cubicBezTo>
                        <a:pt x="-93" y="603"/>
                        <a:pt x="95" y="190"/>
                        <a:pt x="465" y="46"/>
                      </a:cubicBezTo>
                      <a:cubicBezTo>
                        <a:pt x="840" y="-92"/>
                        <a:pt x="1253" y="96"/>
                        <a:pt x="1396" y="465"/>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6" name="Google Shape;1296;p29"/>
                <p:cNvSpPr/>
                <p:nvPr/>
              </p:nvSpPr>
              <p:spPr>
                <a:xfrm>
                  <a:off x="-7018982" y="1931180"/>
                  <a:ext cx="276840" cy="497160"/>
                </a:xfrm>
                <a:custGeom>
                  <a:rect b="b" l="l" r="r" t="t"/>
                  <a:pathLst>
                    <a:path extrusionOk="0" h="1381" w="769">
                      <a:moveTo>
                        <a:pt x="591" y="0"/>
                      </a:moveTo>
                      <a:lnTo>
                        <a:pt x="591" y="0"/>
                      </a:lnTo>
                      <a:cubicBezTo>
                        <a:pt x="0" y="1312"/>
                        <a:pt x="0" y="1312"/>
                        <a:pt x="0" y="1312"/>
                      </a:cubicBezTo>
                      <a:cubicBezTo>
                        <a:pt x="59" y="1342"/>
                        <a:pt x="124" y="1366"/>
                        <a:pt x="192" y="1381"/>
                      </a:cubicBezTo>
                      <a:cubicBezTo>
                        <a:pt x="769" y="99"/>
                        <a:pt x="769" y="99"/>
                        <a:pt x="769" y="99"/>
                      </a:cubicBezTo>
                      <a:cubicBezTo>
                        <a:pt x="715" y="55"/>
                        <a:pt x="655" y="25"/>
                        <a:pt x="59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7" name="Google Shape;1297;p29"/>
                <p:cNvSpPr/>
                <p:nvPr/>
              </p:nvSpPr>
              <p:spPr>
                <a:xfrm>
                  <a:off x="-6365223" y="1539140"/>
                  <a:ext cx="629640" cy="629280"/>
                </a:xfrm>
                <a:custGeom>
                  <a:rect b="b" l="l" r="r" t="t"/>
                  <a:pathLst>
                    <a:path extrusionOk="0" h="1748" w="1749">
                      <a:moveTo>
                        <a:pt x="1691" y="566"/>
                      </a:moveTo>
                      <a:lnTo>
                        <a:pt x="1691" y="566"/>
                      </a:lnTo>
                      <a:cubicBezTo>
                        <a:pt x="1864" y="1015"/>
                        <a:pt x="1637" y="1522"/>
                        <a:pt x="1183" y="1690"/>
                      </a:cubicBezTo>
                      <a:cubicBezTo>
                        <a:pt x="729" y="1863"/>
                        <a:pt x="226" y="1636"/>
                        <a:pt x="58" y="1183"/>
                      </a:cubicBezTo>
                      <a:cubicBezTo>
                        <a:pt x="-115" y="734"/>
                        <a:pt x="112" y="231"/>
                        <a:pt x="566" y="58"/>
                      </a:cubicBezTo>
                      <a:cubicBezTo>
                        <a:pt x="1015" y="-115"/>
                        <a:pt x="1519" y="112"/>
                        <a:pt x="1691" y="566"/>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8" name="Google Shape;1298;p29"/>
                <p:cNvSpPr/>
                <p:nvPr/>
              </p:nvSpPr>
              <p:spPr>
                <a:xfrm>
                  <a:off x="-6310142" y="1594220"/>
                  <a:ext cx="519480" cy="519480"/>
                </a:xfrm>
                <a:custGeom>
                  <a:rect b="b" l="l" r="r" t="t"/>
                  <a:pathLst>
                    <a:path extrusionOk="0" h="1443" w="1443">
                      <a:moveTo>
                        <a:pt x="1395" y="468"/>
                      </a:moveTo>
                      <a:lnTo>
                        <a:pt x="1395" y="468"/>
                      </a:lnTo>
                      <a:cubicBezTo>
                        <a:pt x="1538" y="838"/>
                        <a:pt x="1351" y="1257"/>
                        <a:pt x="976" y="1394"/>
                      </a:cubicBezTo>
                      <a:cubicBezTo>
                        <a:pt x="606" y="1537"/>
                        <a:pt x="186" y="1350"/>
                        <a:pt x="48" y="976"/>
                      </a:cubicBezTo>
                      <a:cubicBezTo>
                        <a:pt x="-95" y="606"/>
                        <a:pt x="92" y="186"/>
                        <a:pt x="468" y="48"/>
                      </a:cubicBezTo>
                      <a:cubicBezTo>
                        <a:pt x="838" y="-95"/>
                        <a:pt x="1252" y="92"/>
                        <a:pt x="1395"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299" name="Google Shape;1299;p29"/>
                <p:cNvSpPr/>
                <p:nvPr/>
              </p:nvSpPr>
              <p:spPr>
                <a:xfrm>
                  <a:off x="-6171903" y="1611500"/>
                  <a:ext cx="275040" cy="495360"/>
                </a:xfrm>
                <a:custGeom>
                  <a:rect b="b" l="l" r="r" t="t"/>
                  <a:pathLst>
                    <a:path extrusionOk="0" h="1376" w="764">
                      <a:moveTo>
                        <a:pt x="587" y="0"/>
                      </a:moveTo>
                      <a:lnTo>
                        <a:pt x="587" y="0"/>
                      </a:lnTo>
                      <a:cubicBezTo>
                        <a:pt x="0" y="1307"/>
                        <a:pt x="0" y="1307"/>
                        <a:pt x="0" y="1307"/>
                      </a:cubicBezTo>
                      <a:cubicBezTo>
                        <a:pt x="59" y="1341"/>
                        <a:pt x="123" y="1366"/>
                        <a:pt x="187" y="1376"/>
                      </a:cubicBezTo>
                      <a:cubicBezTo>
                        <a:pt x="764" y="94"/>
                        <a:pt x="764" y="94"/>
                        <a:pt x="764" y="94"/>
                      </a:cubicBezTo>
                      <a:cubicBezTo>
                        <a:pt x="710" y="54"/>
                        <a:pt x="651" y="25"/>
                        <a:pt x="58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0" name="Google Shape;1300;p29"/>
                <p:cNvSpPr/>
                <p:nvPr/>
              </p:nvSpPr>
              <p:spPr>
                <a:xfrm>
                  <a:off x="-6936542" y="2586380"/>
                  <a:ext cx="628920" cy="629280"/>
                </a:xfrm>
                <a:custGeom>
                  <a:rect b="b" l="l" r="r" t="t"/>
                  <a:pathLst>
                    <a:path extrusionOk="0" h="1748" w="1747">
                      <a:moveTo>
                        <a:pt x="1689" y="563"/>
                      </a:moveTo>
                      <a:lnTo>
                        <a:pt x="1689" y="563"/>
                      </a:lnTo>
                      <a:cubicBezTo>
                        <a:pt x="1862" y="1017"/>
                        <a:pt x="1635" y="1520"/>
                        <a:pt x="1186" y="1692"/>
                      </a:cubicBezTo>
                      <a:cubicBezTo>
                        <a:pt x="732" y="1860"/>
                        <a:pt x="230" y="1633"/>
                        <a:pt x="57" y="1184"/>
                      </a:cubicBezTo>
                      <a:cubicBezTo>
                        <a:pt x="-115" y="730"/>
                        <a:pt x="116" y="227"/>
                        <a:pt x="564" y="54"/>
                      </a:cubicBezTo>
                      <a:cubicBezTo>
                        <a:pt x="1018" y="-113"/>
                        <a:pt x="1522" y="114"/>
                        <a:pt x="1689" y="563"/>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1" name="Google Shape;1301;p29"/>
                <p:cNvSpPr/>
                <p:nvPr/>
              </p:nvSpPr>
              <p:spPr>
                <a:xfrm>
                  <a:off x="-6881102" y="2641460"/>
                  <a:ext cx="518400" cy="519120"/>
                </a:xfrm>
                <a:custGeom>
                  <a:rect b="b" l="l" r="r" t="t"/>
                  <a:pathLst>
                    <a:path extrusionOk="0" h="1442" w="1440">
                      <a:moveTo>
                        <a:pt x="1392" y="464"/>
                      </a:moveTo>
                      <a:lnTo>
                        <a:pt x="1392" y="464"/>
                      </a:lnTo>
                      <a:cubicBezTo>
                        <a:pt x="1535" y="839"/>
                        <a:pt x="1348" y="1253"/>
                        <a:pt x="978" y="1396"/>
                      </a:cubicBezTo>
                      <a:cubicBezTo>
                        <a:pt x="603" y="1535"/>
                        <a:pt x="189" y="1347"/>
                        <a:pt x="46" y="977"/>
                      </a:cubicBezTo>
                      <a:cubicBezTo>
                        <a:pt x="-92" y="602"/>
                        <a:pt x="96" y="188"/>
                        <a:pt x="465" y="45"/>
                      </a:cubicBezTo>
                      <a:cubicBezTo>
                        <a:pt x="839" y="-94"/>
                        <a:pt x="1254" y="94"/>
                        <a:pt x="1392" y="464"/>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2" name="Google Shape;1302;p29"/>
                <p:cNvSpPr/>
                <p:nvPr/>
              </p:nvSpPr>
              <p:spPr>
                <a:xfrm>
                  <a:off x="-6743942" y="2657660"/>
                  <a:ext cx="277200" cy="497160"/>
                </a:xfrm>
                <a:custGeom>
                  <a:rect b="b" l="l" r="r" t="t"/>
                  <a:pathLst>
                    <a:path extrusionOk="0" h="1381" w="770">
                      <a:moveTo>
                        <a:pt x="592" y="0"/>
                      </a:moveTo>
                      <a:lnTo>
                        <a:pt x="592" y="0"/>
                      </a:lnTo>
                      <a:cubicBezTo>
                        <a:pt x="0" y="1312"/>
                        <a:pt x="0" y="1312"/>
                        <a:pt x="0" y="1312"/>
                      </a:cubicBezTo>
                      <a:cubicBezTo>
                        <a:pt x="59" y="1341"/>
                        <a:pt x="123" y="1366"/>
                        <a:pt x="192" y="1381"/>
                      </a:cubicBezTo>
                      <a:cubicBezTo>
                        <a:pt x="770" y="98"/>
                        <a:pt x="770" y="98"/>
                        <a:pt x="770" y="98"/>
                      </a:cubicBezTo>
                      <a:cubicBezTo>
                        <a:pt x="715" y="54"/>
                        <a:pt x="656" y="24"/>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3" name="Google Shape;1303;p29"/>
                <p:cNvSpPr/>
                <p:nvPr/>
              </p:nvSpPr>
              <p:spPr>
                <a:xfrm>
                  <a:off x="-6090542" y="2265260"/>
                  <a:ext cx="629640" cy="630000"/>
                </a:xfrm>
                <a:custGeom>
                  <a:rect b="b" l="l" r="r" t="t"/>
                  <a:pathLst>
                    <a:path extrusionOk="0" h="1750" w="1749">
                      <a:moveTo>
                        <a:pt x="1693" y="567"/>
                      </a:moveTo>
                      <a:lnTo>
                        <a:pt x="1693" y="567"/>
                      </a:lnTo>
                      <a:cubicBezTo>
                        <a:pt x="1861" y="1016"/>
                        <a:pt x="1634" y="1524"/>
                        <a:pt x="1185" y="1692"/>
                      </a:cubicBezTo>
                      <a:cubicBezTo>
                        <a:pt x="731" y="1864"/>
                        <a:pt x="228" y="1637"/>
                        <a:pt x="55" y="1183"/>
                      </a:cubicBezTo>
                      <a:cubicBezTo>
                        <a:pt x="-113" y="734"/>
                        <a:pt x="114" y="231"/>
                        <a:pt x="563" y="58"/>
                      </a:cubicBezTo>
                      <a:cubicBezTo>
                        <a:pt x="1017" y="-115"/>
                        <a:pt x="1520" y="112"/>
                        <a:pt x="1693" y="567"/>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4" name="Google Shape;1304;p29"/>
                <p:cNvSpPr/>
                <p:nvPr/>
              </p:nvSpPr>
              <p:spPr>
                <a:xfrm>
                  <a:off x="-6035462" y="2320700"/>
                  <a:ext cx="519480" cy="519480"/>
                </a:xfrm>
                <a:custGeom>
                  <a:rect b="b" l="l" r="r" t="t"/>
                  <a:pathLst>
                    <a:path extrusionOk="0" h="1443" w="1443">
                      <a:moveTo>
                        <a:pt x="1397" y="467"/>
                      </a:moveTo>
                      <a:lnTo>
                        <a:pt x="1397" y="467"/>
                      </a:lnTo>
                      <a:cubicBezTo>
                        <a:pt x="1535" y="837"/>
                        <a:pt x="1348" y="1256"/>
                        <a:pt x="977" y="1395"/>
                      </a:cubicBezTo>
                      <a:cubicBezTo>
                        <a:pt x="603" y="1538"/>
                        <a:pt x="188" y="1350"/>
                        <a:pt x="45" y="975"/>
                      </a:cubicBezTo>
                      <a:cubicBezTo>
                        <a:pt x="-93" y="605"/>
                        <a:pt x="94" y="190"/>
                        <a:pt x="464" y="47"/>
                      </a:cubicBezTo>
                      <a:cubicBezTo>
                        <a:pt x="840" y="-96"/>
                        <a:pt x="1254" y="92"/>
                        <a:pt x="1397" y="467"/>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5" name="Google Shape;1305;p29"/>
                <p:cNvSpPr/>
                <p:nvPr/>
              </p:nvSpPr>
              <p:spPr>
                <a:xfrm>
                  <a:off x="-5898303" y="2337620"/>
                  <a:ext cx="276840" cy="495720"/>
                </a:xfrm>
                <a:custGeom>
                  <a:rect b="b" l="l" r="r" t="t"/>
                  <a:pathLst>
                    <a:path extrusionOk="0" h="1377" w="769">
                      <a:moveTo>
                        <a:pt x="592" y="0"/>
                      </a:moveTo>
                      <a:lnTo>
                        <a:pt x="592" y="0"/>
                      </a:lnTo>
                      <a:cubicBezTo>
                        <a:pt x="0" y="1308"/>
                        <a:pt x="0" y="1308"/>
                        <a:pt x="0" y="1308"/>
                      </a:cubicBezTo>
                      <a:cubicBezTo>
                        <a:pt x="59" y="1342"/>
                        <a:pt x="123" y="1367"/>
                        <a:pt x="192" y="1377"/>
                      </a:cubicBezTo>
                      <a:cubicBezTo>
                        <a:pt x="769" y="94"/>
                        <a:pt x="769" y="94"/>
                        <a:pt x="769" y="94"/>
                      </a:cubicBezTo>
                      <a:cubicBezTo>
                        <a:pt x="715" y="54"/>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6" name="Google Shape;1306;p29"/>
                <p:cNvSpPr/>
                <p:nvPr/>
              </p:nvSpPr>
              <p:spPr>
                <a:xfrm>
                  <a:off x="-5815142" y="2992100"/>
                  <a:ext cx="629640" cy="629640"/>
                </a:xfrm>
                <a:custGeom>
                  <a:rect b="b" l="l" r="r" t="t"/>
                  <a:pathLst>
                    <a:path extrusionOk="0" h="1749" w="1749">
                      <a:moveTo>
                        <a:pt x="1693" y="565"/>
                      </a:moveTo>
                      <a:lnTo>
                        <a:pt x="1693" y="565"/>
                      </a:lnTo>
                      <a:cubicBezTo>
                        <a:pt x="1861" y="1015"/>
                        <a:pt x="1634" y="1523"/>
                        <a:pt x="1185" y="1691"/>
                      </a:cubicBezTo>
                      <a:cubicBezTo>
                        <a:pt x="731" y="1863"/>
                        <a:pt x="228" y="1637"/>
                        <a:pt x="55" y="1182"/>
                      </a:cubicBezTo>
                      <a:cubicBezTo>
                        <a:pt x="-113" y="733"/>
                        <a:pt x="114" y="230"/>
                        <a:pt x="563" y="57"/>
                      </a:cubicBezTo>
                      <a:cubicBezTo>
                        <a:pt x="1017" y="-115"/>
                        <a:pt x="1520" y="112"/>
                        <a:pt x="1693" y="565"/>
                      </a:cubicBezTo>
                      <a:close/>
                    </a:path>
                  </a:pathLst>
                </a:custGeom>
                <a:solidFill>
                  <a:srgbClr val="ABCFF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7" name="Google Shape;1307;p29"/>
                <p:cNvSpPr/>
                <p:nvPr/>
              </p:nvSpPr>
              <p:spPr>
                <a:xfrm>
                  <a:off x="-5760062" y="3046820"/>
                  <a:ext cx="519120" cy="519840"/>
                </a:xfrm>
                <a:custGeom>
                  <a:rect b="b" l="l" r="r" t="t"/>
                  <a:pathLst>
                    <a:path extrusionOk="0" h="1444" w="1442">
                      <a:moveTo>
                        <a:pt x="1397" y="468"/>
                      </a:moveTo>
                      <a:lnTo>
                        <a:pt x="1397" y="468"/>
                      </a:lnTo>
                      <a:cubicBezTo>
                        <a:pt x="1535" y="838"/>
                        <a:pt x="1347" y="1257"/>
                        <a:pt x="977" y="1395"/>
                      </a:cubicBezTo>
                      <a:cubicBezTo>
                        <a:pt x="602" y="1539"/>
                        <a:pt x="188" y="1351"/>
                        <a:pt x="45" y="976"/>
                      </a:cubicBezTo>
                      <a:cubicBezTo>
                        <a:pt x="-93" y="606"/>
                        <a:pt x="94" y="191"/>
                        <a:pt x="464" y="48"/>
                      </a:cubicBezTo>
                      <a:cubicBezTo>
                        <a:pt x="839" y="-95"/>
                        <a:pt x="1254" y="93"/>
                        <a:pt x="1397" y="468"/>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8" name="Google Shape;1308;p29"/>
                <p:cNvSpPr/>
                <p:nvPr/>
              </p:nvSpPr>
              <p:spPr>
                <a:xfrm>
                  <a:off x="-5622903" y="3064100"/>
                  <a:ext cx="276840" cy="497520"/>
                </a:xfrm>
                <a:custGeom>
                  <a:rect b="b" l="l" r="r" t="t"/>
                  <a:pathLst>
                    <a:path extrusionOk="0" h="1382" w="769">
                      <a:moveTo>
                        <a:pt x="592" y="0"/>
                      </a:moveTo>
                      <a:lnTo>
                        <a:pt x="592" y="0"/>
                      </a:lnTo>
                      <a:cubicBezTo>
                        <a:pt x="0" y="1308"/>
                        <a:pt x="0" y="1308"/>
                        <a:pt x="0" y="1308"/>
                      </a:cubicBezTo>
                      <a:cubicBezTo>
                        <a:pt x="59" y="1343"/>
                        <a:pt x="123" y="1367"/>
                        <a:pt x="192" y="1382"/>
                      </a:cubicBezTo>
                      <a:cubicBezTo>
                        <a:pt x="769" y="94"/>
                        <a:pt x="769" y="94"/>
                        <a:pt x="769" y="94"/>
                      </a:cubicBezTo>
                      <a:cubicBezTo>
                        <a:pt x="715" y="55"/>
                        <a:pt x="656" y="25"/>
                        <a:pt x="592"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09" name="Google Shape;1309;p29"/>
                <p:cNvSpPr/>
                <p:nvPr/>
              </p:nvSpPr>
              <p:spPr>
                <a:xfrm>
                  <a:off x="-4987142" y="3702020"/>
                  <a:ext cx="38880" cy="21240"/>
                </a:xfrm>
                <a:custGeom>
                  <a:rect b="b" l="l" r="r" t="t"/>
                  <a:pathLst>
                    <a:path extrusionOk="0" h="59" w="108">
                      <a:moveTo>
                        <a:pt x="108" y="0"/>
                      </a:moveTo>
                      <a:lnTo>
                        <a:pt x="108" y="0"/>
                      </a:lnTo>
                      <a:cubicBezTo>
                        <a:pt x="99" y="0"/>
                        <a:pt x="99" y="0"/>
                        <a:pt x="99" y="0"/>
                      </a:cubicBezTo>
                      <a:cubicBezTo>
                        <a:pt x="69" y="20"/>
                        <a:pt x="35" y="39"/>
                        <a:pt x="0" y="59"/>
                      </a:cubicBezTo>
                      <a:cubicBezTo>
                        <a:pt x="5" y="54"/>
                        <a:pt x="5" y="54"/>
                        <a:pt x="5" y="54"/>
                      </a:cubicBezTo>
                      <a:cubicBezTo>
                        <a:pt x="39" y="39"/>
                        <a:pt x="79" y="20"/>
                        <a:pt x="108" y="0"/>
                      </a:cubicBezTo>
                      <a:close/>
                    </a:path>
                  </a:pathLst>
                </a:custGeom>
                <a:solidFill>
                  <a:srgbClr val="92A8B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0" name="Google Shape;1310;p29"/>
                <p:cNvSpPr/>
                <p:nvPr/>
              </p:nvSpPr>
              <p:spPr>
                <a:xfrm>
                  <a:off x="-6594902" y="3702020"/>
                  <a:ext cx="9000" cy="26640"/>
                </a:xfrm>
                <a:custGeom>
                  <a:rect b="b" l="l" r="r" t="t"/>
                  <a:pathLst>
                    <a:path extrusionOk="0" h="74" w="25">
                      <a:moveTo>
                        <a:pt x="0" y="0"/>
                      </a:moveTo>
                      <a:lnTo>
                        <a:pt x="0" y="0"/>
                      </a:lnTo>
                      <a:lnTo>
                        <a:pt x="0" y="0"/>
                      </a:lnTo>
                      <a:cubicBezTo>
                        <a:pt x="5" y="15"/>
                        <a:pt x="10" y="29"/>
                        <a:pt x="15" y="49"/>
                      </a:cubicBezTo>
                      <a:cubicBezTo>
                        <a:pt x="20" y="54"/>
                        <a:pt x="20" y="64"/>
                        <a:pt x="25" y="74"/>
                      </a:cubicBezTo>
                      <a:cubicBezTo>
                        <a:pt x="20" y="64"/>
                        <a:pt x="20" y="54"/>
                        <a:pt x="15" y="49"/>
                      </a:cubicBezTo>
                      <a:cubicBezTo>
                        <a:pt x="10" y="29"/>
                        <a:pt x="5" y="15"/>
                        <a:pt x="0"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1" name="Google Shape;1311;p29"/>
                <p:cNvSpPr/>
                <p:nvPr/>
              </p:nvSpPr>
              <p:spPr>
                <a:xfrm>
                  <a:off x="-6532622" y="3702020"/>
                  <a:ext cx="62280" cy="9000"/>
                </a:xfrm>
                <a:custGeom>
                  <a:rect b="b" l="l" r="r" t="t"/>
                  <a:pathLst>
                    <a:path extrusionOk="0" h="25" w="173">
                      <a:moveTo>
                        <a:pt x="173" y="0"/>
                      </a:moveTo>
                      <a:lnTo>
                        <a:pt x="173" y="0"/>
                      </a:lnTo>
                      <a:cubicBezTo>
                        <a:pt x="0" y="0"/>
                        <a:pt x="0" y="0"/>
                        <a:pt x="0" y="0"/>
                      </a:cubicBezTo>
                      <a:cubicBezTo>
                        <a:pt x="10" y="5"/>
                        <a:pt x="15" y="10"/>
                        <a:pt x="20" y="10"/>
                      </a:cubicBezTo>
                      <a:cubicBezTo>
                        <a:pt x="40" y="20"/>
                        <a:pt x="59" y="25"/>
                        <a:pt x="79" y="25"/>
                      </a:cubicBezTo>
                      <a:cubicBezTo>
                        <a:pt x="108" y="25"/>
                        <a:pt x="143" y="15"/>
                        <a:pt x="173" y="0"/>
                      </a:cubicBezTo>
                      <a:close/>
                    </a:path>
                  </a:pathLst>
                </a:custGeom>
                <a:solidFill>
                  <a:srgbClr val="BCD9F5"/>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2" name="Google Shape;1312;p29"/>
                <p:cNvSpPr/>
                <p:nvPr/>
              </p:nvSpPr>
              <p:spPr>
                <a:xfrm>
                  <a:off x="-4830902" y="-546700"/>
                  <a:ext cx="1800" cy="0"/>
                </a:xfrm>
                <a:custGeom>
                  <a:rect b="b" l="l" r="r" t="t"/>
                  <a:pathLst>
                    <a:path extrusionOk="0" h="120000" w="5">
                      <a:moveTo>
                        <a:pt x="0" y="0"/>
                      </a:moveTo>
                      <a:lnTo>
                        <a:pt x="0" y="0"/>
                      </a:lnTo>
                      <a:lnTo>
                        <a:pt x="5" y="0"/>
                      </a:lnTo>
                      <a:cubicBezTo>
                        <a:pt x="0" y="0"/>
                        <a:pt x="0" y="0"/>
                        <a:pt x="0" y="0"/>
                      </a:cubicBezTo>
                      <a:moveTo>
                        <a:pt x="0" y="0"/>
                      </a:moveTo>
                      <a:lnTo>
                        <a:pt x="0" y="0"/>
                      </a:lnTo>
                      <a:moveTo>
                        <a:pt x="0" y="0"/>
                      </a:moveTo>
                      <a:lnTo>
                        <a:pt x="0" y="0"/>
                      </a:lnTo>
                      <a:close/>
                    </a:path>
                  </a:pathLst>
                </a:custGeom>
                <a:solidFill>
                  <a:srgbClr val="F3F5F8"/>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3" name="Google Shape;1313;p29"/>
                <p:cNvSpPr/>
                <p:nvPr/>
              </p:nvSpPr>
              <p:spPr>
                <a:xfrm>
                  <a:off x="-7444175" y="-478625"/>
                  <a:ext cx="2749800" cy="4165200"/>
                </a:xfrm>
                <a:prstGeom prst="roundRect">
                  <a:avLst>
                    <a:gd fmla="val 4885" name="adj"/>
                  </a:avLst>
                </a:prstGeom>
                <a:solidFill>
                  <a:schemeClr val="accent6"/>
                </a:solidFill>
                <a:ln cap="flat" cmpd="sng" w="9525">
                  <a:solidFill>
                    <a:schemeClr val="dk2"/>
                  </a:solidFill>
                  <a:prstDash val="solid"/>
                  <a:round/>
                  <a:headEnd len="sm" w="sm" type="none"/>
                  <a:tailEnd len="sm" w="sm" type="none"/>
                </a:ln>
                <a:effectLst>
                  <a:outerShdw blurRad="57150" rotWithShape="0" algn="bl" dir="5400000" dist="19050">
                    <a:schemeClr val="dk1">
                      <a:alpha val="2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314" name="Google Shape;1314;p29"/>
                <p:cNvSpPr/>
                <p:nvPr/>
              </p:nvSpPr>
              <p:spPr>
                <a:xfrm>
                  <a:off x="-7486262" y="-546700"/>
                  <a:ext cx="2749680" cy="4106520"/>
                </a:xfrm>
                <a:custGeom>
                  <a:rect b="b" l="l" r="r" t="t"/>
                  <a:pathLst>
                    <a:path extrusionOk="0" h="11407" w="7638">
                      <a:moveTo>
                        <a:pt x="0" y="11314"/>
                      </a:moveTo>
                      <a:lnTo>
                        <a:pt x="0" y="11314"/>
                      </a:lnTo>
                      <a:moveTo>
                        <a:pt x="0" y="11314"/>
                      </a:moveTo>
                      <a:lnTo>
                        <a:pt x="0" y="11314"/>
                      </a:lnTo>
                      <a:moveTo>
                        <a:pt x="0" y="11308"/>
                      </a:moveTo>
                      <a:lnTo>
                        <a:pt x="0" y="11308"/>
                      </a:lnTo>
                      <a:cubicBezTo>
                        <a:pt x="0" y="11314"/>
                        <a:pt x="0" y="11314"/>
                        <a:pt x="0" y="11314"/>
                      </a:cubicBezTo>
                      <a:lnTo>
                        <a:pt x="0" y="11308"/>
                      </a:lnTo>
                      <a:moveTo>
                        <a:pt x="0" y="493"/>
                      </a:moveTo>
                      <a:lnTo>
                        <a:pt x="0" y="493"/>
                      </a:lnTo>
                      <a:lnTo>
                        <a:pt x="0" y="493"/>
                      </a:lnTo>
                      <a:cubicBezTo>
                        <a:pt x="0" y="11308"/>
                        <a:pt x="0" y="11308"/>
                        <a:pt x="0" y="11308"/>
                      </a:cubicBezTo>
                      <a:lnTo>
                        <a:pt x="0" y="11308"/>
                      </a:lnTo>
                      <a:lnTo>
                        <a:pt x="0" y="11308"/>
                      </a:lnTo>
                      <a:cubicBezTo>
                        <a:pt x="0" y="493"/>
                        <a:pt x="0" y="493"/>
                        <a:pt x="0" y="493"/>
                      </a:cubicBezTo>
                      <a:moveTo>
                        <a:pt x="1422" y="6775"/>
                      </a:moveTo>
                      <a:lnTo>
                        <a:pt x="1422" y="6775"/>
                      </a:lnTo>
                      <a:cubicBezTo>
                        <a:pt x="938" y="6775"/>
                        <a:pt x="543" y="6385"/>
                        <a:pt x="543" y="5902"/>
                      </a:cubicBezTo>
                      <a:cubicBezTo>
                        <a:pt x="543" y="5418"/>
                        <a:pt x="938" y="5028"/>
                        <a:pt x="1422" y="5028"/>
                      </a:cubicBezTo>
                      <a:cubicBezTo>
                        <a:pt x="1899" y="5028"/>
                        <a:pt x="2294" y="5418"/>
                        <a:pt x="2294" y="5902"/>
                      </a:cubicBezTo>
                      <a:cubicBezTo>
                        <a:pt x="2294" y="6385"/>
                        <a:pt x="1899" y="6775"/>
                        <a:pt x="1422" y="6775"/>
                      </a:cubicBezTo>
                      <a:moveTo>
                        <a:pt x="1422" y="4618"/>
                      </a:moveTo>
                      <a:lnTo>
                        <a:pt x="1422" y="4618"/>
                      </a:lnTo>
                      <a:cubicBezTo>
                        <a:pt x="938" y="4618"/>
                        <a:pt x="543" y="4228"/>
                        <a:pt x="543" y="3745"/>
                      </a:cubicBezTo>
                      <a:cubicBezTo>
                        <a:pt x="543" y="3262"/>
                        <a:pt x="938" y="2872"/>
                        <a:pt x="1422" y="2872"/>
                      </a:cubicBezTo>
                      <a:cubicBezTo>
                        <a:pt x="1899" y="2872"/>
                        <a:pt x="2294" y="3262"/>
                        <a:pt x="2294" y="3745"/>
                      </a:cubicBezTo>
                      <a:cubicBezTo>
                        <a:pt x="2294" y="4228"/>
                        <a:pt x="1899" y="4618"/>
                        <a:pt x="1422" y="4618"/>
                      </a:cubicBezTo>
                      <a:moveTo>
                        <a:pt x="3932" y="4618"/>
                      </a:moveTo>
                      <a:lnTo>
                        <a:pt x="3932" y="4618"/>
                      </a:lnTo>
                      <a:cubicBezTo>
                        <a:pt x="3448" y="4618"/>
                        <a:pt x="3059" y="4228"/>
                        <a:pt x="3059" y="3745"/>
                      </a:cubicBezTo>
                      <a:cubicBezTo>
                        <a:pt x="3059" y="3262"/>
                        <a:pt x="3448" y="2872"/>
                        <a:pt x="3932" y="2872"/>
                      </a:cubicBezTo>
                      <a:cubicBezTo>
                        <a:pt x="4415" y="2872"/>
                        <a:pt x="4805" y="3262"/>
                        <a:pt x="4805" y="3745"/>
                      </a:cubicBezTo>
                      <a:cubicBezTo>
                        <a:pt x="4805" y="4228"/>
                        <a:pt x="4415" y="4618"/>
                        <a:pt x="3932" y="4618"/>
                      </a:cubicBezTo>
                      <a:moveTo>
                        <a:pt x="1422" y="2462"/>
                      </a:moveTo>
                      <a:lnTo>
                        <a:pt x="1422" y="2462"/>
                      </a:lnTo>
                      <a:cubicBezTo>
                        <a:pt x="938" y="2462"/>
                        <a:pt x="543" y="2067"/>
                        <a:pt x="543" y="1584"/>
                      </a:cubicBezTo>
                      <a:cubicBezTo>
                        <a:pt x="543" y="1105"/>
                        <a:pt x="938" y="710"/>
                        <a:pt x="1422" y="710"/>
                      </a:cubicBezTo>
                      <a:cubicBezTo>
                        <a:pt x="1899" y="710"/>
                        <a:pt x="2294" y="1105"/>
                        <a:pt x="2294" y="1584"/>
                      </a:cubicBezTo>
                      <a:cubicBezTo>
                        <a:pt x="2294" y="2067"/>
                        <a:pt x="1899" y="2462"/>
                        <a:pt x="1422" y="2462"/>
                      </a:cubicBezTo>
                      <a:moveTo>
                        <a:pt x="3932" y="2462"/>
                      </a:moveTo>
                      <a:lnTo>
                        <a:pt x="3932" y="2462"/>
                      </a:lnTo>
                      <a:cubicBezTo>
                        <a:pt x="3448" y="2462"/>
                        <a:pt x="3059" y="2067"/>
                        <a:pt x="3059" y="1584"/>
                      </a:cubicBezTo>
                      <a:cubicBezTo>
                        <a:pt x="3059" y="1105"/>
                        <a:pt x="3448" y="710"/>
                        <a:pt x="3932" y="710"/>
                      </a:cubicBezTo>
                      <a:cubicBezTo>
                        <a:pt x="4415" y="710"/>
                        <a:pt x="4805" y="1105"/>
                        <a:pt x="4805" y="1584"/>
                      </a:cubicBezTo>
                      <a:cubicBezTo>
                        <a:pt x="4805" y="2067"/>
                        <a:pt x="4415" y="2462"/>
                        <a:pt x="3932" y="2462"/>
                      </a:cubicBezTo>
                      <a:moveTo>
                        <a:pt x="7253" y="138"/>
                      </a:moveTo>
                      <a:lnTo>
                        <a:pt x="7253" y="138"/>
                      </a:lnTo>
                      <a:cubicBezTo>
                        <a:pt x="612" y="138"/>
                        <a:pt x="612" y="138"/>
                        <a:pt x="612" y="138"/>
                      </a:cubicBezTo>
                      <a:cubicBezTo>
                        <a:pt x="351" y="138"/>
                        <a:pt x="134" y="350"/>
                        <a:pt x="134" y="616"/>
                      </a:cubicBezTo>
                      <a:cubicBezTo>
                        <a:pt x="134" y="11185"/>
                        <a:pt x="134" y="11185"/>
                        <a:pt x="134" y="11185"/>
                      </a:cubicBezTo>
                      <a:cubicBezTo>
                        <a:pt x="134" y="11264"/>
                        <a:pt x="153" y="11338"/>
                        <a:pt x="188" y="11407"/>
                      </a:cubicBezTo>
                      <a:cubicBezTo>
                        <a:pt x="676" y="10677"/>
                        <a:pt x="676" y="10677"/>
                        <a:pt x="676" y="10677"/>
                      </a:cubicBezTo>
                      <a:cubicBezTo>
                        <a:pt x="593" y="10544"/>
                        <a:pt x="543" y="10386"/>
                        <a:pt x="543" y="10218"/>
                      </a:cubicBezTo>
                      <a:cubicBezTo>
                        <a:pt x="543" y="9734"/>
                        <a:pt x="938" y="9344"/>
                        <a:pt x="1422" y="9344"/>
                      </a:cubicBezTo>
                      <a:cubicBezTo>
                        <a:pt x="1471" y="9344"/>
                        <a:pt x="1520" y="9344"/>
                        <a:pt x="1569" y="9354"/>
                      </a:cubicBezTo>
                      <a:cubicBezTo>
                        <a:pt x="1998" y="8713"/>
                        <a:pt x="1998" y="8713"/>
                        <a:pt x="1998" y="8713"/>
                      </a:cubicBezTo>
                      <a:cubicBezTo>
                        <a:pt x="1846" y="8851"/>
                        <a:pt x="1643" y="8935"/>
                        <a:pt x="1422" y="8935"/>
                      </a:cubicBezTo>
                      <a:cubicBezTo>
                        <a:pt x="938" y="8935"/>
                        <a:pt x="543" y="8540"/>
                        <a:pt x="543" y="8057"/>
                      </a:cubicBezTo>
                      <a:cubicBezTo>
                        <a:pt x="543" y="7578"/>
                        <a:pt x="938" y="7184"/>
                        <a:pt x="1422" y="7184"/>
                      </a:cubicBezTo>
                      <a:cubicBezTo>
                        <a:pt x="1899" y="7184"/>
                        <a:pt x="2294" y="7578"/>
                        <a:pt x="2294" y="8057"/>
                      </a:cubicBezTo>
                      <a:cubicBezTo>
                        <a:pt x="2294" y="8160"/>
                        <a:pt x="2274" y="8259"/>
                        <a:pt x="2244" y="8348"/>
                      </a:cubicBezTo>
                      <a:cubicBezTo>
                        <a:pt x="3414" y="6607"/>
                        <a:pt x="3414" y="6607"/>
                        <a:pt x="3414" y="6607"/>
                      </a:cubicBezTo>
                      <a:cubicBezTo>
                        <a:pt x="3197" y="6449"/>
                        <a:pt x="3059" y="6192"/>
                        <a:pt x="3059" y="5902"/>
                      </a:cubicBezTo>
                      <a:cubicBezTo>
                        <a:pt x="3059" y="5418"/>
                        <a:pt x="3448" y="5028"/>
                        <a:pt x="3932" y="5028"/>
                      </a:cubicBezTo>
                      <a:cubicBezTo>
                        <a:pt x="4100" y="5028"/>
                        <a:pt x="4258" y="5077"/>
                        <a:pt x="4391" y="5156"/>
                      </a:cubicBezTo>
                      <a:cubicBezTo>
                        <a:pt x="6226" y="2433"/>
                        <a:pt x="6226" y="2433"/>
                        <a:pt x="6226" y="2433"/>
                      </a:cubicBezTo>
                      <a:cubicBezTo>
                        <a:pt x="5846" y="2334"/>
                        <a:pt x="5570" y="1994"/>
                        <a:pt x="5570" y="1584"/>
                      </a:cubicBezTo>
                      <a:cubicBezTo>
                        <a:pt x="5570" y="1105"/>
                        <a:pt x="5960" y="710"/>
                        <a:pt x="6444" y="710"/>
                      </a:cubicBezTo>
                      <a:cubicBezTo>
                        <a:pt x="6730" y="710"/>
                        <a:pt x="6987" y="849"/>
                        <a:pt x="7144" y="1061"/>
                      </a:cubicBezTo>
                      <a:cubicBezTo>
                        <a:pt x="7638" y="336"/>
                        <a:pt x="7638" y="336"/>
                        <a:pt x="7638" y="336"/>
                      </a:cubicBezTo>
                      <a:cubicBezTo>
                        <a:pt x="7549" y="217"/>
                        <a:pt x="7410" y="138"/>
                        <a:pt x="7253" y="138"/>
                      </a:cubicBezTo>
                      <a:moveTo>
                        <a:pt x="7381" y="0"/>
                      </a:moveTo>
                      <a:lnTo>
                        <a:pt x="7381" y="0"/>
                      </a:lnTo>
                      <a:cubicBezTo>
                        <a:pt x="7386" y="0"/>
                        <a:pt x="7386" y="0"/>
                        <a:pt x="7386" y="0"/>
                      </a:cubicBezTo>
                      <a:lnTo>
                        <a:pt x="7381" y="0"/>
                      </a:lnTo>
                      <a:moveTo>
                        <a:pt x="7381" y="0"/>
                      </a:moveTo>
                      <a:lnTo>
                        <a:pt x="7381" y="0"/>
                      </a:lnTo>
                      <a:moveTo>
                        <a:pt x="7381" y="0"/>
                      </a:moveTo>
                      <a:lnTo>
                        <a:pt x="7381"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5" name="Google Shape;1315;p29"/>
                <p:cNvSpPr/>
                <p:nvPr/>
              </p:nvSpPr>
              <p:spPr>
                <a:xfrm>
                  <a:off x="-6575462" y="-376420"/>
                  <a:ext cx="69480" cy="3907800"/>
                </a:xfrm>
                <a:custGeom>
                  <a:rect b="b" l="l" r="r" t="t"/>
                  <a:pathLst>
                    <a:path extrusionOk="0" h="10855" w="193">
                      <a:moveTo>
                        <a:pt x="99" y="10855"/>
                      </a:moveTo>
                      <a:lnTo>
                        <a:pt x="99" y="10855"/>
                      </a:lnTo>
                      <a:lnTo>
                        <a:pt x="99" y="10855"/>
                      </a:lnTo>
                      <a:cubicBezTo>
                        <a:pt x="45" y="10855"/>
                        <a:pt x="0" y="10811"/>
                        <a:pt x="0" y="10757"/>
                      </a:cubicBezTo>
                      <a:cubicBezTo>
                        <a:pt x="0" y="99"/>
                        <a:pt x="0" y="99"/>
                        <a:pt x="0" y="99"/>
                      </a:cubicBezTo>
                      <a:cubicBezTo>
                        <a:pt x="0" y="45"/>
                        <a:pt x="45" y="0"/>
                        <a:pt x="99" y="0"/>
                      </a:cubicBezTo>
                      <a:cubicBezTo>
                        <a:pt x="153" y="0"/>
                        <a:pt x="193" y="45"/>
                        <a:pt x="193" y="99"/>
                      </a:cubicBezTo>
                      <a:cubicBezTo>
                        <a:pt x="193" y="10757"/>
                        <a:pt x="193" y="10757"/>
                        <a:pt x="193" y="10757"/>
                      </a:cubicBezTo>
                      <a:cubicBezTo>
                        <a:pt x="193" y="10811"/>
                        <a:pt x="153" y="10855"/>
                        <a:pt x="99"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6" name="Google Shape;1316;p29"/>
                <p:cNvSpPr/>
                <p:nvPr/>
              </p:nvSpPr>
              <p:spPr>
                <a:xfrm>
                  <a:off x="-5635502" y="-376420"/>
                  <a:ext cx="69120" cy="3907800"/>
                </a:xfrm>
                <a:custGeom>
                  <a:rect b="b" l="l" r="r" t="t"/>
                  <a:pathLst>
                    <a:path extrusionOk="0" h="10855" w="192">
                      <a:moveTo>
                        <a:pt x="94" y="10855"/>
                      </a:moveTo>
                      <a:lnTo>
                        <a:pt x="94" y="10855"/>
                      </a:lnTo>
                      <a:lnTo>
                        <a:pt x="94" y="10855"/>
                      </a:lnTo>
                      <a:cubicBezTo>
                        <a:pt x="39" y="10855"/>
                        <a:pt x="0" y="10811"/>
                        <a:pt x="0" y="10757"/>
                      </a:cubicBezTo>
                      <a:cubicBezTo>
                        <a:pt x="0" y="99"/>
                        <a:pt x="0" y="99"/>
                        <a:pt x="0" y="99"/>
                      </a:cubicBezTo>
                      <a:cubicBezTo>
                        <a:pt x="0" y="45"/>
                        <a:pt x="39" y="0"/>
                        <a:pt x="94" y="0"/>
                      </a:cubicBezTo>
                      <a:cubicBezTo>
                        <a:pt x="148" y="0"/>
                        <a:pt x="192" y="45"/>
                        <a:pt x="192" y="99"/>
                      </a:cubicBezTo>
                      <a:cubicBezTo>
                        <a:pt x="192" y="10757"/>
                        <a:pt x="192" y="10757"/>
                        <a:pt x="192" y="10757"/>
                      </a:cubicBezTo>
                      <a:cubicBezTo>
                        <a:pt x="192" y="10811"/>
                        <a:pt x="148" y="10855"/>
                        <a:pt x="94" y="10855"/>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7" name="Google Shape;1317;p29"/>
                <p:cNvSpPr/>
                <p:nvPr/>
              </p:nvSpPr>
              <p:spPr>
                <a:xfrm>
                  <a:off x="-7290782" y="-291100"/>
                  <a:ext cx="630360" cy="630720"/>
                </a:xfrm>
                <a:custGeom>
                  <a:rect b="b" l="l" r="r" t="t"/>
                  <a:pathLst>
                    <a:path extrusionOk="0" h="1752" w="1751">
                      <a:moveTo>
                        <a:pt x="1751" y="874"/>
                      </a:moveTo>
                      <a:lnTo>
                        <a:pt x="1751" y="874"/>
                      </a:lnTo>
                      <a:cubicBezTo>
                        <a:pt x="1751" y="1357"/>
                        <a:pt x="1356" y="1752"/>
                        <a:pt x="879" y="1752"/>
                      </a:cubicBezTo>
                      <a:cubicBezTo>
                        <a:pt x="395" y="1752"/>
                        <a:pt x="0" y="1357"/>
                        <a:pt x="0" y="874"/>
                      </a:cubicBezTo>
                      <a:cubicBezTo>
                        <a:pt x="0" y="395"/>
                        <a:pt x="395" y="0"/>
                        <a:pt x="879" y="0"/>
                      </a:cubicBezTo>
                      <a:cubicBezTo>
                        <a:pt x="1356" y="0"/>
                        <a:pt x="1751" y="395"/>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8" name="Google Shape;1318;p29"/>
                <p:cNvSpPr/>
                <p:nvPr/>
              </p:nvSpPr>
              <p:spPr>
                <a:xfrm>
                  <a:off x="-7233902" y="23540"/>
                  <a:ext cx="518400" cy="294840"/>
                </a:xfrm>
                <a:custGeom>
                  <a:rect b="b" l="l" r="r" t="t"/>
                  <a:pathLst>
                    <a:path extrusionOk="0" h="819" w="1440">
                      <a:moveTo>
                        <a:pt x="1440" y="0"/>
                      </a:moveTo>
                      <a:lnTo>
                        <a:pt x="1440" y="0"/>
                      </a:lnTo>
                      <a:cubicBezTo>
                        <a:pt x="1440" y="207"/>
                        <a:pt x="1351" y="394"/>
                        <a:pt x="1213" y="528"/>
                      </a:cubicBezTo>
                      <a:cubicBezTo>
                        <a:pt x="1085" y="646"/>
                        <a:pt x="908" y="725"/>
                        <a:pt x="721" y="725"/>
                      </a:cubicBezTo>
                      <a:cubicBezTo>
                        <a:pt x="331" y="725"/>
                        <a:pt x="15" y="414"/>
                        <a:pt x="0" y="29"/>
                      </a:cubicBezTo>
                      <a:cubicBezTo>
                        <a:pt x="15" y="419"/>
                        <a:pt x="311" y="819"/>
                        <a:pt x="735" y="819"/>
                      </a:cubicBezTo>
                      <a:cubicBezTo>
                        <a:pt x="1164" y="819"/>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19" name="Google Shape;1319;p29"/>
                <p:cNvSpPr/>
                <p:nvPr/>
              </p:nvSpPr>
              <p:spPr>
                <a:xfrm>
                  <a:off x="-7233902" y="-236020"/>
                  <a:ext cx="518400" cy="520560"/>
                </a:xfrm>
                <a:custGeom>
                  <a:rect b="b" l="l" r="r" t="t"/>
                  <a:pathLst>
                    <a:path extrusionOk="0" h="1446" w="1440">
                      <a:moveTo>
                        <a:pt x="1440" y="721"/>
                      </a:moveTo>
                      <a:lnTo>
                        <a:pt x="1440" y="721"/>
                      </a:lnTo>
                      <a:cubicBezTo>
                        <a:pt x="1440" y="1121"/>
                        <a:pt x="1115" y="1446"/>
                        <a:pt x="721" y="1446"/>
                      </a:cubicBezTo>
                      <a:cubicBezTo>
                        <a:pt x="321" y="1446"/>
                        <a:pt x="0" y="1121"/>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0" name="Google Shape;1320;p29"/>
                <p:cNvSpPr/>
                <p:nvPr/>
              </p:nvSpPr>
              <p:spPr>
                <a:xfrm>
                  <a:off x="-7169823" y="-171940"/>
                  <a:ext cx="413280" cy="414000"/>
                </a:xfrm>
                <a:custGeom>
                  <a:rect b="b" l="l" r="r" t="t"/>
                  <a:pathLst>
                    <a:path extrusionOk="0" h="1150" w="1148">
                      <a:moveTo>
                        <a:pt x="1015" y="0"/>
                      </a:moveTo>
                      <a:lnTo>
                        <a:pt x="1015" y="0"/>
                      </a:lnTo>
                      <a:cubicBezTo>
                        <a:pt x="0" y="1021"/>
                        <a:pt x="0" y="1021"/>
                        <a:pt x="0" y="1021"/>
                      </a:cubicBezTo>
                      <a:cubicBezTo>
                        <a:pt x="44" y="1071"/>
                        <a:pt x="94" y="1115"/>
                        <a:pt x="153" y="1150"/>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1" name="Google Shape;1321;p29"/>
                <p:cNvSpPr/>
                <p:nvPr/>
              </p:nvSpPr>
              <p:spPr>
                <a:xfrm>
                  <a:off x="-7235702" y="-189580"/>
                  <a:ext cx="111960" cy="223560"/>
                </a:xfrm>
                <a:custGeom>
                  <a:rect b="b" l="l" r="r" t="t"/>
                  <a:pathLst>
                    <a:path extrusionOk="0" h="621" w="311">
                      <a:moveTo>
                        <a:pt x="311" y="0"/>
                      </a:moveTo>
                      <a:lnTo>
                        <a:pt x="311" y="0"/>
                      </a:lnTo>
                      <a:cubicBezTo>
                        <a:pt x="123" y="133"/>
                        <a:pt x="0" y="350"/>
                        <a:pt x="0" y="592"/>
                      </a:cubicBezTo>
                      <a:cubicBezTo>
                        <a:pt x="0" y="602"/>
                        <a:pt x="5" y="612"/>
                        <a:pt x="5" y="621"/>
                      </a:cubicBezTo>
                      <a:cubicBezTo>
                        <a:pt x="5" y="612"/>
                        <a:pt x="5" y="602"/>
                        <a:pt x="5" y="592"/>
                      </a:cubicBezTo>
                      <a:lnTo>
                        <a:pt x="5" y="592"/>
                      </a:lnTo>
                      <a:lnTo>
                        <a:pt x="5" y="592"/>
                      </a:lnTo>
                      <a:cubicBezTo>
                        <a:pt x="5" y="350"/>
                        <a:pt x="123" y="133"/>
                        <a:pt x="31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2" name="Google Shape;1322;p29"/>
                <p:cNvSpPr/>
                <p:nvPr/>
              </p:nvSpPr>
              <p:spPr>
                <a:xfrm>
                  <a:off x="-7169823" y="-171940"/>
                  <a:ext cx="413280" cy="414000"/>
                </a:xfrm>
                <a:custGeom>
                  <a:rect b="b" l="l" r="r" t="t"/>
                  <a:pathLst>
                    <a:path extrusionOk="0" h="1150" w="1148">
                      <a:moveTo>
                        <a:pt x="19" y="997"/>
                      </a:moveTo>
                      <a:lnTo>
                        <a:pt x="19" y="997"/>
                      </a:lnTo>
                      <a:cubicBezTo>
                        <a:pt x="0" y="1021"/>
                        <a:pt x="0" y="1021"/>
                        <a:pt x="0" y="1021"/>
                      </a:cubicBezTo>
                      <a:cubicBezTo>
                        <a:pt x="44" y="1071"/>
                        <a:pt x="94" y="1115"/>
                        <a:pt x="153" y="1150"/>
                      </a:cubicBezTo>
                      <a:cubicBezTo>
                        <a:pt x="172" y="1130"/>
                        <a:pt x="172" y="1130"/>
                        <a:pt x="172" y="1130"/>
                      </a:cubicBezTo>
                      <a:cubicBezTo>
                        <a:pt x="118" y="1096"/>
                        <a:pt x="64" y="1051"/>
                        <a:pt x="19" y="997"/>
                      </a:cubicBezTo>
                      <a:moveTo>
                        <a:pt x="1015" y="0"/>
                      </a:moveTo>
                      <a:lnTo>
                        <a:pt x="1015" y="0"/>
                      </a:lnTo>
                      <a:cubicBezTo>
                        <a:pt x="991" y="25"/>
                        <a:pt x="991" y="25"/>
                        <a:pt x="991" y="25"/>
                      </a:cubicBezTo>
                      <a:cubicBezTo>
                        <a:pt x="1045" y="69"/>
                        <a:pt x="1089" y="118"/>
                        <a:pt x="1124" y="178"/>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3" name="Google Shape;1323;p29"/>
                <p:cNvSpPr/>
                <p:nvPr/>
              </p:nvSpPr>
              <p:spPr>
                <a:xfrm>
                  <a:off x="-6385022" y="-291100"/>
                  <a:ext cx="628560" cy="630720"/>
                </a:xfrm>
                <a:custGeom>
                  <a:rect b="b" l="l" r="r" t="t"/>
                  <a:pathLst>
                    <a:path extrusionOk="0" h="1752" w="1746">
                      <a:moveTo>
                        <a:pt x="1746" y="874"/>
                      </a:moveTo>
                      <a:lnTo>
                        <a:pt x="1746" y="874"/>
                      </a:lnTo>
                      <a:cubicBezTo>
                        <a:pt x="1746" y="1357"/>
                        <a:pt x="1356" y="1752"/>
                        <a:pt x="873" y="1752"/>
                      </a:cubicBezTo>
                      <a:cubicBezTo>
                        <a:pt x="389" y="1752"/>
                        <a:pt x="0" y="1357"/>
                        <a:pt x="0" y="874"/>
                      </a:cubicBezTo>
                      <a:cubicBezTo>
                        <a:pt x="0" y="395"/>
                        <a:pt x="389" y="0"/>
                        <a:pt x="873" y="0"/>
                      </a:cubicBezTo>
                      <a:cubicBezTo>
                        <a:pt x="1356" y="0"/>
                        <a:pt x="1746" y="395"/>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4" name="Google Shape;1324;p29"/>
                <p:cNvSpPr/>
                <p:nvPr/>
              </p:nvSpPr>
              <p:spPr>
                <a:xfrm>
                  <a:off x="-6329942" y="23540"/>
                  <a:ext cx="518400" cy="294840"/>
                </a:xfrm>
                <a:custGeom>
                  <a:rect b="b" l="l" r="r" t="t"/>
                  <a:pathLst>
                    <a:path extrusionOk="0" h="819" w="1440">
                      <a:moveTo>
                        <a:pt x="0" y="0"/>
                      </a:moveTo>
                      <a:lnTo>
                        <a:pt x="0" y="0"/>
                      </a:lnTo>
                      <a:cubicBezTo>
                        <a:pt x="0" y="5"/>
                        <a:pt x="0" y="5"/>
                        <a:pt x="0" y="5"/>
                      </a:cubicBezTo>
                      <a:lnTo>
                        <a:pt x="0" y="0"/>
                      </a:lnTo>
                      <a:moveTo>
                        <a:pt x="1440" y="0"/>
                      </a:moveTo>
                      <a:lnTo>
                        <a:pt x="1440" y="0"/>
                      </a:lnTo>
                      <a:cubicBezTo>
                        <a:pt x="1440" y="400"/>
                        <a:pt x="1119" y="725"/>
                        <a:pt x="720" y="725"/>
                      </a:cubicBezTo>
                      <a:cubicBezTo>
                        <a:pt x="320" y="725"/>
                        <a:pt x="0" y="400"/>
                        <a:pt x="0" y="5"/>
                      </a:cubicBezTo>
                      <a:cubicBezTo>
                        <a:pt x="0" y="400"/>
                        <a:pt x="300" y="819"/>
                        <a:pt x="735" y="819"/>
                      </a:cubicBezTo>
                      <a:cubicBezTo>
                        <a:pt x="1164" y="819"/>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5" name="Google Shape;1325;p29"/>
                <p:cNvSpPr/>
                <p:nvPr/>
              </p:nvSpPr>
              <p:spPr>
                <a:xfrm>
                  <a:off x="-6329942" y="-236020"/>
                  <a:ext cx="518400" cy="520560"/>
                </a:xfrm>
                <a:custGeom>
                  <a:rect b="b" l="l" r="r" t="t"/>
                  <a:pathLst>
                    <a:path extrusionOk="0" h="1446" w="1440">
                      <a:moveTo>
                        <a:pt x="1440" y="721"/>
                      </a:moveTo>
                      <a:lnTo>
                        <a:pt x="1440" y="721"/>
                      </a:lnTo>
                      <a:cubicBezTo>
                        <a:pt x="1440" y="1121"/>
                        <a:pt x="1119" y="1446"/>
                        <a:pt x="720" y="1446"/>
                      </a:cubicBezTo>
                      <a:cubicBezTo>
                        <a:pt x="320" y="1446"/>
                        <a:pt x="0" y="1121"/>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6" name="Google Shape;1326;p29"/>
                <p:cNvSpPr/>
                <p:nvPr/>
              </p:nvSpPr>
              <p:spPr>
                <a:xfrm>
                  <a:off x="-6266222" y="-171940"/>
                  <a:ext cx="414000" cy="414000"/>
                </a:xfrm>
                <a:custGeom>
                  <a:rect b="b" l="l" r="r" t="t"/>
                  <a:pathLst>
                    <a:path extrusionOk="0" h="1150" w="1150">
                      <a:moveTo>
                        <a:pt x="1017" y="0"/>
                      </a:moveTo>
                      <a:lnTo>
                        <a:pt x="1017" y="0"/>
                      </a:lnTo>
                      <a:cubicBezTo>
                        <a:pt x="0" y="1021"/>
                        <a:pt x="0" y="1021"/>
                        <a:pt x="0" y="1021"/>
                      </a:cubicBezTo>
                      <a:cubicBezTo>
                        <a:pt x="45" y="1071"/>
                        <a:pt x="99" y="1115"/>
                        <a:pt x="153" y="1150"/>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7" name="Google Shape;1327;p29"/>
                <p:cNvSpPr/>
                <p:nvPr/>
              </p:nvSpPr>
              <p:spPr>
                <a:xfrm>
                  <a:off x="-6329942" y="23540"/>
                  <a:ext cx="518400" cy="1800"/>
                </a:xfrm>
                <a:custGeom>
                  <a:rect b="b" l="l" r="r" t="t"/>
                  <a:pathLst>
                    <a:path extrusionOk="0" h="5" w="1440">
                      <a:moveTo>
                        <a:pt x="0" y="5"/>
                      </a:moveTo>
                      <a:lnTo>
                        <a:pt x="0" y="5"/>
                      </a:lnTo>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8" name="Google Shape;1328;p29"/>
                <p:cNvSpPr/>
                <p:nvPr/>
              </p:nvSpPr>
              <p:spPr>
                <a:xfrm>
                  <a:off x="-6266222" y="-171940"/>
                  <a:ext cx="414000" cy="414000"/>
                </a:xfrm>
                <a:custGeom>
                  <a:rect b="b" l="l" r="r" t="t"/>
                  <a:pathLst>
                    <a:path extrusionOk="0" h="1150" w="1150">
                      <a:moveTo>
                        <a:pt x="20" y="997"/>
                      </a:moveTo>
                      <a:lnTo>
                        <a:pt x="20" y="997"/>
                      </a:lnTo>
                      <a:cubicBezTo>
                        <a:pt x="0" y="1021"/>
                        <a:pt x="0" y="1021"/>
                        <a:pt x="0" y="1021"/>
                      </a:cubicBezTo>
                      <a:cubicBezTo>
                        <a:pt x="45" y="1071"/>
                        <a:pt x="99" y="1115"/>
                        <a:pt x="153" y="1150"/>
                      </a:cubicBezTo>
                      <a:cubicBezTo>
                        <a:pt x="173" y="1130"/>
                        <a:pt x="173" y="1130"/>
                        <a:pt x="173" y="1130"/>
                      </a:cubicBezTo>
                      <a:cubicBezTo>
                        <a:pt x="119" y="1096"/>
                        <a:pt x="64" y="1051"/>
                        <a:pt x="20" y="997"/>
                      </a:cubicBezTo>
                      <a:moveTo>
                        <a:pt x="1017" y="0"/>
                      </a:moveTo>
                      <a:lnTo>
                        <a:pt x="1017" y="0"/>
                      </a:lnTo>
                      <a:cubicBezTo>
                        <a:pt x="997" y="25"/>
                        <a:pt x="997" y="25"/>
                        <a:pt x="997" y="25"/>
                      </a:cubicBezTo>
                      <a:cubicBezTo>
                        <a:pt x="1046" y="69"/>
                        <a:pt x="1091" y="118"/>
                        <a:pt x="1125" y="178"/>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29" name="Google Shape;1329;p29"/>
                <p:cNvSpPr/>
                <p:nvPr/>
              </p:nvSpPr>
              <p:spPr>
                <a:xfrm>
                  <a:off x="-5481062" y="-291100"/>
                  <a:ext cx="628920" cy="630720"/>
                </a:xfrm>
                <a:custGeom>
                  <a:rect b="b" l="l" r="r" t="t"/>
                  <a:pathLst>
                    <a:path extrusionOk="0" h="1752" w="1747">
                      <a:moveTo>
                        <a:pt x="1747" y="874"/>
                      </a:moveTo>
                      <a:lnTo>
                        <a:pt x="1747" y="874"/>
                      </a:lnTo>
                      <a:cubicBezTo>
                        <a:pt x="1747" y="1357"/>
                        <a:pt x="1357" y="1752"/>
                        <a:pt x="874" y="1752"/>
                      </a:cubicBezTo>
                      <a:cubicBezTo>
                        <a:pt x="390" y="1752"/>
                        <a:pt x="0" y="1357"/>
                        <a:pt x="0" y="874"/>
                      </a:cubicBezTo>
                      <a:cubicBezTo>
                        <a:pt x="0" y="395"/>
                        <a:pt x="390" y="0"/>
                        <a:pt x="874" y="0"/>
                      </a:cubicBezTo>
                      <a:cubicBezTo>
                        <a:pt x="1357" y="0"/>
                        <a:pt x="1747" y="395"/>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0" name="Google Shape;1330;p29"/>
                <p:cNvSpPr/>
                <p:nvPr/>
              </p:nvSpPr>
              <p:spPr>
                <a:xfrm>
                  <a:off x="-5425982" y="23540"/>
                  <a:ext cx="518760" cy="294840"/>
                </a:xfrm>
                <a:custGeom>
                  <a:rect b="b" l="l" r="r" t="t"/>
                  <a:pathLst>
                    <a:path extrusionOk="0" h="819" w="1441">
                      <a:moveTo>
                        <a:pt x="0" y="0"/>
                      </a:moveTo>
                      <a:lnTo>
                        <a:pt x="0" y="0"/>
                      </a:lnTo>
                      <a:cubicBezTo>
                        <a:pt x="0" y="5"/>
                        <a:pt x="0" y="5"/>
                        <a:pt x="0" y="5"/>
                      </a:cubicBezTo>
                      <a:lnTo>
                        <a:pt x="0" y="0"/>
                      </a:lnTo>
                      <a:moveTo>
                        <a:pt x="0" y="0"/>
                      </a:moveTo>
                      <a:lnTo>
                        <a:pt x="0" y="0"/>
                      </a:lnTo>
                      <a:moveTo>
                        <a:pt x="1441" y="0"/>
                      </a:moveTo>
                      <a:lnTo>
                        <a:pt x="1441" y="0"/>
                      </a:lnTo>
                      <a:cubicBezTo>
                        <a:pt x="1441" y="251"/>
                        <a:pt x="1313" y="473"/>
                        <a:pt x="1120" y="602"/>
                      </a:cubicBezTo>
                      <a:cubicBezTo>
                        <a:pt x="1007" y="680"/>
                        <a:pt x="868" y="725"/>
                        <a:pt x="721" y="725"/>
                      </a:cubicBezTo>
                      <a:cubicBezTo>
                        <a:pt x="326" y="725"/>
                        <a:pt x="0" y="400"/>
                        <a:pt x="0" y="5"/>
                      </a:cubicBezTo>
                      <a:cubicBezTo>
                        <a:pt x="0" y="400"/>
                        <a:pt x="306" y="819"/>
                        <a:pt x="735" y="819"/>
                      </a:cubicBezTo>
                      <a:cubicBezTo>
                        <a:pt x="1170" y="819"/>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1" name="Google Shape;1331;p29"/>
                <p:cNvSpPr/>
                <p:nvPr/>
              </p:nvSpPr>
              <p:spPr>
                <a:xfrm>
                  <a:off x="-5425982" y="-236020"/>
                  <a:ext cx="518760" cy="520560"/>
                </a:xfrm>
                <a:custGeom>
                  <a:rect b="b" l="l" r="r" t="t"/>
                  <a:pathLst>
                    <a:path extrusionOk="0" h="1446" w="1441">
                      <a:moveTo>
                        <a:pt x="1441" y="721"/>
                      </a:moveTo>
                      <a:lnTo>
                        <a:pt x="1441" y="721"/>
                      </a:lnTo>
                      <a:cubicBezTo>
                        <a:pt x="1441" y="1121"/>
                        <a:pt x="1120" y="1446"/>
                        <a:pt x="721" y="1446"/>
                      </a:cubicBezTo>
                      <a:cubicBezTo>
                        <a:pt x="326" y="1446"/>
                        <a:pt x="0" y="1121"/>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2" name="Google Shape;1332;p29"/>
                <p:cNvSpPr/>
                <p:nvPr/>
              </p:nvSpPr>
              <p:spPr>
                <a:xfrm>
                  <a:off x="-5361903" y="-171940"/>
                  <a:ext cx="413640" cy="414000"/>
                </a:xfrm>
                <a:custGeom>
                  <a:rect b="b" l="l" r="r" t="t"/>
                  <a:pathLst>
                    <a:path extrusionOk="0" h="1150" w="1149">
                      <a:moveTo>
                        <a:pt x="1016" y="0"/>
                      </a:moveTo>
                      <a:lnTo>
                        <a:pt x="1016" y="0"/>
                      </a:lnTo>
                      <a:cubicBezTo>
                        <a:pt x="0" y="1021"/>
                        <a:pt x="0" y="1021"/>
                        <a:pt x="0" y="1021"/>
                      </a:cubicBezTo>
                      <a:cubicBezTo>
                        <a:pt x="44" y="1071"/>
                        <a:pt x="98" y="1115"/>
                        <a:pt x="153" y="1150"/>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3" name="Google Shape;1333;p29"/>
                <p:cNvSpPr/>
                <p:nvPr/>
              </p:nvSpPr>
              <p:spPr>
                <a:xfrm>
                  <a:off x="-5425982" y="23540"/>
                  <a:ext cx="0" cy="1800"/>
                </a:xfrm>
                <a:custGeom>
                  <a:rect b="b" l="l" r="r" t="t"/>
                  <a:pathLst>
                    <a:path extrusionOk="0" h="5" w="120000">
                      <a:moveTo>
                        <a:pt x="0" y="5"/>
                      </a:moveTo>
                      <a:lnTo>
                        <a:pt x="0" y="5"/>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4" name="Google Shape;1334;p29"/>
                <p:cNvSpPr/>
                <p:nvPr/>
              </p:nvSpPr>
              <p:spPr>
                <a:xfrm>
                  <a:off x="-5361903" y="-171940"/>
                  <a:ext cx="413640" cy="414000"/>
                </a:xfrm>
                <a:custGeom>
                  <a:rect b="b" l="l" r="r" t="t"/>
                  <a:pathLst>
                    <a:path extrusionOk="0" h="1150" w="1149">
                      <a:moveTo>
                        <a:pt x="24" y="997"/>
                      </a:moveTo>
                      <a:lnTo>
                        <a:pt x="24" y="997"/>
                      </a:lnTo>
                      <a:cubicBezTo>
                        <a:pt x="0" y="1021"/>
                        <a:pt x="0" y="1021"/>
                        <a:pt x="0" y="1021"/>
                      </a:cubicBezTo>
                      <a:cubicBezTo>
                        <a:pt x="44" y="1071"/>
                        <a:pt x="98" y="1115"/>
                        <a:pt x="153" y="1150"/>
                      </a:cubicBezTo>
                      <a:cubicBezTo>
                        <a:pt x="177" y="1130"/>
                        <a:pt x="177" y="1130"/>
                        <a:pt x="177" y="1130"/>
                      </a:cubicBezTo>
                      <a:cubicBezTo>
                        <a:pt x="118" y="1096"/>
                        <a:pt x="69" y="1051"/>
                        <a:pt x="24" y="997"/>
                      </a:cubicBezTo>
                      <a:moveTo>
                        <a:pt x="1016" y="0"/>
                      </a:moveTo>
                      <a:lnTo>
                        <a:pt x="1016" y="0"/>
                      </a:lnTo>
                      <a:cubicBezTo>
                        <a:pt x="996" y="25"/>
                        <a:pt x="996" y="25"/>
                        <a:pt x="996" y="25"/>
                      </a:cubicBezTo>
                      <a:cubicBezTo>
                        <a:pt x="1046" y="69"/>
                        <a:pt x="1090" y="118"/>
                        <a:pt x="1130" y="178"/>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5" name="Google Shape;1335;p29"/>
                <p:cNvSpPr/>
                <p:nvPr/>
              </p:nvSpPr>
              <p:spPr>
                <a:xfrm>
                  <a:off x="-7290782" y="487220"/>
                  <a:ext cx="630360" cy="628560"/>
                </a:xfrm>
                <a:custGeom>
                  <a:rect b="b" l="l" r="r" t="t"/>
                  <a:pathLst>
                    <a:path extrusionOk="0" h="1746" w="1751">
                      <a:moveTo>
                        <a:pt x="1751" y="873"/>
                      </a:moveTo>
                      <a:lnTo>
                        <a:pt x="1751" y="873"/>
                      </a:lnTo>
                      <a:cubicBezTo>
                        <a:pt x="1751" y="1356"/>
                        <a:pt x="1356" y="1746"/>
                        <a:pt x="879" y="1746"/>
                      </a:cubicBezTo>
                      <a:cubicBezTo>
                        <a:pt x="395" y="1746"/>
                        <a:pt x="0" y="1356"/>
                        <a:pt x="0" y="873"/>
                      </a:cubicBezTo>
                      <a:cubicBezTo>
                        <a:pt x="0" y="390"/>
                        <a:pt x="395" y="0"/>
                        <a:pt x="879" y="0"/>
                      </a:cubicBezTo>
                      <a:cubicBezTo>
                        <a:pt x="1356" y="0"/>
                        <a:pt x="1751" y="390"/>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6" name="Google Shape;1336;p29"/>
                <p:cNvSpPr/>
                <p:nvPr/>
              </p:nvSpPr>
              <p:spPr>
                <a:xfrm>
                  <a:off x="-7233902" y="801500"/>
                  <a:ext cx="518400" cy="293040"/>
                </a:xfrm>
                <a:custGeom>
                  <a:rect b="b" l="l" r="r" t="t"/>
                  <a:pathLst>
                    <a:path extrusionOk="0" h="814" w="1440">
                      <a:moveTo>
                        <a:pt x="1440" y="0"/>
                      </a:moveTo>
                      <a:lnTo>
                        <a:pt x="1440" y="0"/>
                      </a:lnTo>
                      <a:cubicBezTo>
                        <a:pt x="1440" y="395"/>
                        <a:pt x="1115" y="720"/>
                        <a:pt x="721" y="720"/>
                      </a:cubicBezTo>
                      <a:lnTo>
                        <a:pt x="721" y="720"/>
                      </a:lnTo>
                      <a:lnTo>
                        <a:pt x="721" y="720"/>
                      </a:lnTo>
                      <a:cubicBezTo>
                        <a:pt x="331" y="720"/>
                        <a:pt x="15" y="414"/>
                        <a:pt x="0" y="30"/>
                      </a:cubicBezTo>
                      <a:cubicBezTo>
                        <a:pt x="10" y="414"/>
                        <a:pt x="311"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7" name="Google Shape;1337;p29"/>
                <p:cNvSpPr/>
                <p:nvPr/>
              </p:nvSpPr>
              <p:spPr>
                <a:xfrm>
                  <a:off x="-7233902" y="542300"/>
                  <a:ext cx="518400" cy="518400"/>
                </a:xfrm>
                <a:custGeom>
                  <a:rect b="b" l="l" r="r" t="t"/>
                  <a:pathLst>
                    <a:path extrusionOk="0" h="1440" w="1440">
                      <a:moveTo>
                        <a:pt x="1440" y="720"/>
                      </a:moveTo>
                      <a:lnTo>
                        <a:pt x="1440" y="720"/>
                      </a:lnTo>
                      <a:cubicBezTo>
                        <a:pt x="1440" y="1115"/>
                        <a:pt x="1115" y="1440"/>
                        <a:pt x="721" y="1440"/>
                      </a:cubicBezTo>
                      <a:cubicBezTo>
                        <a:pt x="321" y="1440"/>
                        <a:pt x="0" y="1115"/>
                        <a:pt x="0" y="720"/>
                      </a:cubicBezTo>
                      <a:cubicBezTo>
                        <a:pt x="0" y="320"/>
                        <a:pt x="321" y="0"/>
                        <a:pt x="721" y="0"/>
                      </a:cubicBezTo>
                      <a:cubicBezTo>
                        <a:pt x="1115"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8" name="Google Shape;1338;p29"/>
                <p:cNvSpPr/>
                <p:nvPr/>
              </p:nvSpPr>
              <p:spPr>
                <a:xfrm>
                  <a:off x="-7169823" y="60602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39" name="Google Shape;1339;p29"/>
                <p:cNvSpPr/>
                <p:nvPr/>
              </p:nvSpPr>
              <p:spPr>
                <a:xfrm>
                  <a:off x="-7235702" y="542300"/>
                  <a:ext cx="261360" cy="270000"/>
                </a:xfrm>
                <a:custGeom>
                  <a:rect b="b" l="l" r="r" t="t"/>
                  <a:pathLst>
                    <a:path extrusionOk="0" h="750" w="726">
                      <a:moveTo>
                        <a:pt x="726" y="0"/>
                      </a:moveTo>
                      <a:lnTo>
                        <a:pt x="726" y="0"/>
                      </a:lnTo>
                      <a:cubicBezTo>
                        <a:pt x="326" y="0"/>
                        <a:pt x="0" y="320"/>
                        <a:pt x="0" y="720"/>
                      </a:cubicBezTo>
                      <a:cubicBezTo>
                        <a:pt x="0" y="730"/>
                        <a:pt x="5" y="740"/>
                        <a:pt x="5" y="750"/>
                      </a:cubicBezTo>
                      <a:cubicBezTo>
                        <a:pt x="5" y="740"/>
                        <a:pt x="5" y="730"/>
                        <a:pt x="5" y="720"/>
                      </a:cubicBezTo>
                      <a:lnTo>
                        <a:pt x="5" y="720"/>
                      </a:lnTo>
                      <a:lnTo>
                        <a:pt x="5" y="720"/>
                      </a:lnTo>
                      <a:cubicBezTo>
                        <a:pt x="5" y="320"/>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0" name="Google Shape;1340;p29"/>
                <p:cNvSpPr/>
                <p:nvPr/>
              </p:nvSpPr>
              <p:spPr>
                <a:xfrm>
                  <a:off x="-7169823" y="60602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1"/>
                        <a:pt x="64" y="1046"/>
                        <a:pt x="19" y="997"/>
                      </a:cubicBezTo>
                      <a:moveTo>
                        <a:pt x="1015" y="0"/>
                      </a:moveTo>
                      <a:lnTo>
                        <a:pt x="1015" y="0"/>
                      </a:lnTo>
                      <a:cubicBezTo>
                        <a:pt x="991" y="20"/>
                        <a:pt x="991" y="20"/>
                        <a:pt x="991" y="20"/>
                      </a:cubicBezTo>
                      <a:cubicBezTo>
                        <a:pt x="1045" y="64"/>
                        <a:pt x="1089" y="119"/>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1" name="Google Shape;1341;p29"/>
                <p:cNvSpPr/>
                <p:nvPr/>
              </p:nvSpPr>
              <p:spPr>
                <a:xfrm>
                  <a:off x="-6385022" y="487220"/>
                  <a:ext cx="628560" cy="628560"/>
                </a:xfrm>
                <a:custGeom>
                  <a:rect b="b" l="l" r="r" t="t"/>
                  <a:pathLst>
                    <a:path extrusionOk="0" h="1746" w="1746">
                      <a:moveTo>
                        <a:pt x="1746" y="873"/>
                      </a:moveTo>
                      <a:lnTo>
                        <a:pt x="1746" y="873"/>
                      </a:lnTo>
                      <a:cubicBezTo>
                        <a:pt x="1746" y="1356"/>
                        <a:pt x="1356" y="1746"/>
                        <a:pt x="873" y="1746"/>
                      </a:cubicBezTo>
                      <a:cubicBezTo>
                        <a:pt x="389" y="1746"/>
                        <a:pt x="0" y="1356"/>
                        <a:pt x="0" y="873"/>
                      </a:cubicBezTo>
                      <a:cubicBezTo>
                        <a:pt x="0" y="390"/>
                        <a:pt x="389" y="0"/>
                        <a:pt x="873" y="0"/>
                      </a:cubicBezTo>
                      <a:cubicBezTo>
                        <a:pt x="1356" y="0"/>
                        <a:pt x="1746" y="390"/>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2" name="Google Shape;1342;p29"/>
                <p:cNvSpPr/>
                <p:nvPr/>
              </p:nvSpPr>
              <p:spPr>
                <a:xfrm>
                  <a:off x="-6329942" y="801500"/>
                  <a:ext cx="518400" cy="293040"/>
                </a:xfrm>
                <a:custGeom>
                  <a:rect b="b" l="l" r="r" t="t"/>
                  <a:pathLst>
                    <a:path extrusionOk="0" h="814" w="1440">
                      <a:moveTo>
                        <a:pt x="1440" y="0"/>
                      </a:moveTo>
                      <a:lnTo>
                        <a:pt x="1440" y="0"/>
                      </a:lnTo>
                      <a:lnTo>
                        <a:pt x="1440" y="0"/>
                      </a:lnTo>
                      <a:cubicBezTo>
                        <a:pt x="1440" y="395"/>
                        <a:pt x="1125" y="716"/>
                        <a:pt x="730" y="720"/>
                      </a:cubicBezTo>
                      <a:cubicBezTo>
                        <a:pt x="730" y="720"/>
                        <a:pt x="725" y="720"/>
                        <a:pt x="720" y="720"/>
                      </a:cubicBezTo>
                      <a:lnTo>
                        <a:pt x="720" y="720"/>
                      </a:lnTo>
                      <a:cubicBezTo>
                        <a:pt x="320" y="720"/>
                        <a:pt x="0" y="395"/>
                        <a:pt x="0" y="0"/>
                      </a:cubicBezTo>
                      <a:lnTo>
                        <a:pt x="0" y="0"/>
                      </a:lnTo>
                      <a:lnTo>
                        <a:pt x="0" y="0"/>
                      </a:lnTo>
                      <a:cubicBezTo>
                        <a:pt x="0" y="395"/>
                        <a:pt x="300" y="814"/>
                        <a:pt x="735" y="814"/>
                      </a:cubicBezTo>
                      <a:cubicBezTo>
                        <a:pt x="1164" y="814"/>
                        <a:pt x="1440" y="395"/>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3" name="Google Shape;1343;p29"/>
                <p:cNvSpPr/>
                <p:nvPr/>
              </p:nvSpPr>
              <p:spPr>
                <a:xfrm>
                  <a:off x="-6329942" y="542300"/>
                  <a:ext cx="518400" cy="518400"/>
                </a:xfrm>
                <a:custGeom>
                  <a:rect b="b" l="l" r="r" t="t"/>
                  <a:pathLst>
                    <a:path extrusionOk="0" h="1440" w="1440">
                      <a:moveTo>
                        <a:pt x="1440" y="720"/>
                      </a:moveTo>
                      <a:lnTo>
                        <a:pt x="1440" y="720"/>
                      </a:lnTo>
                      <a:cubicBezTo>
                        <a:pt x="1440" y="1115"/>
                        <a:pt x="1119" y="1440"/>
                        <a:pt x="720" y="1440"/>
                      </a:cubicBezTo>
                      <a:cubicBezTo>
                        <a:pt x="320" y="1440"/>
                        <a:pt x="0" y="1115"/>
                        <a:pt x="0" y="720"/>
                      </a:cubicBezTo>
                      <a:cubicBezTo>
                        <a:pt x="0" y="320"/>
                        <a:pt x="320" y="0"/>
                        <a:pt x="720" y="0"/>
                      </a:cubicBezTo>
                      <a:cubicBezTo>
                        <a:pt x="1119" y="0"/>
                        <a:pt x="1440" y="320"/>
                        <a:pt x="1440"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4" name="Google Shape;1344;p29"/>
                <p:cNvSpPr/>
                <p:nvPr/>
              </p:nvSpPr>
              <p:spPr>
                <a:xfrm>
                  <a:off x="-6266222" y="60602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5" name="Google Shape;1345;p29"/>
                <p:cNvSpPr/>
                <p:nvPr/>
              </p:nvSpPr>
              <p:spPr>
                <a:xfrm>
                  <a:off x="-6329942" y="542300"/>
                  <a:ext cx="518400" cy="259200"/>
                </a:xfrm>
                <a:custGeom>
                  <a:rect b="b" l="l" r="r" t="t"/>
                  <a:pathLst>
                    <a:path extrusionOk="0" h="720" w="1440">
                      <a:moveTo>
                        <a:pt x="720" y="0"/>
                      </a:moveTo>
                      <a:lnTo>
                        <a:pt x="720" y="0"/>
                      </a:lnTo>
                      <a:cubicBezTo>
                        <a:pt x="320" y="0"/>
                        <a:pt x="0" y="320"/>
                        <a:pt x="0" y="720"/>
                      </a:cubicBezTo>
                      <a:lnTo>
                        <a:pt x="0" y="720"/>
                      </a:lnTo>
                      <a:cubicBezTo>
                        <a:pt x="0" y="320"/>
                        <a:pt x="320" y="0"/>
                        <a:pt x="720" y="0"/>
                      </a:cubicBezTo>
                      <a:cubicBezTo>
                        <a:pt x="1119" y="0"/>
                        <a:pt x="1440" y="320"/>
                        <a:pt x="1440" y="720"/>
                      </a:cubicBezTo>
                      <a:lnTo>
                        <a:pt x="1440" y="720"/>
                      </a:lnTo>
                      <a:cubicBezTo>
                        <a:pt x="1440" y="320"/>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6" name="Google Shape;1346;p29"/>
                <p:cNvSpPr/>
                <p:nvPr/>
              </p:nvSpPr>
              <p:spPr>
                <a:xfrm>
                  <a:off x="-6266222" y="60602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1"/>
                        <a:pt x="64" y="1046"/>
                        <a:pt x="20" y="997"/>
                      </a:cubicBezTo>
                      <a:moveTo>
                        <a:pt x="1017" y="0"/>
                      </a:moveTo>
                      <a:lnTo>
                        <a:pt x="1017" y="0"/>
                      </a:lnTo>
                      <a:cubicBezTo>
                        <a:pt x="997" y="20"/>
                        <a:pt x="997" y="20"/>
                        <a:pt x="997" y="20"/>
                      </a:cubicBezTo>
                      <a:cubicBezTo>
                        <a:pt x="1046" y="64"/>
                        <a:pt x="1091" y="119"/>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7" name="Google Shape;1347;p29"/>
                <p:cNvSpPr/>
                <p:nvPr/>
              </p:nvSpPr>
              <p:spPr>
                <a:xfrm>
                  <a:off x="-5481062" y="487220"/>
                  <a:ext cx="628920" cy="628560"/>
                </a:xfrm>
                <a:custGeom>
                  <a:rect b="b" l="l" r="r" t="t"/>
                  <a:pathLst>
                    <a:path extrusionOk="0" h="1746" w="1747">
                      <a:moveTo>
                        <a:pt x="1747" y="873"/>
                      </a:moveTo>
                      <a:lnTo>
                        <a:pt x="1747" y="873"/>
                      </a:lnTo>
                      <a:cubicBezTo>
                        <a:pt x="1747" y="1356"/>
                        <a:pt x="1357" y="1746"/>
                        <a:pt x="874" y="1746"/>
                      </a:cubicBezTo>
                      <a:cubicBezTo>
                        <a:pt x="390" y="1746"/>
                        <a:pt x="0" y="1356"/>
                        <a:pt x="0" y="873"/>
                      </a:cubicBezTo>
                      <a:cubicBezTo>
                        <a:pt x="0" y="390"/>
                        <a:pt x="390" y="0"/>
                        <a:pt x="874" y="0"/>
                      </a:cubicBezTo>
                      <a:cubicBezTo>
                        <a:pt x="1357" y="0"/>
                        <a:pt x="1747" y="390"/>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8" name="Google Shape;1348;p29"/>
                <p:cNvSpPr/>
                <p:nvPr/>
              </p:nvSpPr>
              <p:spPr>
                <a:xfrm>
                  <a:off x="-5425982" y="801500"/>
                  <a:ext cx="518760" cy="293040"/>
                </a:xfrm>
                <a:custGeom>
                  <a:rect b="b" l="l" r="r" t="t"/>
                  <a:pathLst>
                    <a:path extrusionOk="0" h="814" w="1441">
                      <a:moveTo>
                        <a:pt x="1441" y="0"/>
                      </a:moveTo>
                      <a:lnTo>
                        <a:pt x="1441" y="0"/>
                      </a:lnTo>
                      <a:cubicBezTo>
                        <a:pt x="1441" y="395"/>
                        <a:pt x="1120" y="720"/>
                        <a:pt x="721" y="720"/>
                      </a:cubicBezTo>
                      <a:lnTo>
                        <a:pt x="721" y="720"/>
                      </a:lnTo>
                      <a:lnTo>
                        <a:pt x="721" y="720"/>
                      </a:lnTo>
                      <a:cubicBezTo>
                        <a:pt x="326" y="720"/>
                        <a:pt x="0" y="395"/>
                        <a:pt x="0" y="0"/>
                      </a:cubicBezTo>
                      <a:lnTo>
                        <a:pt x="0" y="0"/>
                      </a:lnTo>
                      <a:lnTo>
                        <a:pt x="0" y="0"/>
                      </a:lnTo>
                      <a:cubicBezTo>
                        <a:pt x="0" y="395"/>
                        <a:pt x="306" y="814"/>
                        <a:pt x="735" y="814"/>
                      </a:cubicBezTo>
                      <a:cubicBezTo>
                        <a:pt x="1170" y="814"/>
                        <a:pt x="1441" y="395"/>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49" name="Google Shape;1349;p29"/>
                <p:cNvSpPr/>
                <p:nvPr/>
              </p:nvSpPr>
              <p:spPr>
                <a:xfrm>
                  <a:off x="-5425982" y="542300"/>
                  <a:ext cx="518760" cy="518400"/>
                </a:xfrm>
                <a:custGeom>
                  <a:rect b="b" l="l" r="r" t="t"/>
                  <a:pathLst>
                    <a:path extrusionOk="0" h="1440" w="1441">
                      <a:moveTo>
                        <a:pt x="1441" y="720"/>
                      </a:moveTo>
                      <a:lnTo>
                        <a:pt x="1441" y="720"/>
                      </a:lnTo>
                      <a:cubicBezTo>
                        <a:pt x="1441" y="1115"/>
                        <a:pt x="1120" y="1440"/>
                        <a:pt x="721" y="1440"/>
                      </a:cubicBezTo>
                      <a:cubicBezTo>
                        <a:pt x="326" y="1440"/>
                        <a:pt x="0" y="1115"/>
                        <a:pt x="0" y="720"/>
                      </a:cubicBezTo>
                      <a:cubicBezTo>
                        <a:pt x="0" y="320"/>
                        <a:pt x="326" y="0"/>
                        <a:pt x="721" y="0"/>
                      </a:cubicBezTo>
                      <a:cubicBezTo>
                        <a:pt x="1120" y="0"/>
                        <a:pt x="1441" y="320"/>
                        <a:pt x="1441" y="720"/>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0" name="Google Shape;1350;p29"/>
                <p:cNvSpPr/>
                <p:nvPr/>
              </p:nvSpPr>
              <p:spPr>
                <a:xfrm>
                  <a:off x="-5361903" y="60602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1" name="Google Shape;1351;p29"/>
                <p:cNvSpPr/>
                <p:nvPr/>
              </p:nvSpPr>
              <p:spPr>
                <a:xfrm>
                  <a:off x="-5425982" y="542300"/>
                  <a:ext cx="259560" cy="259200"/>
                </a:xfrm>
                <a:custGeom>
                  <a:rect b="b" l="l" r="r" t="t"/>
                  <a:pathLst>
                    <a:path extrusionOk="0" h="720" w="721">
                      <a:moveTo>
                        <a:pt x="721" y="0"/>
                      </a:moveTo>
                      <a:lnTo>
                        <a:pt x="721" y="0"/>
                      </a:lnTo>
                      <a:cubicBezTo>
                        <a:pt x="326" y="0"/>
                        <a:pt x="0" y="320"/>
                        <a:pt x="0" y="720"/>
                      </a:cubicBezTo>
                      <a:lnTo>
                        <a:pt x="0" y="720"/>
                      </a:lnTo>
                      <a:cubicBezTo>
                        <a:pt x="0" y="320"/>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2" name="Google Shape;1352;p29"/>
                <p:cNvSpPr/>
                <p:nvPr/>
              </p:nvSpPr>
              <p:spPr>
                <a:xfrm>
                  <a:off x="-5361903" y="60602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1"/>
                        <a:pt x="69" y="1046"/>
                        <a:pt x="24" y="997"/>
                      </a:cubicBezTo>
                      <a:moveTo>
                        <a:pt x="1016" y="0"/>
                      </a:moveTo>
                      <a:lnTo>
                        <a:pt x="1016" y="0"/>
                      </a:lnTo>
                      <a:cubicBezTo>
                        <a:pt x="996" y="20"/>
                        <a:pt x="996" y="20"/>
                        <a:pt x="996" y="20"/>
                      </a:cubicBezTo>
                      <a:cubicBezTo>
                        <a:pt x="1046" y="64"/>
                        <a:pt x="1090" y="119"/>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3" name="Google Shape;1353;p29"/>
                <p:cNvSpPr/>
                <p:nvPr/>
              </p:nvSpPr>
              <p:spPr>
                <a:xfrm>
                  <a:off x="-7290782" y="1263380"/>
                  <a:ext cx="630360" cy="628920"/>
                </a:xfrm>
                <a:custGeom>
                  <a:rect b="b" l="l" r="r" t="t"/>
                  <a:pathLst>
                    <a:path extrusionOk="0" h="1747" w="1751">
                      <a:moveTo>
                        <a:pt x="1751" y="874"/>
                      </a:moveTo>
                      <a:lnTo>
                        <a:pt x="1751" y="874"/>
                      </a:lnTo>
                      <a:cubicBezTo>
                        <a:pt x="1751" y="1357"/>
                        <a:pt x="1356" y="1747"/>
                        <a:pt x="879" y="1747"/>
                      </a:cubicBezTo>
                      <a:cubicBezTo>
                        <a:pt x="395" y="1747"/>
                        <a:pt x="0" y="1357"/>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4" name="Google Shape;1354;p29"/>
                <p:cNvSpPr/>
                <p:nvPr/>
              </p:nvSpPr>
              <p:spPr>
                <a:xfrm>
                  <a:off x="-7233902" y="1578020"/>
                  <a:ext cx="518400" cy="292680"/>
                </a:xfrm>
                <a:custGeom>
                  <a:rect b="b" l="l" r="r" t="t"/>
                  <a:pathLst>
                    <a:path extrusionOk="0" h="813" w="1440">
                      <a:moveTo>
                        <a:pt x="1440" y="0"/>
                      </a:moveTo>
                      <a:lnTo>
                        <a:pt x="1440" y="0"/>
                      </a:lnTo>
                      <a:cubicBezTo>
                        <a:pt x="1440" y="399"/>
                        <a:pt x="1115" y="720"/>
                        <a:pt x="721" y="720"/>
                      </a:cubicBezTo>
                      <a:lnTo>
                        <a:pt x="721" y="720"/>
                      </a:lnTo>
                      <a:lnTo>
                        <a:pt x="721" y="720"/>
                      </a:lnTo>
                      <a:cubicBezTo>
                        <a:pt x="331" y="720"/>
                        <a:pt x="15" y="414"/>
                        <a:pt x="0" y="29"/>
                      </a:cubicBezTo>
                      <a:cubicBezTo>
                        <a:pt x="10" y="419"/>
                        <a:pt x="311"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5" name="Google Shape;1355;p29"/>
                <p:cNvSpPr/>
                <p:nvPr/>
              </p:nvSpPr>
              <p:spPr>
                <a:xfrm>
                  <a:off x="-7233902" y="1318460"/>
                  <a:ext cx="518400" cy="518760"/>
                </a:xfrm>
                <a:custGeom>
                  <a:rect b="b" l="l" r="r" t="t"/>
                  <a:pathLst>
                    <a:path extrusionOk="0" h="1441" w="1440">
                      <a:moveTo>
                        <a:pt x="1440" y="721"/>
                      </a:moveTo>
                      <a:lnTo>
                        <a:pt x="1440" y="721"/>
                      </a:lnTo>
                      <a:cubicBezTo>
                        <a:pt x="1440" y="1120"/>
                        <a:pt x="1115" y="1441"/>
                        <a:pt x="721" y="1441"/>
                      </a:cubicBezTo>
                      <a:cubicBezTo>
                        <a:pt x="321" y="1441"/>
                        <a:pt x="0" y="1120"/>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6" name="Google Shape;1356;p29"/>
                <p:cNvSpPr/>
                <p:nvPr/>
              </p:nvSpPr>
              <p:spPr>
                <a:xfrm>
                  <a:off x="-7169823" y="1382540"/>
                  <a:ext cx="413280" cy="413640"/>
                </a:xfrm>
                <a:custGeom>
                  <a:rect b="b" l="l" r="r" t="t"/>
                  <a:pathLst>
                    <a:path extrusionOk="0" h="1149" w="1148">
                      <a:moveTo>
                        <a:pt x="1015" y="0"/>
                      </a:moveTo>
                      <a:lnTo>
                        <a:pt x="1015" y="0"/>
                      </a:lnTo>
                      <a:cubicBezTo>
                        <a:pt x="0" y="1016"/>
                        <a:pt x="0" y="1016"/>
                        <a:pt x="0" y="1016"/>
                      </a:cubicBezTo>
                      <a:cubicBezTo>
                        <a:pt x="44" y="1070"/>
                        <a:pt x="94" y="1115"/>
                        <a:pt x="153" y="1149"/>
                      </a:cubicBezTo>
                      <a:cubicBezTo>
                        <a:pt x="1148" y="153"/>
                        <a:pt x="1148" y="153"/>
                        <a:pt x="1148" y="153"/>
                      </a:cubicBezTo>
                      <a:cubicBezTo>
                        <a:pt x="1109" y="98"/>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7" name="Google Shape;1357;p29"/>
                <p:cNvSpPr/>
                <p:nvPr/>
              </p:nvSpPr>
              <p:spPr>
                <a:xfrm>
                  <a:off x="-7235702" y="1318460"/>
                  <a:ext cx="261360" cy="270000"/>
                </a:xfrm>
                <a:custGeom>
                  <a:rect b="b" l="l" r="r" t="t"/>
                  <a:pathLst>
                    <a:path extrusionOk="0" h="750" w="726">
                      <a:moveTo>
                        <a:pt x="726" y="0"/>
                      </a:moveTo>
                      <a:lnTo>
                        <a:pt x="726" y="0"/>
                      </a:lnTo>
                      <a:cubicBezTo>
                        <a:pt x="326" y="0"/>
                        <a:pt x="0" y="321"/>
                        <a:pt x="0" y="721"/>
                      </a:cubicBezTo>
                      <a:cubicBezTo>
                        <a:pt x="0" y="730"/>
                        <a:pt x="5" y="740"/>
                        <a:pt x="5" y="750"/>
                      </a:cubicBezTo>
                      <a:cubicBezTo>
                        <a:pt x="5" y="740"/>
                        <a:pt x="5" y="730"/>
                        <a:pt x="5" y="721"/>
                      </a:cubicBezTo>
                      <a:lnTo>
                        <a:pt x="5" y="721"/>
                      </a:lnTo>
                      <a:lnTo>
                        <a:pt x="5" y="721"/>
                      </a:lnTo>
                      <a:cubicBezTo>
                        <a:pt x="5" y="321"/>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8" name="Google Shape;1358;p29"/>
                <p:cNvSpPr/>
                <p:nvPr/>
              </p:nvSpPr>
              <p:spPr>
                <a:xfrm>
                  <a:off x="-7169823" y="1382540"/>
                  <a:ext cx="413280" cy="413640"/>
                </a:xfrm>
                <a:custGeom>
                  <a:rect b="b" l="l" r="r" t="t"/>
                  <a:pathLst>
                    <a:path extrusionOk="0" h="1149" w="1148">
                      <a:moveTo>
                        <a:pt x="19" y="996"/>
                      </a:moveTo>
                      <a:lnTo>
                        <a:pt x="19" y="996"/>
                      </a:lnTo>
                      <a:cubicBezTo>
                        <a:pt x="0" y="1016"/>
                        <a:pt x="0" y="1016"/>
                        <a:pt x="0" y="1016"/>
                      </a:cubicBezTo>
                      <a:cubicBezTo>
                        <a:pt x="44" y="1070"/>
                        <a:pt x="94" y="1115"/>
                        <a:pt x="153" y="1149"/>
                      </a:cubicBezTo>
                      <a:cubicBezTo>
                        <a:pt x="172" y="1129"/>
                        <a:pt x="172" y="1129"/>
                        <a:pt x="172" y="1129"/>
                      </a:cubicBezTo>
                      <a:cubicBezTo>
                        <a:pt x="118" y="1090"/>
                        <a:pt x="64" y="1046"/>
                        <a:pt x="19" y="996"/>
                      </a:cubicBezTo>
                      <a:moveTo>
                        <a:pt x="1015" y="0"/>
                      </a:moveTo>
                      <a:lnTo>
                        <a:pt x="1015" y="0"/>
                      </a:lnTo>
                      <a:cubicBezTo>
                        <a:pt x="991" y="19"/>
                        <a:pt x="991" y="19"/>
                        <a:pt x="991" y="19"/>
                      </a:cubicBezTo>
                      <a:cubicBezTo>
                        <a:pt x="1045" y="64"/>
                        <a:pt x="1089" y="118"/>
                        <a:pt x="1124" y="177"/>
                      </a:cubicBezTo>
                      <a:cubicBezTo>
                        <a:pt x="1148" y="153"/>
                        <a:pt x="1148" y="153"/>
                        <a:pt x="1148" y="153"/>
                      </a:cubicBezTo>
                      <a:cubicBezTo>
                        <a:pt x="1109" y="98"/>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59" name="Google Shape;1359;p29"/>
                <p:cNvSpPr/>
                <p:nvPr/>
              </p:nvSpPr>
              <p:spPr>
                <a:xfrm>
                  <a:off x="-6385022" y="1263380"/>
                  <a:ext cx="628560" cy="628920"/>
                </a:xfrm>
                <a:custGeom>
                  <a:rect b="b" l="l" r="r" t="t"/>
                  <a:pathLst>
                    <a:path extrusionOk="0" h="1747" w="1746">
                      <a:moveTo>
                        <a:pt x="1746" y="874"/>
                      </a:moveTo>
                      <a:lnTo>
                        <a:pt x="1746" y="874"/>
                      </a:lnTo>
                      <a:cubicBezTo>
                        <a:pt x="1746" y="1357"/>
                        <a:pt x="1356" y="1747"/>
                        <a:pt x="873" y="1747"/>
                      </a:cubicBezTo>
                      <a:cubicBezTo>
                        <a:pt x="389" y="1747"/>
                        <a:pt x="0" y="1357"/>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0" name="Google Shape;1360;p29"/>
                <p:cNvSpPr/>
                <p:nvPr/>
              </p:nvSpPr>
              <p:spPr>
                <a:xfrm>
                  <a:off x="-6329942" y="1578020"/>
                  <a:ext cx="518400" cy="292680"/>
                </a:xfrm>
                <a:custGeom>
                  <a:rect b="b" l="l" r="r" t="t"/>
                  <a:pathLst>
                    <a:path extrusionOk="0" h="813" w="1440">
                      <a:moveTo>
                        <a:pt x="1440" y="0"/>
                      </a:moveTo>
                      <a:lnTo>
                        <a:pt x="1440" y="0"/>
                      </a:lnTo>
                      <a:cubicBezTo>
                        <a:pt x="1440" y="399"/>
                        <a:pt x="1119" y="720"/>
                        <a:pt x="720" y="720"/>
                      </a:cubicBezTo>
                      <a:lnTo>
                        <a:pt x="720" y="720"/>
                      </a:lnTo>
                      <a:cubicBezTo>
                        <a:pt x="325" y="720"/>
                        <a:pt x="4" y="404"/>
                        <a:pt x="0" y="9"/>
                      </a:cubicBezTo>
                      <a:cubicBezTo>
                        <a:pt x="0" y="9"/>
                        <a:pt x="0" y="4"/>
                        <a:pt x="0" y="0"/>
                      </a:cubicBezTo>
                      <a:lnTo>
                        <a:pt x="0" y="0"/>
                      </a:lnTo>
                      <a:cubicBezTo>
                        <a:pt x="0" y="399"/>
                        <a:pt x="300" y="813"/>
                        <a:pt x="735" y="813"/>
                      </a:cubicBezTo>
                      <a:cubicBezTo>
                        <a:pt x="1164" y="813"/>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1" name="Google Shape;1361;p29"/>
                <p:cNvSpPr/>
                <p:nvPr/>
              </p:nvSpPr>
              <p:spPr>
                <a:xfrm>
                  <a:off x="-6329942" y="1318460"/>
                  <a:ext cx="518400" cy="518760"/>
                </a:xfrm>
                <a:custGeom>
                  <a:rect b="b" l="l" r="r" t="t"/>
                  <a:pathLst>
                    <a:path extrusionOk="0" h="1441" w="1440">
                      <a:moveTo>
                        <a:pt x="1440" y="721"/>
                      </a:moveTo>
                      <a:lnTo>
                        <a:pt x="1440" y="721"/>
                      </a:lnTo>
                      <a:cubicBezTo>
                        <a:pt x="1440" y="1120"/>
                        <a:pt x="1119" y="1441"/>
                        <a:pt x="720" y="1441"/>
                      </a:cubicBezTo>
                      <a:cubicBezTo>
                        <a:pt x="320" y="1441"/>
                        <a:pt x="0" y="1120"/>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2" name="Google Shape;1362;p29"/>
                <p:cNvSpPr/>
                <p:nvPr/>
              </p:nvSpPr>
              <p:spPr>
                <a:xfrm>
                  <a:off x="-6266222" y="1382540"/>
                  <a:ext cx="414000" cy="413640"/>
                </a:xfrm>
                <a:custGeom>
                  <a:rect b="b" l="l" r="r" t="t"/>
                  <a:pathLst>
                    <a:path extrusionOk="0" h="1149" w="1150">
                      <a:moveTo>
                        <a:pt x="1017" y="0"/>
                      </a:moveTo>
                      <a:lnTo>
                        <a:pt x="1017" y="0"/>
                      </a:lnTo>
                      <a:cubicBezTo>
                        <a:pt x="0" y="1016"/>
                        <a:pt x="0" y="1016"/>
                        <a:pt x="0" y="1016"/>
                      </a:cubicBezTo>
                      <a:cubicBezTo>
                        <a:pt x="45" y="1070"/>
                        <a:pt x="99" y="1115"/>
                        <a:pt x="153" y="1149"/>
                      </a:cubicBezTo>
                      <a:cubicBezTo>
                        <a:pt x="1150" y="153"/>
                        <a:pt x="1150" y="153"/>
                        <a:pt x="1150" y="153"/>
                      </a:cubicBezTo>
                      <a:cubicBezTo>
                        <a:pt x="1111" y="98"/>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3" name="Google Shape;1363;p29"/>
                <p:cNvSpPr/>
                <p:nvPr/>
              </p:nvSpPr>
              <p:spPr>
                <a:xfrm>
                  <a:off x="-6329942" y="1318460"/>
                  <a:ext cx="518400" cy="259560"/>
                </a:xfrm>
                <a:custGeom>
                  <a:rect b="b" l="l" r="r" t="t"/>
                  <a:pathLst>
                    <a:path extrusionOk="0" h="721" w="1440">
                      <a:moveTo>
                        <a:pt x="720" y="0"/>
                      </a:moveTo>
                      <a:lnTo>
                        <a:pt x="720" y="0"/>
                      </a:lnTo>
                      <a:cubicBezTo>
                        <a:pt x="320" y="0"/>
                        <a:pt x="0" y="321"/>
                        <a:pt x="0" y="721"/>
                      </a:cubicBezTo>
                      <a:lnTo>
                        <a:pt x="0" y="721"/>
                      </a:lnTo>
                      <a:cubicBezTo>
                        <a:pt x="0" y="321"/>
                        <a:pt x="320" y="0"/>
                        <a:pt x="720" y="0"/>
                      </a:cubicBezTo>
                      <a:cubicBezTo>
                        <a:pt x="1119" y="0"/>
                        <a:pt x="1440" y="321"/>
                        <a:pt x="1440" y="721"/>
                      </a:cubicBezTo>
                      <a:lnTo>
                        <a:pt x="1440" y="721"/>
                      </a:lnTo>
                      <a:cubicBezTo>
                        <a:pt x="1440" y="321"/>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4" name="Google Shape;1364;p29"/>
                <p:cNvSpPr/>
                <p:nvPr/>
              </p:nvSpPr>
              <p:spPr>
                <a:xfrm>
                  <a:off x="-6266222" y="1382540"/>
                  <a:ext cx="414000" cy="413640"/>
                </a:xfrm>
                <a:custGeom>
                  <a:rect b="b" l="l" r="r" t="t"/>
                  <a:pathLst>
                    <a:path extrusionOk="0" h="1149" w="1150">
                      <a:moveTo>
                        <a:pt x="20" y="996"/>
                      </a:moveTo>
                      <a:lnTo>
                        <a:pt x="20" y="996"/>
                      </a:lnTo>
                      <a:cubicBezTo>
                        <a:pt x="0" y="1016"/>
                        <a:pt x="0" y="1016"/>
                        <a:pt x="0" y="1016"/>
                      </a:cubicBezTo>
                      <a:cubicBezTo>
                        <a:pt x="45" y="1070"/>
                        <a:pt x="99" y="1115"/>
                        <a:pt x="153" y="1149"/>
                      </a:cubicBezTo>
                      <a:cubicBezTo>
                        <a:pt x="173" y="1129"/>
                        <a:pt x="173" y="1129"/>
                        <a:pt x="173" y="1129"/>
                      </a:cubicBezTo>
                      <a:cubicBezTo>
                        <a:pt x="119" y="1090"/>
                        <a:pt x="64" y="1046"/>
                        <a:pt x="20" y="996"/>
                      </a:cubicBezTo>
                      <a:moveTo>
                        <a:pt x="1017" y="0"/>
                      </a:moveTo>
                      <a:lnTo>
                        <a:pt x="1017" y="0"/>
                      </a:lnTo>
                      <a:cubicBezTo>
                        <a:pt x="997" y="19"/>
                        <a:pt x="997" y="19"/>
                        <a:pt x="997" y="19"/>
                      </a:cubicBezTo>
                      <a:cubicBezTo>
                        <a:pt x="1046" y="64"/>
                        <a:pt x="1091" y="118"/>
                        <a:pt x="1125" y="177"/>
                      </a:cubicBezTo>
                      <a:cubicBezTo>
                        <a:pt x="1150" y="153"/>
                        <a:pt x="1150" y="153"/>
                        <a:pt x="1150" y="153"/>
                      </a:cubicBezTo>
                      <a:cubicBezTo>
                        <a:pt x="1111" y="98"/>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5" name="Google Shape;1365;p29"/>
                <p:cNvSpPr/>
                <p:nvPr/>
              </p:nvSpPr>
              <p:spPr>
                <a:xfrm>
                  <a:off x="-5481062" y="1263380"/>
                  <a:ext cx="628920" cy="628920"/>
                </a:xfrm>
                <a:custGeom>
                  <a:rect b="b" l="l" r="r" t="t"/>
                  <a:pathLst>
                    <a:path extrusionOk="0" h="1747" w="1747">
                      <a:moveTo>
                        <a:pt x="1747" y="874"/>
                      </a:moveTo>
                      <a:lnTo>
                        <a:pt x="1747" y="874"/>
                      </a:lnTo>
                      <a:cubicBezTo>
                        <a:pt x="1747" y="1357"/>
                        <a:pt x="1357" y="1747"/>
                        <a:pt x="874" y="1747"/>
                      </a:cubicBezTo>
                      <a:cubicBezTo>
                        <a:pt x="390" y="1747"/>
                        <a:pt x="0" y="1357"/>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6" name="Google Shape;1366;p29"/>
                <p:cNvSpPr/>
                <p:nvPr/>
              </p:nvSpPr>
              <p:spPr>
                <a:xfrm>
                  <a:off x="-5425982" y="1578020"/>
                  <a:ext cx="518760" cy="292680"/>
                </a:xfrm>
                <a:custGeom>
                  <a:rect b="b" l="l" r="r" t="t"/>
                  <a:pathLst>
                    <a:path extrusionOk="0" h="813" w="1441">
                      <a:moveTo>
                        <a:pt x="1441" y="0"/>
                      </a:moveTo>
                      <a:lnTo>
                        <a:pt x="1441" y="0"/>
                      </a:lnTo>
                      <a:cubicBezTo>
                        <a:pt x="1441" y="399"/>
                        <a:pt x="1120" y="720"/>
                        <a:pt x="721" y="720"/>
                      </a:cubicBezTo>
                      <a:lnTo>
                        <a:pt x="721" y="720"/>
                      </a:lnTo>
                      <a:lnTo>
                        <a:pt x="721" y="720"/>
                      </a:lnTo>
                      <a:cubicBezTo>
                        <a:pt x="360" y="720"/>
                        <a:pt x="64" y="458"/>
                        <a:pt x="10" y="113"/>
                      </a:cubicBezTo>
                      <a:cubicBezTo>
                        <a:pt x="5" y="78"/>
                        <a:pt x="0" y="39"/>
                        <a:pt x="0" y="0"/>
                      </a:cubicBezTo>
                      <a:lnTo>
                        <a:pt x="0" y="0"/>
                      </a:lnTo>
                      <a:cubicBezTo>
                        <a:pt x="0" y="399"/>
                        <a:pt x="306" y="813"/>
                        <a:pt x="735" y="813"/>
                      </a:cubicBezTo>
                      <a:cubicBezTo>
                        <a:pt x="1170" y="813"/>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7" name="Google Shape;1367;p29"/>
                <p:cNvSpPr/>
                <p:nvPr/>
              </p:nvSpPr>
              <p:spPr>
                <a:xfrm>
                  <a:off x="-5425982" y="1318460"/>
                  <a:ext cx="518760" cy="518760"/>
                </a:xfrm>
                <a:custGeom>
                  <a:rect b="b" l="l" r="r" t="t"/>
                  <a:pathLst>
                    <a:path extrusionOk="0" h="1441" w="1441">
                      <a:moveTo>
                        <a:pt x="1441" y="721"/>
                      </a:moveTo>
                      <a:lnTo>
                        <a:pt x="1441" y="721"/>
                      </a:lnTo>
                      <a:cubicBezTo>
                        <a:pt x="1441" y="1120"/>
                        <a:pt x="1120" y="1441"/>
                        <a:pt x="721" y="1441"/>
                      </a:cubicBezTo>
                      <a:cubicBezTo>
                        <a:pt x="326" y="1441"/>
                        <a:pt x="0" y="1120"/>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8" name="Google Shape;1368;p29"/>
                <p:cNvSpPr/>
                <p:nvPr/>
              </p:nvSpPr>
              <p:spPr>
                <a:xfrm>
                  <a:off x="-5361903" y="1382540"/>
                  <a:ext cx="413640" cy="413640"/>
                </a:xfrm>
                <a:custGeom>
                  <a:rect b="b" l="l" r="r" t="t"/>
                  <a:pathLst>
                    <a:path extrusionOk="0" h="1149" w="1149">
                      <a:moveTo>
                        <a:pt x="1016" y="0"/>
                      </a:moveTo>
                      <a:lnTo>
                        <a:pt x="1016" y="0"/>
                      </a:lnTo>
                      <a:cubicBezTo>
                        <a:pt x="0" y="1016"/>
                        <a:pt x="0" y="1016"/>
                        <a:pt x="0" y="1016"/>
                      </a:cubicBezTo>
                      <a:cubicBezTo>
                        <a:pt x="44" y="1070"/>
                        <a:pt x="98" y="1115"/>
                        <a:pt x="153" y="1149"/>
                      </a:cubicBezTo>
                      <a:cubicBezTo>
                        <a:pt x="1149" y="153"/>
                        <a:pt x="1149" y="153"/>
                        <a:pt x="1149" y="153"/>
                      </a:cubicBezTo>
                      <a:cubicBezTo>
                        <a:pt x="1115" y="98"/>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69" name="Google Shape;1369;p29"/>
                <p:cNvSpPr/>
                <p:nvPr/>
              </p:nvSpPr>
              <p:spPr>
                <a:xfrm>
                  <a:off x="-5425982" y="1318460"/>
                  <a:ext cx="259560" cy="259560"/>
                </a:xfrm>
                <a:custGeom>
                  <a:rect b="b" l="l" r="r" t="t"/>
                  <a:pathLst>
                    <a:path extrusionOk="0" h="721" w="721">
                      <a:moveTo>
                        <a:pt x="721" y="0"/>
                      </a:moveTo>
                      <a:lnTo>
                        <a:pt x="721" y="0"/>
                      </a:lnTo>
                      <a:cubicBezTo>
                        <a:pt x="326" y="0"/>
                        <a:pt x="0" y="321"/>
                        <a:pt x="0" y="721"/>
                      </a:cubicBezTo>
                      <a:lnTo>
                        <a:pt x="0" y="721"/>
                      </a:lnTo>
                      <a:cubicBezTo>
                        <a:pt x="0" y="321"/>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0" name="Google Shape;1370;p29"/>
                <p:cNvSpPr/>
                <p:nvPr/>
              </p:nvSpPr>
              <p:spPr>
                <a:xfrm>
                  <a:off x="-5361903" y="1382540"/>
                  <a:ext cx="413640" cy="413640"/>
                </a:xfrm>
                <a:custGeom>
                  <a:rect b="b" l="l" r="r" t="t"/>
                  <a:pathLst>
                    <a:path extrusionOk="0" h="1149" w="1149">
                      <a:moveTo>
                        <a:pt x="24" y="996"/>
                      </a:moveTo>
                      <a:lnTo>
                        <a:pt x="24" y="996"/>
                      </a:lnTo>
                      <a:cubicBezTo>
                        <a:pt x="0" y="1016"/>
                        <a:pt x="0" y="1016"/>
                        <a:pt x="0" y="1016"/>
                      </a:cubicBezTo>
                      <a:cubicBezTo>
                        <a:pt x="44" y="1070"/>
                        <a:pt x="98" y="1115"/>
                        <a:pt x="153" y="1149"/>
                      </a:cubicBezTo>
                      <a:cubicBezTo>
                        <a:pt x="177" y="1129"/>
                        <a:pt x="177" y="1129"/>
                        <a:pt x="177" y="1129"/>
                      </a:cubicBezTo>
                      <a:cubicBezTo>
                        <a:pt x="118" y="1090"/>
                        <a:pt x="69" y="1046"/>
                        <a:pt x="24" y="996"/>
                      </a:cubicBezTo>
                      <a:moveTo>
                        <a:pt x="1016" y="0"/>
                      </a:moveTo>
                      <a:lnTo>
                        <a:pt x="1016" y="0"/>
                      </a:lnTo>
                      <a:cubicBezTo>
                        <a:pt x="996" y="19"/>
                        <a:pt x="996" y="19"/>
                        <a:pt x="996" y="19"/>
                      </a:cubicBezTo>
                      <a:cubicBezTo>
                        <a:pt x="1046" y="64"/>
                        <a:pt x="1090" y="118"/>
                        <a:pt x="1130" y="177"/>
                      </a:cubicBezTo>
                      <a:cubicBezTo>
                        <a:pt x="1149" y="153"/>
                        <a:pt x="1149" y="153"/>
                        <a:pt x="1149" y="153"/>
                      </a:cubicBezTo>
                      <a:cubicBezTo>
                        <a:pt x="1115" y="98"/>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1" name="Google Shape;1371;p29"/>
                <p:cNvSpPr/>
                <p:nvPr/>
              </p:nvSpPr>
              <p:spPr>
                <a:xfrm>
                  <a:off x="-7290782" y="2039540"/>
                  <a:ext cx="630360" cy="630360"/>
                </a:xfrm>
                <a:custGeom>
                  <a:rect b="b" l="l" r="r" t="t"/>
                  <a:pathLst>
                    <a:path extrusionOk="0" h="1751" w="1751">
                      <a:moveTo>
                        <a:pt x="1751" y="873"/>
                      </a:moveTo>
                      <a:lnTo>
                        <a:pt x="1751" y="873"/>
                      </a:lnTo>
                      <a:cubicBezTo>
                        <a:pt x="1751" y="1356"/>
                        <a:pt x="1356" y="1751"/>
                        <a:pt x="879" y="1751"/>
                      </a:cubicBezTo>
                      <a:cubicBezTo>
                        <a:pt x="395" y="1751"/>
                        <a:pt x="0" y="1356"/>
                        <a:pt x="0" y="873"/>
                      </a:cubicBezTo>
                      <a:cubicBezTo>
                        <a:pt x="0" y="394"/>
                        <a:pt x="395" y="0"/>
                        <a:pt x="879" y="0"/>
                      </a:cubicBezTo>
                      <a:cubicBezTo>
                        <a:pt x="1356" y="0"/>
                        <a:pt x="1751" y="394"/>
                        <a:pt x="1751"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2" name="Google Shape;1372;p29"/>
                <p:cNvSpPr/>
                <p:nvPr/>
              </p:nvSpPr>
              <p:spPr>
                <a:xfrm>
                  <a:off x="-7233902" y="2353820"/>
                  <a:ext cx="518400" cy="294840"/>
                </a:xfrm>
                <a:custGeom>
                  <a:rect b="b" l="l" r="r" t="t"/>
                  <a:pathLst>
                    <a:path extrusionOk="0" h="819" w="1440">
                      <a:moveTo>
                        <a:pt x="1440" y="0"/>
                      </a:moveTo>
                      <a:lnTo>
                        <a:pt x="1440" y="0"/>
                      </a:lnTo>
                      <a:cubicBezTo>
                        <a:pt x="1440" y="399"/>
                        <a:pt x="1115" y="725"/>
                        <a:pt x="721" y="725"/>
                      </a:cubicBezTo>
                      <a:lnTo>
                        <a:pt x="721" y="725"/>
                      </a:lnTo>
                      <a:lnTo>
                        <a:pt x="721" y="725"/>
                      </a:lnTo>
                      <a:cubicBezTo>
                        <a:pt x="331" y="725"/>
                        <a:pt x="15" y="414"/>
                        <a:pt x="0" y="29"/>
                      </a:cubicBezTo>
                      <a:cubicBezTo>
                        <a:pt x="10" y="419"/>
                        <a:pt x="311"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3" name="Google Shape;1373;p29"/>
                <p:cNvSpPr/>
                <p:nvPr/>
              </p:nvSpPr>
              <p:spPr>
                <a:xfrm>
                  <a:off x="-7233902" y="2094260"/>
                  <a:ext cx="518400" cy="520560"/>
                </a:xfrm>
                <a:custGeom>
                  <a:rect b="b" l="l" r="r" t="t"/>
                  <a:pathLst>
                    <a:path extrusionOk="0" h="1446" w="1440">
                      <a:moveTo>
                        <a:pt x="1440" y="721"/>
                      </a:moveTo>
                      <a:lnTo>
                        <a:pt x="1440" y="721"/>
                      </a:lnTo>
                      <a:cubicBezTo>
                        <a:pt x="1440" y="1120"/>
                        <a:pt x="1115" y="1446"/>
                        <a:pt x="721" y="1446"/>
                      </a:cubicBezTo>
                      <a:cubicBezTo>
                        <a:pt x="321" y="1446"/>
                        <a:pt x="0" y="1120"/>
                        <a:pt x="0" y="721"/>
                      </a:cubicBezTo>
                      <a:cubicBezTo>
                        <a:pt x="0" y="326"/>
                        <a:pt x="321" y="0"/>
                        <a:pt x="721" y="0"/>
                      </a:cubicBezTo>
                      <a:cubicBezTo>
                        <a:pt x="1115"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4" name="Google Shape;1374;p29"/>
                <p:cNvSpPr/>
                <p:nvPr/>
              </p:nvSpPr>
              <p:spPr>
                <a:xfrm>
                  <a:off x="-7169823" y="2160140"/>
                  <a:ext cx="413280" cy="412200"/>
                </a:xfrm>
                <a:custGeom>
                  <a:rect b="b" l="l" r="r" t="t"/>
                  <a:pathLst>
                    <a:path extrusionOk="0" h="1145" w="1148">
                      <a:moveTo>
                        <a:pt x="1015" y="0"/>
                      </a:moveTo>
                      <a:lnTo>
                        <a:pt x="1015" y="0"/>
                      </a:lnTo>
                      <a:cubicBezTo>
                        <a:pt x="0" y="1016"/>
                        <a:pt x="0" y="1016"/>
                        <a:pt x="0" y="1016"/>
                      </a:cubicBezTo>
                      <a:cubicBezTo>
                        <a:pt x="44" y="1066"/>
                        <a:pt x="94" y="1110"/>
                        <a:pt x="153" y="1145"/>
                      </a:cubicBezTo>
                      <a:cubicBezTo>
                        <a:pt x="1148" y="153"/>
                        <a:pt x="1148" y="153"/>
                        <a:pt x="1148" y="153"/>
                      </a:cubicBezTo>
                      <a:cubicBezTo>
                        <a:pt x="1109" y="94"/>
                        <a:pt x="1065" y="44"/>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5" name="Google Shape;1375;p29"/>
                <p:cNvSpPr/>
                <p:nvPr/>
              </p:nvSpPr>
              <p:spPr>
                <a:xfrm>
                  <a:off x="-7235702" y="2094260"/>
                  <a:ext cx="261360" cy="270000"/>
                </a:xfrm>
                <a:custGeom>
                  <a:rect b="b" l="l" r="r" t="t"/>
                  <a:pathLst>
                    <a:path extrusionOk="0" h="750" w="726">
                      <a:moveTo>
                        <a:pt x="726" y="0"/>
                      </a:moveTo>
                      <a:lnTo>
                        <a:pt x="726" y="0"/>
                      </a:lnTo>
                      <a:cubicBezTo>
                        <a:pt x="326" y="0"/>
                        <a:pt x="0" y="326"/>
                        <a:pt x="0" y="721"/>
                      </a:cubicBezTo>
                      <a:cubicBezTo>
                        <a:pt x="0" y="730"/>
                        <a:pt x="5" y="740"/>
                        <a:pt x="5" y="750"/>
                      </a:cubicBezTo>
                      <a:cubicBezTo>
                        <a:pt x="5" y="740"/>
                        <a:pt x="5" y="730"/>
                        <a:pt x="5" y="721"/>
                      </a:cubicBezTo>
                      <a:lnTo>
                        <a:pt x="5" y="721"/>
                      </a:lnTo>
                      <a:lnTo>
                        <a:pt x="5" y="721"/>
                      </a:lnTo>
                      <a:cubicBezTo>
                        <a:pt x="5" y="326"/>
                        <a:pt x="326" y="0"/>
                        <a:pt x="72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6" name="Google Shape;1376;p29"/>
                <p:cNvSpPr/>
                <p:nvPr/>
              </p:nvSpPr>
              <p:spPr>
                <a:xfrm>
                  <a:off x="-7233902" y="2353820"/>
                  <a:ext cx="259560" cy="261000"/>
                </a:xfrm>
                <a:custGeom>
                  <a:rect b="b" l="l" r="r" t="t"/>
                  <a:pathLst>
                    <a:path extrusionOk="0" h="725" w="721">
                      <a:moveTo>
                        <a:pt x="0" y="0"/>
                      </a:moveTo>
                      <a:lnTo>
                        <a:pt x="0" y="0"/>
                      </a:lnTo>
                      <a:lnTo>
                        <a:pt x="0" y="0"/>
                      </a:lnTo>
                      <a:cubicBezTo>
                        <a:pt x="0" y="9"/>
                        <a:pt x="0" y="19"/>
                        <a:pt x="0" y="29"/>
                      </a:cubicBezTo>
                      <a:cubicBezTo>
                        <a:pt x="15" y="414"/>
                        <a:pt x="331" y="725"/>
                        <a:pt x="721" y="725"/>
                      </a:cubicBezTo>
                      <a:lnTo>
                        <a:pt x="721" y="725"/>
                      </a:lnTo>
                      <a:cubicBezTo>
                        <a:pt x="321" y="725"/>
                        <a:pt x="0" y="39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7" name="Google Shape;1377;p29"/>
                <p:cNvSpPr/>
                <p:nvPr/>
              </p:nvSpPr>
              <p:spPr>
                <a:xfrm>
                  <a:off x="-7169823" y="2160140"/>
                  <a:ext cx="413280" cy="412200"/>
                </a:xfrm>
                <a:custGeom>
                  <a:rect b="b" l="l" r="r" t="t"/>
                  <a:pathLst>
                    <a:path extrusionOk="0" h="1145" w="1148">
                      <a:moveTo>
                        <a:pt x="19" y="992"/>
                      </a:moveTo>
                      <a:lnTo>
                        <a:pt x="19" y="992"/>
                      </a:lnTo>
                      <a:cubicBezTo>
                        <a:pt x="0" y="1016"/>
                        <a:pt x="0" y="1016"/>
                        <a:pt x="0" y="1016"/>
                      </a:cubicBezTo>
                      <a:cubicBezTo>
                        <a:pt x="44" y="1066"/>
                        <a:pt x="94" y="1110"/>
                        <a:pt x="153" y="1145"/>
                      </a:cubicBezTo>
                      <a:cubicBezTo>
                        <a:pt x="172" y="1125"/>
                        <a:pt x="172" y="1125"/>
                        <a:pt x="172" y="1125"/>
                      </a:cubicBezTo>
                      <a:cubicBezTo>
                        <a:pt x="118" y="1090"/>
                        <a:pt x="64" y="1046"/>
                        <a:pt x="19" y="992"/>
                      </a:cubicBezTo>
                      <a:moveTo>
                        <a:pt x="1015" y="0"/>
                      </a:moveTo>
                      <a:lnTo>
                        <a:pt x="1015" y="0"/>
                      </a:lnTo>
                      <a:cubicBezTo>
                        <a:pt x="991" y="20"/>
                        <a:pt x="991" y="20"/>
                        <a:pt x="991" y="20"/>
                      </a:cubicBezTo>
                      <a:cubicBezTo>
                        <a:pt x="1045" y="64"/>
                        <a:pt x="1089" y="113"/>
                        <a:pt x="1124" y="173"/>
                      </a:cubicBezTo>
                      <a:cubicBezTo>
                        <a:pt x="1148" y="153"/>
                        <a:pt x="1148" y="153"/>
                        <a:pt x="1148" y="153"/>
                      </a:cubicBezTo>
                      <a:cubicBezTo>
                        <a:pt x="1109" y="94"/>
                        <a:pt x="1065" y="44"/>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8" name="Google Shape;1378;p29"/>
                <p:cNvSpPr/>
                <p:nvPr/>
              </p:nvSpPr>
              <p:spPr>
                <a:xfrm>
                  <a:off x="-6385022" y="2039540"/>
                  <a:ext cx="628560" cy="630360"/>
                </a:xfrm>
                <a:custGeom>
                  <a:rect b="b" l="l" r="r" t="t"/>
                  <a:pathLst>
                    <a:path extrusionOk="0" h="1751" w="1746">
                      <a:moveTo>
                        <a:pt x="1746" y="873"/>
                      </a:moveTo>
                      <a:lnTo>
                        <a:pt x="1746" y="873"/>
                      </a:lnTo>
                      <a:cubicBezTo>
                        <a:pt x="1746" y="1356"/>
                        <a:pt x="1356" y="1751"/>
                        <a:pt x="873" y="1751"/>
                      </a:cubicBezTo>
                      <a:cubicBezTo>
                        <a:pt x="389" y="1751"/>
                        <a:pt x="0" y="1356"/>
                        <a:pt x="0" y="873"/>
                      </a:cubicBezTo>
                      <a:cubicBezTo>
                        <a:pt x="0" y="394"/>
                        <a:pt x="389" y="0"/>
                        <a:pt x="873" y="0"/>
                      </a:cubicBezTo>
                      <a:cubicBezTo>
                        <a:pt x="1356" y="0"/>
                        <a:pt x="1746" y="394"/>
                        <a:pt x="1746"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79" name="Google Shape;1379;p29"/>
                <p:cNvSpPr/>
                <p:nvPr/>
              </p:nvSpPr>
              <p:spPr>
                <a:xfrm>
                  <a:off x="-6329942" y="2353820"/>
                  <a:ext cx="518400" cy="294840"/>
                </a:xfrm>
                <a:custGeom>
                  <a:rect b="b" l="l" r="r" t="t"/>
                  <a:pathLst>
                    <a:path extrusionOk="0" h="819" w="1440">
                      <a:moveTo>
                        <a:pt x="1440" y="0"/>
                      </a:moveTo>
                      <a:lnTo>
                        <a:pt x="1440" y="0"/>
                      </a:lnTo>
                      <a:cubicBezTo>
                        <a:pt x="1440" y="399"/>
                        <a:pt x="1119" y="725"/>
                        <a:pt x="720" y="725"/>
                      </a:cubicBezTo>
                      <a:lnTo>
                        <a:pt x="720" y="725"/>
                      </a:lnTo>
                      <a:cubicBezTo>
                        <a:pt x="325" y="725"/>
                        <a:pt x="4" y="404"/>
                        <a:pt x="0" y="15"/>
                      </a:cubicBezTo>
                      <a:cubicBezTo>
                        <a:pt x="0" y="9"/>
                        <a:pt x="0" y="5"/>
                        <a:pt x="0" y="0"/>
                      </a:cubicBezTo>
                      <a:lnTo>
                        <a:pt x="0" y="0"/>
                      </a:lnTo>
                      <a:cubicBezTo>
                        <a:pt x="0" y="399"/>
                        <a:pt x="300" y="819"/>
                        <a:pt x="735" y="819"/>
                      </a:cubicBezTo>
                      <a:cubicBezTo>
                        <a:pt x="1164" y="819"/>
                        <a:pt x="1440" y="399"/>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0" name="Google Shape;1380;p29"/>
                <p:cNvSpPr/>
                <p:nvPr/>
              </p:nvSpPr>
              <p:spPr>
                <a:xfrm>
                  <a:off x="-6329942" y="2094260"/>
                  <a:ext cx="518400" cy="520560"/>
                </a:xfrm>
                <a:custGeom>
                  <a:rect b="b" l="l" r="r" t="t"/>
                  <a:pathLst>
                    <a:path extrusionOk="0" h="1446" w="1440">
                      <a:moveTo>
                        <a:pt x="1440" y="721"/>
                      </a:moveTo>
                      <a:lnTo>
                        <a:pt x="1440" y="721"/>
                      </a:lnTo>
                      <a:cubicBezTo>
                        <a:pt x="1440" y="1120"/>
                        <a:pt x="1119" y="1446"/>
                        <a:pt x="720" y="1446"/>
                      </a:cubicBezTo>
                      <a:cubicBezTo>
                        <a:pt x="320" y="1446"/>
                        <a:pt x="0" y="1120"/>
                        <a:pt x="0" y="721"/>
                      </a:cubicBezTo>
                      <a:cubicBezTo>
                        <a:pt x="0" y="326"/>
                        <a:pt x="320" y="0"/>
                        <a:pt x="720" y="0"/>
                      </a:cubicBezTo>
                      <a:cubicBezTo>
                        <a:pt x="1119" y="0"/>
                        <a:pt x="1440" y="326"/>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1" name="Google Shape;1381;p29"/>
                <p:cNvSpPr/>
                <p:nvPr/>
              </p:nvSpPr>
              <p:spPr>
                <a:xfrm>
                  <a:off x="-6266222" y="2160140"/>
                  <a:ext cx="414000" cy="412200"/>
                </a:xfrm>
                <a:custGeom>
                  <a:rect b="b" l="l" r="r" t="t"/>
                  <a:pathLst>
                    <a:path extrusionOk="0" h="1145" w="1150">
                      <a:moveTo>
                        <a:pt x="1017" y="0"/>
                      </a:moveTo>
                      <a:lnTo>
                        <a:pt x="1017" y="0"/>
                      </a:lnTo>
                      <a:cubicBezTo>
                        <a:pt x="0" y="1016"/>
                        <a:pt x="0" y="1016"/>
                        <a:pt x="0" y="1016"/>
                      </a:cubicBezTo>
                      <a:cubicBezTo>
                        <a:pt x="45" y="1066"/>
                        <a:pt x="99" y="1110"/>
                        <a:pt x="153" y="1145"/>
                      </a:cubicBezTo>
                      <a:cubicBezTo>
                        <a:pt x="1150" y="153"/>
                        <a:pt x="1150" y="153"/>
                        <a:pt x="1150" y="153"/>
                      </a:cubicBezTo>
                      <a:cubicBezTo>
                        <a:pt x="1111" y="94"/>
                        <a:pt x="1066" y="44"/>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2" name="Google Shape;1382;p29"/>
                <p:cNvSpPr/>
                <p:nvPr/>
              </p:nvSpPr>
              <p:spPr>
                <a:xfrm>
                  <a:off x="-6329942" y="2094260"/>
                  <a:ext cx="518400" cy="259560"/>
                </a:xfrm>
                <a:custGeom>
                  <a:rect b="b" l="l" r="r" t="t"/>
                  <a:pathLst>
                    <a:path extrusionOk="0" h="721" w="1440">
                      <a:moveTo>
                        <a:pt x="720" y="0"/>
                      </a:moveTo>
                      <a:lnTo>
                        <a:pt x="720" y="0"/>
                      </a:lnTo>
                      <a:cubicBezTo>
                        <a:pt x="320" y="0"/>
                        <a:pt x="0" y="326"/>
                        <a:pt x="0" y="721"/>
                      </a:cubicBezTo>
                      <a:lnTo>
                        <a:pt x="0" y="721"/>
                      </a:lnTo>
                      <a:cubicBezTo>
                        <a:pt x="0" y="326"/>
                        <a:pt x="320" y="0"/>
                        <a:pt x="720" y="0"/>
                      </a:cubicBezTo>
                      <a:cubicBezTo>
                        <a:pt x="1119" y="0"/>
                        <a:pt x="1440" y="326"/>
                        <a:pt x="1440" y="721"/>
                      </a:cubicBezTo>
                      <a:lnTo>
                        <a:pt x="1440" y="721"/>
                      </a:lnTo>
                      <a:cubicBezTo>
                        <a:pt x="1440" y="326"/>
                        <a:pt x="1119" y="0"/>
                        <a:pt x="72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3" name="Google Shape;1383;p29"/>
                <p:cNvSpPr/>
                <p:nvPr/>
              </p:nvSpPr>
              <p:spPr>
                <a:xfrm>
                  <a:off x="-6329942" y="2359220"/>
                  <a:ext cx="259200" cy="255600"/>
                </a:xfrm>
                <a:custGeom>
                  <a:rect b="b" l="l" r="r" t="t"/>
                  <a:pathLst>
                    <a:path extrusionOk="0" h="710" w="720">
                      <a:moveTo>
                        <a:pt x="0" y="0"/>
                      </a:moveTo>
                      <a:lnTo>
                        <a:pt x="0" y="0"/>
                      </a:lnTo>
                      <a:cubicBezTo>
                        <a:pt x="4" y="389"/>
                        <a:pt x="325" y="710"/>
                        <a:pt x="720" y="710"/>
                      </a:cubicBezTo>
                      <a:cubicBezTo>
                        <a:pt x="325" y="710"/>
                        <a:pt x="4" y="389"/>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4" name="Google Shape;1384;p29"/>
                <p:cNvSpPr/>
                <p:nvPr/>
              </p:nvSpPr>
              <p:spPr>
                <a:xfrm>
                  <a:off x="-6266222" y="2160140"/>
                  <a:ext cx="414000" cy="412200"/>
                </a:xfrm>
                <a:custGeom>
                  <a:rect b="b" l="l" r="r" t="t"/>
                  <a:pathLst>
                    <a:path extrusionOk="0" h="1145" w="1150">
                      <a:moveTo>
                        <a:pt x="20" y="992"/>
                      </a:moveTo>
                      <a:lnTo>
                        <a:pt x="20" y="992"/>
                      </a:lnTo>
                      <a:cubicBezTo>
                        <a:pt x="0" y="1016"/>
                        <a:pt x="0" y="1016"/>
                        <a:pt x="0" y="1016"/>
                      </a:cubicBezTo>
                      <a:cubicBezTo>
                        <a:pt x="45" y="1066"/>
                        <a:pt x="99" y="1110"/>
                        <a:pt x="153" y="1145"/>
                      </a:cubicBezTo>
                      <a:cubicBezTo>
                        <a:pt x="173" y="1125"/>
                        <a:pt x="173" y="1125"/>
                        <a:pt x="173" y="1125"/>
                      </a:cubicBezTo>
                      <a:cubicBezTo>
                        <a:pt x="119" y="1090"/>
                        <a:pt x="64" y="1046"/>
                        <a:pt x="20" y="992"/>
                      </a:cubicBezTo>
                      <a:moveTo>
                        <a:pt x="1017" y="0"/>
                      </a:moveTo>
                      <a:lnTo>
                        <a:pt x="1017" y="0"/>
                      </a:lnTo>
                      <a:cubicBezTo>
                        <a:pt x="997" y="20"/>
                        <a:pt x="997" y="20"/>
                        <a:pt x="997" y="20"/>
                      </a:cubicBezTo>
                      <a:cubicBezTo>
                        <a:pt x="1046" y="64"/>
                        <a:pt x="1091" y="113"/>
                        <a:pt x="1125" y="173"/>
                      </a:cubicBezTo>
                      <a:cubicBezTo>
                        <a:pt x="1150" y="153"/>
                        <a:pt x="1150" y="153"/>
                        <a:pt x="1150" y="153"/>
                      </a:cubicBezTo>
                      <a:cubicBezTo>
                        <a:pt x="1111" y="94"/>
                        <a:pt x="1066" y="44"/>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5" name="Google Shape;1385;p29"/>
                <p:cNvSpPr/>
                <p:nvPr/>
              </p:nvSpPr>
              <p:spPr>
                <a:xfrm>
                  <a:off x="-5481062" y="2039540"/>
                  <a:ext cx="628920" cy="630360"/>
                </a:xfrm>
                <a:custGeom>
                  <a:rect b="b" l="l" r="r" t="t"/>
                  <a:pathLst>
                    <a:path extrusionOk="0" h="1751" w="1747">
                      <a:moveTo>
                        <a:pt x="1747" y="873"/>
                      </a:moveTo>
                      <a:lnTo>
                        <a:pt x="1747" y="873"/>
                      </a:lnTo>
                      <a:cubicBezTo>
                        <a:pt x="1747" y="1356"/>
                        <a:pt x="1357" y="1751"/>
                        <a:pt x="874" y="1751"/>
                      </a:cubicBezTo>
                      <a:cubicBezTo>
                        <a:pt x="390" y="1751"/>
                        <a:pt x="0" y="1356"/>
                        <a:pt x="0" y="873"/>
                      </a:cubicBezTo>
                      <a:cubicBezTo>
                        <a:pt x="0" y="394"/>
                        <a:pt x="390" y="0"/>
                        <a:pt x="874" y="0"/>
                      </a:cubicBezTo>
                      <a:cubicBezTo>
                        <a:pt x="1357" y="0"/>
                        <a:pt x="1747" y="394"/>
                        <a:pt x="1747" y="873"/>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6" name="Google Shape;1386;p29"/>
                <p:cNvSpPr/>
                <p:nvPr/>
              </p:nvSpPr>
              <p:spPr>
                <a:xfrm>
                  <a:off x="-5425982" y="2353820"/>
                  <a:ext cx="518760" cy="294840"/>
                </a:xfrm>
                <a:custGeom>
                  <a:rect b="b" l="l" r="r" t="t"/>
                  <a:pathLst>
                    <a:path extrusionOk="0" h="819" w="1441">
                      <a:moveTo>
                        <a:pt x="1441" y="0"/>
                      </a:moveTo>
                      <a:lnTo>
                        <a:pt x="1441" y="0"/>
                      </a:lnTo>
                      <a:cubicBezTo>
                        <a:pt x="1441" y="399"/>
                        <a:pt x="1120" y="725"/>
                        <a:pt x="721" y="725"/>
                      </a:cubicBezTo>
                      <a:lnTo>
                        <a:pt x="721" y="725"/>
                      </a:lnTo>
                      <a:lnTo>
                        <a:pt x="721" y="725"/>
                      </a:lnTo>
                      <a:cubicBezTo>
                        <a:pt x="360" y="725"/>
                        <a:pt x="64" y="458"/>
                        <a:pt x="10" y="118"/>
                      </a:cubicBezTo>
                      <a:cubicBezTo>
                        <a:pt x="5" y="78"/>
                        <a:pt x="0" y="39"/>
                        <a:pt x="0" y="0"/>
                      </a:cubicBezTo>
                      <a:lnTo>
                        <a:pt x="0" y="0"/>
                      </a:lnTo>
                      <a:cubicBezTo>
                        <a:pt x="0" y="399"/>
                        <a:pt x="306" y="819"/>
                        <a:pt x="735" y="819"/>
                      </a:cubicBezTo>
                      <a:cubicBezTo>
                        <a:pt x="1170" y="819"/>
                        <a:pt x="1441" y="399"/>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7" name="Google Shape;1387;p29"/>
                <p:cNvSpPr/>
                <p:nvPr/>
              </p:nvSpPr>
              <p:spPr>
                <a:xfrm>
                  <a:off x="-5425982" y="2094260"/>
                  <a:ext cx="518760" cy="520560"/>
                </a:xfrm>
                <a:custGeom>
                  <a:rect b="b" l="l" r="r" t="t"/>
                  <a:pathLst>
                    <a:path extrusionOk="0" h="1446" w="1441">
                      <a:moveTo>
                        <a:pt x="1441" y="721"/>
                      </a:moveTo>
                      <a:lnTo>
                        <a:pt x="1441" y="721"/>
                      </a:lnTo>
                      <a:cubicBezTo>
                        <a:pt x="1441" y="1120"/>
                        <a:pt x="1120" y="1446"/>
                        <a:pt x="721" y="1446"/>
                      </a:cubicBezTo>
                      <a:cubicBezTo>
                        <a:pt x="326" y="1446"/>
                        <a:pt x="0" y="1120"/>
                        <a:pt x="0" y="721"/>
                      </a:cubicBezTo>
                      <a:cubicBezTo>
                        <a:pt x="0" y="326"/>
                        <a:pt x="326" y="0"/>
                        <a:pt x="721" y="0"/>
                      </a:cubicBezTo>
                      <a:cubicBezTo>
                        <a:pt x="1120" y="0"/>
                        <a:pt x="1441" y="326"/>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8" name="Google Shape;1388;p29"/>
                <p:cNvSpPr/>
                <p:nvPr/>
              </p:nvSpPr>
              <p:spPr>
                <a:xfrm>
                  <a:off x="-5361903" y="2160140"/>
                  <a:ext cx="413640" cy="412200"/>
                </a:xfrm>
                <a:custGeom>
                  <a:rect b="b" l="l" r="r" t="t"/>
                  <a:pathLst>
                    <a:path extrusionOk="0" h="1145" w="1149">
                      <a:moveTo>
                        <a:pt x="1016" y="0"/>
                      </a:moveTo>
                      <a:lnTo>
                        <a:pt x="1016" y="0"/>
                      </a:lnTo>
                      <a:cubicBezTo>
                        <a:pt x="0" y="1016"/>
                        <a:pt x="0" y="1016"/>
                        <a:pt x="0" y="1016"/>
                      </a:cubicBezTo>
                      <a:cubicBezTo>
                        <a:pt x="44" y="1066"/>
                        <a:pt x="98" y="1110"/>
                        <a:pt x="153" y="1145"/>
                      </a:cubicBezTo>
                      <a:cubicBezTo>
                        <a:pt x="1149" y="153"/>
                        <a:pt x="1149" y="153"/>
                        <a:pt x="1149" y="153"/>
                      </a:cubicBezTo>
                      <a:cubicBezTo>
                        <a:pt x="1115" y="94"/>
                        <a:pt x="1070" y="44"/>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89" name="Google Shape;1389;p29"/>
                <p:cNvSpPr/>
                <p:nvPr/>
              </p:nvSpPr>
              <p:spPr>
                <a:xfrm>
                  <a:off x="-5425982" y="2094260"/>
                  <a:ext cx="259560" cy="259560"/>
                </a:xfrm>
                <a:custGeom>
                  <a:rect b="b" l="l" r="r" t="t"/>
                  <a:pathLst>
                    <a:path extrusionOk="0" h="721" w="721">
                      <a:moveTo>
                        <a:pt x="721" y="0"/>
                      </a:moveTo>
                      <a:lnTo>
                        <a:pt x="721" y="0"/>
                      </a:lnTo>
                      <a:cubicBezTo>
                        <a:pt x="326" y="0"/>
                        <a:pt x="0" y="326"/>
                        <a:pt x="0" y="721"/>
                      </a:cubicBezTo>
                      <a:lnTo>
                        <a:pt x="0" y="721"/>
                      </a:lnTo>
                      <a:cubicBezTo>
                        <a:pt x="0" y="326"/>
                        <a:pt x="326" y="0"/>
                        <a:pt x="721"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0" name="Google Shape;1390;p29"/>
                <p:cNvSpPr/>
                <p:nvPr/>
              </p:nvSpPr>
              <p:spPr>
                <a:xfrm>
                  <a:off x="-5422382" y="2396300"/>
                  <a:ext cx="255960" cy="218520"/>
                </a:xfrm>
                <a:custGeom>
                  <a:rect b="b" l="l" r="r" t="t"/>
                  <a:pathLst>
                    <a:path extrusionOk="0" h="607" w="711">
                      <a:moveTo>
                        <a:pt x="0" y="0"/>
                      </a:moveTo>
                      <a:lnTo>
                        <a:pt x="0" y="0"/>
                      </a:lnTo>
                      <a:cubicBezTo>
                        <a:pt x="54" y="340"/>
                        <a:pt x="350" y="607"/>
                        <a:pt x="711" y="607"/>
                      </a:cubicBezTo>
                      <a:lnTo>
                        <a:pt x="711" y="607"/>
                      </a:lnTo>
                      <a:cubicBezTo>
                        <a:pt x="350" y="607"/>
                        <a:pt x="54" y="340"/>
                        <a:pt x="0"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1" name="Google Shape;1391;p29"/>
                <p:cNvSpPr/>
                <p:nvPr/>
              </p:nvSpPr>
              <p:spPr>
                <a:xfrm>
                  <a:off x="-5361903" y="2160140"/>
                  <a:ext cx="413640" cy="412200"/>
                </a:xfrm>
                <a:custGeom>
                  <a:rect b="b" l="l" r="r" t="t"/>
                  <a:pathLst>
                    <a:path extrusionOk="0" h="1145" w="1149">
                      <a:moveTo>
                        <a:pt x="24" y="992"/>
                      </a:moveTo>
                      <a:lnTo>
                        <a:pt x="24" y="992"/>
                      </a:lnTo>
                      <a:cubicBezTo>
                        <a:pt x="0" y="1016"/>
                        <a:pt x="0" y="1016"/>
                        <a:pt x="0" y="1016"/>
                      </a:cubicBezTo>
                      <a:cubicBezTo>
                        <a:pt x="44" y="1066"/>
                        <a:pt x="98" y="1110"/>
                        <a:pt x="153" y="1145"/>
                      </a:cubicBezTo>
                      <a:cubicBezTo>
                        <a:pt x="177" y="1125"/>
                        <a:pt x="177" y="1125"/>
                        <a:pt x="177" y="1125"/>
                      </a:cubicBezTo>
                      <a:cubicBezTo>
                        <a:pt x="118" y="1090"/>
                        <a:pt x="69" y="1046"/>
                        <a:pt x="24" y="992"/>
                      </a:cubicBezTo>
                      <a:moveTo>
                        <a:pt x="1016" y="0"/>
                      </a:moveTo>
                      <a:lnTo>
                        <a:pt x="1016" y="0"/>
                      </a:lnTo>
                      <a:cubicBezTo>
                        <a:pt x="996" y="20"/>
                        <a:pt x="996" y="20"/>
                        <a:pt x="996" y="20"/>
                      </a:cubicBezTo>
                      <a:cubicBezTo>
                        <a:pt x="1046" y="64"/>
                        <a:pt x="1090" y="113"/>
                        <a:pt x="1130" y="173"/>
                      </a:cubicBezTo>
                      <a:cubicBezTo>
                        <a:pt x="1149" y="153"/>
                        <a:pt x="1149" y="153"/>
                        <a:pt x="1149" y="153"/>
                      </a:cubicBezTo>
                      <a:cubicBezTo>
                        <a:pt x="1115" y="94"/>
                        <a:pt x="1070" y="44"/>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2" name="Google Shape;1392;p29"/>
                <p:cNvSpPr/>
                <p:nvPr/>
              </p:nvSpPr>
              <p:spPr>
                <a:xfrm>
                  <a:off x="-7290782" y="2817140"/>
                  <a:ext cx="630360" cy="628920"/>
                </a:xfrm>
                <a:custGeom>
                  <a:rect b="b" l="l" r="r" t="t"/>
                  <a:pathLst>
                    <a:path extrusionOk="0" h="1747" w="1751">
                      <a:moveTo>
                        <a:pt x="1751" y="874"/>
                      </a:moveTo>
                      <a:lnTo>
                        <a:pt x="1751" y="874"/>
                      </a:lnTo>
                      <a:cubicBezTo>
                        <a:pt x="1751" y="1358"/>
                        <a:pt x="1356" y="1747"/>
                        <a:pt x="879" y="1747"/>
                      </a:cubicBezTo>
                      <a:cubicBezTo>
                        <a:pt x="395" y="1747"/>
                        <a:pt x="0" y="1358"/>
                        <a:pt x="0" y="874"/>
                      </a:cubicBezTo>
                      <a:cubicBezTo>
                        <a:pt x="0" y="390"/>
                        <a:pt x="395" y="0"/>
                        <a:pt x="879" y="0"/>
                      </a:cubicBezTo>
                      <a:cubicBezTo>
                        <a:pt x="1356" y="0"/>
                        <a:pt x="1751" y="390"/>
                        <a:pt x="1751"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3" name="Google Shape;1393;p29"/>
                <p:cNvSpPr/>
                <p:nvPr/>
              </p:nvSpPr>
              <p:spPr>
                <a:xfrm>
                  <a:off x="-7233902" y="3131780"/>
                  <a:ext cx="518400" cy="293040"/>
                </a:xfrm>
                <a:custGeom>
                  <a:rect b="b" l="l" r="r" t="t"/>
                  <a:pathLst>
                    <a:path extrusionOk="0" h="814" w="1440">
                      <a:moveTo>
                        <a:pt x="1440" y="0"/>
                      </a:moveTo>
                      <a:lnTo>
                        <a:pt x="1440" y="0"/>
                      </a:lnTo>
                      <a:cubicBezTo>
                        <a:pt x="1440" y="197"/>
                        <a:pt x="1356" y="380"/>
                        <a:pt x="1227" y="508"/>
                      </a:cubicBezTo>
                      <a:cubicBezTo>
                        <a:pt x="1100" y="641"/>
                        <a:pt x="918" y="720"/>
                        <a:pt x="721" y="720"/>
                      </a:cubicBezTo>
                      <a:cubicBezTo>
                        <a:pt x="331" y="720"/>
                        <a:pt x="15" y="414"/>
                        <a:pt x="0" y="30"/>
                      </a:cubicBezTo>
                      <a:cubicBezTo>
                        <a:pt x="15" y="420"/>
                        <a:pt x="311" y="814"/>
                        <a:pt x="735" y="814"/>
                      </a:cubicBezTo>
                      <a:cubicBezTo>
                        <a:pt x="1164" y="814"/>
                        <a:pt x="1440" y="400"/>
                        <a:pt x="1440"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4" name="Google Shape;1394;p29"/>
                <p:cNvSpPr/>
                <p:nvPr/>
              </p:nvSpPr>
              <p:spPr>
                <a:xfrm>
                  <a:off x="-7233902" y="2872220"/>
                  <a:ext cx="518400" cy="518760"/>
                </a:xfrm>
                <a:custGeom>
                  <a:rect b="b" l="l" r="r" t="t"/>
                  <a:pathLst>
                    <a:path extrusionOk="0" h="1441" w="1440">
                      <a:moveTo>
                        <a:pt x="1440" y="721"/>
                      </a:moveTo>
                      <a:lnTo>
                        <a:pt x="1440" y="721"/>
                      </a:lnTo>
                      <a:cubicBezTo>
                        <a:pt x="1440" y="1121"/>
                        <a:pt x="1115" y="1441"/>
                        <a:pt x="721" y="1441"/>
                      </a:cubicBezTo>
                      <a:cubicBezTo>
                        <a:pt x="321" y="1441"/>
                        <a:pt x="0" y="1121"/>
                        <a:pt x="0" y="721"/>
                      </a:cubicBezTo>
                      <a:cubicBezTo>
                        <a:pt x="0" y="321"/>
                        <a:pt x="321" y="0"/>
                        <a:pt x="721" y="0"/>
                      </a:cubicBezTo>
                      <a:cubicBezTo>
                        <a:pt x="1115"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5" name="Google Shape;1395;p29"/>
                <p:cNvSpPr/>
                <p:nvPr/>
              </p:nvSpPr>
              <p:spPr>
                <a:xfrm>
                  <a:off x="-7169823" y="2936300"/>
                  <a:ext cx="413280" cy="414000"/>
                </a:xfrm>
                <a:custGeom>
                  <a:rect b="b" l="l" r="r" t="t"/>
                  <a:pathLst>
                    <a:path extrusionOk="0" h="1150" w="1148">
                      <a:moveTo>
                        <a:pt x="1015" y="0"/>
                      </a:moveTo>
                      <a:lnTo>
                        <a:pt x="1015" y="0"/>
                      </a:lnTo>
                      <a:cubicBezTo>
                        <a:pt x="0" y="1017"/>
                        <a:pt x="0" y="1017"/>
                        <a:pt x="0" y="1017"/>
                      </a:cubicBezTo>
                      <a:cubicBezTo>
                        <a:pt x="44" y="1066"/>
                        <a:pt x="94" y="1110"/>
                        <a:pt x="153" y="1150"/>
                      </a:cubicBezTo>
                      <a:cubicBezTo>
                        <a:pt x="1148" y="153"/>
                        <a:pt x="1148" y="153"/>
                        <a:pt x="1148" y="153"/>
                      </a:cubicBezTo>
                      <a:cubicBezTo>
                        <a:pt x="1109" y="94"/>
                        <a:pt x="1065" y="45"/>
                        <a:pt x="1015"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6" name="Google Shape;1396;p29"/>
                <p:cNvSpPr/>
                <p:nvPr/>
              </p:nvSpPr>
              <p:spPr>
                <a:xfrm>
                  <a:off x="-7235702" y="2916860"/>
                  <a:ext cx="113760" cy="225720"/>
                </a:xfrm>
                <a:custGeom>
                  <a:rect b="b" l="l" r="r" t="t"/>
                  <a:pathLst>
                    <a:path extrusionOk="0" h="627" w="316">
                      <a:moveTo>
                        <a:pt x="316" y="0"/>
                      </a:moveTo>
                      <a:lnTo>
                        <a:pt x="316" y="0"/>
                      </a:lnTo>
                      <a:cubicBezTo>
                        <a:pt x="128" y="133"/>
                        <a:pt x="0" y="350"/>
                        <a:pt x="0" y="597"/>
                      </a:cubicBezTo>
                      <a:cubicBezTo>
                        <a:pt x="0" y="607"/>
                        <a:pt x="5" y="617"/>
                        <a:pt x="5" y="627"/>
                      </a:cubicBezTo>
                      <a:cubicBezTo>
                        <a:pt x="5" y="617"/>
                        <a:pt x="5" y="607"/>
                        <a:pt x="5" y="597"/>
                      </a:cubicBezTo>
                      <a:lnTo>
                        <a:pt x="5" y="597"/>
                      </a:lnTo>
                      <a:lnTo>
                        <a:pt x="5" y="597"/>
                      </a:lnTo>
                      <a:cubicBezTo>
                        <a:pt x="5" y="350"/>
                        <a:pt x="128" y="133"/>
                        <a:pt x="3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7" name="Google Shape;1397;p29"/>
                <p:cNvSpPr/>
                <p:nvPr/>
              </p:nvSpPr>
              <p:spPr>
                <a:xfrm>
                  <a:off x="-7169823" y="2936300"/>
                  <a:ext cx="413280" cy="414000"/>
                </a:xfrm>
                <a:custGeom>
                  <a:rect b="b" l="l" r="r" t="t"/>
                  <a:pathLst>
                    <a:path extrusionOk="0" h="1150" w="1148">
                      <a:moveTo>
                        <a:pt x="19" y="997"/>
                      </a:moveTo>
                      <a:lnTo>
                        <a:pt x="19" y="997"/>
                      </a:lnTo>
                      <a:cubicBezTo>
                        <a:pt x="0" y="1017"/>
                        <a:pt x="0" y="1017"/>
                        <a:pt x="0" y="1017"/>
                      </a:cubicBezTo>
                      <a:cubicBezTo>
                        <a:pt x="44" y="1066"/>
                        <a:pt x="94" y="1110"/>
                        <a:pt x="153" y="1150"/>
                      </a:cubicBezTo>
                      <a:cubicBezTo>
                        <a:pt x="172" y="1125"/>
                        <a:pt x="172" y="1125"/>
                        <a:pt x="172" y="1125"/>
                      </a:cubicBezTo>
                      <a:cubicBezTo>
                        <a:pt x="118" y="1090"/>
                        <a:pt x="64" y="1046"/>
                        <a:pt x="19" y="997"/>
                      </a:cubicBezTo>
                      <a:moveTo>
                        <a:pt x="1015" y="0"/>
                      </a:moveTo>
                      <a:lnTo>
                        <a:pt x="1015" y="0"/>
                      </a:lnTo>
                      <a:cubicBezTo>
                        <a:pt x="991" y="20"/>
                        <a:pt x="991" y="20"/>
                        <a:pt x="991" y="20"/>
                      </a:cubicBezTo>
                      <a:cubicBezTo>
                        <a:pt x="1045" y="64"/>
                        <a:pt x="1089" y="118"/>
                        <a:pt x="1124" y="173"/>
                      </a:cubicBezTo>
                      <a:cubicBezTo>
                        <a:pt x="1148" y="153"/>
                        <a:pt x="1148" y="153"/>
                        <a:pt x="1148" y="153"/>
                      </a:cubicBezTo>
                      <a:cubicBezTo>
                        <a:pt x="1109" y="94"/>
                        <a:pt x="1065" y="45"/>
                        <a:pt x="1015"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8" name="Google Shape;1398;p29"/>
                <p:cNvSpPr/>
                <p:nvPr/>
              </p:nvSpPr>
              <p:spPr>
                <a:xfrm>
                  <a:off x="-6385022" y="2817140"/>
                  <a:ext cx="628560" cy="628920"/>
                </a:xfrm>
                <a:custGeom>
                  <a:rect b="b" l="l" r="r" t="t"/>
                  <a:pathLst>
                    <a:path extrusionOk="0" h="1747" w="1746">
                      <a:moveTo>
                        <a:pt x="1746" y="874"/>
                      </a:moveTo>
                      <a:lnTo>
                        <a:pt x="1746" y="874"/>
                      </a:lnTo>
                      <a:cubicBezTo>
                        <a:pt x="1746" y="1358"/>
                        <a:pt x="1356" y="1747"/>
                        <a:pt x="873" y="1747"/>
                      </a:cubicBezTo>
                      <a:cubicBezTo>
                        <a:pt x="389" y="1747"/>
                        <a:pt x="0" y="1358"/>
                        <a:pt x="0" y="874"/>
                      </a:cubicBezTo>
                      <a:cubicBezTo>
                        <a:pt x="0" y="390"/>
                        <a:pt x="389" y="0"/>
                        <a:pt x="873" y="0"/>
                      </a:cubicBezTo>
                      <a:cubicBezTo>
                        <a:pt x="1356" y="0"/>
                        <a:pt x="1746" y="390"/>
                        <a:pt x="1746"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399" name="Google Shape;1399;p29"/>
                <p:cNvSpPr/>
                <p:nvPr/>
              </p:nvSpPr>
              <p:spPr>
                <a:xfrm>
                  <a:off x="-6329942" y="3131780"/>
                  <a:ext cx="518400" cy="293040"/>
                </a:xfrm>
                <a:custGeom>
                  <a:rect b="b" l="l" r="r" t="t"/>
                  <a:pathLst>
                    <a:path extrusionOk="0" h="814" w="1440">
                      <a:moveTo>
                        <a:pt x="1440" y="0"/>
                      </a:moveTo>
                      <a:lnTo>
                        <a:pt x="1440" y="0"/>
                      </a:lnTo>
                      <a:cubicBezTo>
                        <a:pt x="1440" y="400"/>
                        <a:pt x="1119" y="720"/>
                        <a:pt x="720" y="720"/>
                      </a:cubicBezTo>
                      <a:cubicBezTo>
                        <a:pt x="320" y="720"/>
                        <a:pt x="0" y="400"/>
                        <a:pt x="0" y="0"/>
                      </a:cubicBezTo>
                      <a:cubicBezTo>
                        <a:pt x="0" y="400"/>
                        <a:pt x="300" y="814"/>
                        <a:pt x="735" y="814"/>
                      </a:cubicBezTo>
                      <a:cubicBezTo>
                        <a:pt x="1164" y="814"/>
                        <a:pt x="1440" y="400"/>
                        <a:pt x="1440" y="0"/>
                      </a:cubicBezTo>
                      <a:moveTo>
                        <a:pt x="0" y="0"/>
                      </a:moveTo>
                      <a:lnTo>
                        <a:pt x="0" y="0"/>
                      </a:lnTo>
                      <a:moveTo>
                        <a:pt x="1440" y="0"/>
                      </a:moveTo>
                      <a:lnTo>
                        <a:pt x="1440" y="0"/>
                      </a:ln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0" name="Google Shape;1400;p29"/>
                <p:cNvSpPr/>
                <p:nvPr/>
              </p:nvSpPr>
              <p:spPr>
                <a:xfrm>
                  <a:off x="-6329942" y="2872220"/>
                  <a:ext cx="518400" cy="518760"/>
                </a:xfrm>
                <a:custGeom>
                  <a:rect b="b" l="l" r="r" t="t"/>
                  <a:pathLst>
                    <a:path extrusionOk="0" h="1441" w="1440">
                      <a:moveTo>
                        <a:pt x="1440" y="721"/>
                      </a:moveTo>
                      <a:lnTo>
                        <a:pt x="1440" y="721"/>
                      </a:lnTo>
                      <a:cubicBezTo>
                        <a:pt x="1440" y="1121"/>
                        <a:pt x="1119" y="1441"/>
                        <a:pt x="720" y="1441"/>
                      </a:cubicBezTo>
                      <a:cubicBezTo>
                        <a:pt x="320" y="1441"/>
                        <a:pt x="0" y="1121"/>
                        <a:pt x="0" y="721"/>
                      </a:cubicBezTo>
                      <a:cubicBezTo>
                        <a:pt x="0" y="321"/>
                        <a:pt x="320" y="0"/>
                        <a:pt x="720" y="0"/>
                      </a:cubicBezTo>
                      <a:cubicBezTo>
                        <a:pt x="1119" y="0"/>
                        <a:pt x="1440" y="321"/>
                        <a:pt x="1440"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1" name="Google Shape;1401;p29"/>
                <p:cNvSpPr/>
                <p:nvPr/>
              </p:nvSpPr>
              <p:spPr>
                <a:xfrm>
                  <a:off x="-6266222" y="2936300"/>
                  <a:ext cx="414000" cy="414000"/>
                </a:xfrm>
                <a:custGeom>
                  <a:rect b="b" l="l" r="r" t="t"/>
                  <a:pathLst>
                    <a:path extrusionOk="0" h="1150" w="1150">
                      <a:moveTo>
                        <a:pt x="1017" y="0"/>
                      </a:moveTo>
                      <a:lnTo>
                        <a:pt x="1017" y="0"/>
                      </a:lnTo>
                      <a:cubicBezTo>
                        <a:pt x="0" y="1017"/>
                        <a:pt x="0" y="1017"/>
                        <a:pt x="0" y="1017"/>
                      </a:cubicBezTo>
                      <a:cubicBezTo>
                        <a:pt x="45" y="1066"/>
                        <a:pt x="99" y="1110"/>
                        <a:pt x="153" y="1150"/>
                      </a:cubicBezTo>
                      <a:cubicBezTo>
                        <a:pt x="1150" y="153"/>
                        <a:pt x="1150" y="153"/>
                        <a:pt x="1150" y="153"/>
                      </a:cubicBezTo>
                      <a:cubicBezTo>
                        <a:pt x="1111" y="94"/>
                        <a:pt x="1066" y="45"/>
                        <a:pt x="1017"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2" name="Google Shape;1402;p29"/>
                <p:cNvSpPr/>
                <p:nvPr/>
              </p:nvSpPr>
              <p:spPr>
                <a:xfrm>
                  <a:off x="-6329942" y="3131780"/>
                  <a:ext cx="518400" cy="0"/>
                </a:xfrm>
                <a:custGeom>
                  <a:rect b="b" l="l" r="r" t="t"/>
                  <a:pathLst>
                    <a:path extrusionOk="0" h="120000" w="1440">
                      <a:moveTo>
                        <a:pt x="1440" y="0"/>
                      </a:moveTo>
                      <a:lnTo>
                        <a:pt x="1440" y="0"/>
                      </a:lnTo>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3" name="Google Shape;1403;p29"/>
                <p:cNvSpPr/>
                <p:nvPr/>
              </p:nvSpPr>
              <p:spPr>
                <a:xfrm>
                  <a:off x="-6266222" y="2936300"/>
                  <a:ext cx="414000" cy="414000"/>
                </a:xfrm>
                <a:custGeom>
                  <a:rect b="b" l="l" r="r" t="t"/>
                  <a:pathLst>
                    <a:path extrusionOk="0" h="1150" w="1150">
                      <a:moveTo>
                        <a:pt x="20" y="997"/>
                      </a:moveTo>
                      <a:lnTo>
                        <a:pt x="20" y="997"/>
                      </a:lnTo>
                      <a:cubicBezTo>
                        <a:pt x="0" y="1017"/>
                        <a:pt x="0" y="1017"/>
                        <a:pt x="0" y="1017"/>
                      </a:cubicBezTo>
                      <a:cubicBezTo>
                        <a:pt x="45" y="1066"/>
                        <a:pt x="99" y="1110"/>
                        <a:pt x="153" y="1150"/>
                      </a:cubicBezTo>
                      <a:cubicBezTo>
                        <a:pt x="173" y="1125"/>
                        <a:pt x="173" y="1125"/>
                        <a:pt x="173" y="1125"/>
                      </a:cubicBezTo>
                      <a:cubicBezTo>
                        <a:pt x="119" y="1090"/>
                        <a:pt x="64" y="1046"/>
                        <a:pt x="20" y="997"/>
                      </a:cubicBezTo>
                      <a:moveTo>
                        <a:pt x="1017" y="0"/>
                      </a:moveTo>
                      <a:lnTo>
                        <a:pt x="1017" y="0"/>
                      </a:lnTo>
                      <a:cubicBezTo>
                        <a:pt x="997" y="20"/>
                        <a:pt x="997" y="20"/>
                        <a:pt x="997" y="20"/>
                      </a:cubicBezTo>
                      <a:cubicBezTo>
                        <a:pt x="1046" y="64"/>
                        <a:pt x="1091" y="118"/>
                        <a:pt x="1125" y="173"/>
                      </a:cubicBezTo>
                      <a:cubicBezTo>
                        <a:pt x="1150" y="153"/>
                        <a:pt x="1150" y="153"/>
                        <a:pt x="1150" y="153"/>
                      </a:cubicBezTo>
                      <a:cubicBezTo>
                        <a:pt x="1111" y="94"/>
                        <a:pt x="1066" y="45"/>
                        <a:pt x="1017"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4" name="Google Shape;1404;p29"/>
                <p:cNvSpPr/>
                <p:nvPr/>
              </p:nvSpPr>
              <p:spPr>
                <a:xfrm>
                  <a:off x="-5481062" y="2817140"/>
                  <a:ext cx="628920" cy="628920"/>
                </a:xfrm>
                <a:custGeom>
                  <a:rect b="b" l="l" r="r" t="t"/>
                  <a:pathLst>
                    <a:path extrusionOk="0" h="1747" w="1747">
                      <a:moveTo>
                        <a:pt x="1747" y="874"/>
                      </a:moveTo>
                      <a:lnTo>
                        <a:pt x="1747" y="874"/>
                      </a:lnTo>
                      <a:cubicBezTo>
                        <a:pt x="1747" y="1358"/>
                        <a:pt x="1357" y="1747"/>
                        <a:pt x="874" y="1747"/>
                      </a:cubicBezTo>
                      <a:cubicBezTo>
                        <a:pt x="390" y="1747"/>
                        <a:pt x="0" y="1358"/>
                        <a:pt x="0" y="874"/>
                      </a:cubicBezTo>
                      <a:cubicBezTo>
                        <a:pt x="0" y="390"/>
                        <a:pt x="390" y="0"/>
                        <a:pt x="874" y="0"/>
                      </a:cubicBezTo>
                      <a:cubicBezTo>
                        <a:pt x="1357" y="0"/>
                        <a:pt x="1747" y="390"/>
                        <a:pt x="1747" y="874"/>
                      </a:cubicBez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5" name="Google Shape;1405;p29"/>
                <p:cNvSpPr/>
                <p:nvPr/>
              </p:nvSpPr>
              <p:spPr>
                <a:xfrm>
                  <a:off x="-5425982" y="3131780"/>
                  <a:ext cx="518760" cy="293040"/>
                </a:xfrm>
                <a:custGeom>
                  <a:rect b="b" l="l" r="r" t="t"/>
                  <a:pathLst>
                    <a:path extrusionOk="0" h="814" w="1441">
                      <a:moveTo>
                        <a:pt x="0" y="0"/>
                      </a:moveTo>
                      <a:lnTo>
                        <a:pt x="0" y="0"/>
                      </a:lnTo>
                      <a:moveTo>
                        <a:pt x="1441" y="0"/>
                      </a:moveTo>
                      <a:lnTo>
                        <a:pt x="1441" y="0"/>
                      </a:lnTo>
                      <a:cubicBezTo>
                        <a:pt x="1441" y="237"/>
                        <a:pt x="1327" y="449"/>
                        <a:pt x="1150" y="577"/>
                      </a:cubicBezTo>
                      <a:cubicBezTo>
                        <a:pt x="1031" y="666"/>
                        <a:pt x="883" y="720"/>
                        <a:pt x="721" y="720"/>
                      </a:cubicBezTo>
                      <a:cubicBezTo>
                        <a:pt x="326" y="720"/>
                        <a:pt x="0" y="400"/>
                        <a:pt x="0" y="0"/>
                      </a:cubicBezTo>
                      <a:cubicBezTo>
                        <a:pt x="0" y="400"/>
                        <a:pt x="306" y="814"/>
                        <a:pt x="735" y="814"/>
                      </a:cubicBezTo>
                      <a:cubicBezTo>
                        <a:pt x="1170" y="814"/>
                        <a:pt x="1441" y="400"/>
                        <a:pt x="1441" y="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6" name="Google Shape;1406;p29"/>
                <p:cNvSpPr/>
                <p:nvPr/>
              </p:nvSpPr>
              <p:spPr>
                <a:xfrm>
                  <a:off x="-5425982" y="2872220"/>
                  <a:ext cx="518760" cy="518760"/>
                </a:xfrm>
                <a:custGeom>
                  <a:rect b="b" l="l" r="r" t="t"/>
                  <a:pathLst>
                    <a:path extrusionOk="0" h="1441" w="1441">
                      <a:moveTo>
                        <a:pt x="1441" y="721"/>
                      </a:moveTo>
                      <a:lnTo>
                        <a:pt x="1441" y="721"/>
                      </a:lnTo>
                      <a:cubicBezTo>
                        <a:pt x="1441" y="1121"/>
                        <a:pt x="1120" y="1441"/>
                        <a:pt x="721" y="1441"/>
                      </a:cubicBezTo>
                      <a:cubicBezTo>
                        <a:pt x="326" y="1441"/>
                        <a:pt x="0" y="1121"/>
                        <a:pt x="0" y="721"/>
                      </a:cubicBezTo>
                      <a:cubicBezTo>
                        <a:pt x="0" y="321"/>
                        <a:pt x="326" y="0"/>
                        <a:pt x="721" y="0"/>
                      </a:cubicBezTo>
                      <a:cubicBezTo>
                        <a:pt x="1120" y="0"/>
                        <a:pt x="1441" y="321"/>
                        <a:pt x="1441" y="721"/>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7" name="Google Shape;1407;p29"/>
                <p:cNvSpPr/>
                <p:nvPr/>
              </p:nvSpPr>
              <p:spPr>
                <a:xfrm>
                  <a:off x="-5361903" y="2936300"/>
                  <a:ext cx="413640" cy="414000"/>
                </a:xfrm>
                <a:custGeom>
                  <a:rect b="b" l="l" r="r" t="t"/>
                  <a:pathLst>
                    <a:path extrusionOk="0" h="1150" w="1149">
                      <a:moveTo>
                        <a:pt x="1016" y="0"/>
                      </a:moveTo>
                      <a:lnTo>
                        <a:pt x="1016" y="0"/>
                      </a:lnTo>
                      <a:cubicBezTo>
                        <a:pt x="0" y="1017"/>
                        <a:pt x="0" y="1017"/>
                        <a:pt x="0" y="1017"/>
                      </a:cubicBezTo>
                      <a:cubicBezTo>
                        <a:pt x="44" y="1066"/>
                        <a:pt x="98" y="1110"/>
                        <a:pt x="153" y="1150"/>
                      </a:cubicBezTo>
                      <a:cubicBezTo>
                        <a:pt x="1149" y="153"/>
                        <a:pt x="1149" y="153"/>
                        <a:pt x="1149" y="153"/>
                      </a:cubicBezTo>
                      <a:cubicBezTo>
                        <a:pt x="1115" y="94"/>
                        <a:pt x="1070" y="45"/>
                        <a:pt x="1016" y="0"/>
                      </a:cubicBezTo>
                      <a:close/>
                    </a:path>
                  </a:pathLst>
                </a:custGeom>
                <a:solidFill>
                  <a:srgbClr val="26272A">
                    <a:alpha val="94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8" name="Google Shape;1408;p29"/>
                <p:cNvSpPr/>
                <p:nvPr/>
              </p:nvSpPr>
              <p:spPr>
                <a:xfrm>
                  <a:off x="-5425982" y="3131780"/>
                  <a:ext cx="0" cy="0"/>
                </a:xfrm>
                <a:custGeom>
                  <a:rect b="b" l="l" r="r" t="t"/>
                  <a:pathLst>
                    <a:path extrusionOk="0" h="120000" w="120000">
                      <a:moveTo>
                        <a:pt x="0" y="0"/>
                      </a:moveTo>
                      <a:lnTo>
                        <a:pt x="0" y="0"/>
                      </a:lnTo>
                      <a:close/>
                    </a:path>
                  </a:pathLst>
                </a:custGeom>
                <a:solidFill>
                  <a:srgbClr val="FFFFFF"/>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09" name="Google Shape;1409;p29"/>
                <p:cNvSpPr/>
                <p:nvPr/>
              </p:nvSpPr>
              <p:spPr>
                <a:xfrm>
                  <a:off x="-5361903" y="2936300"/>
                  <a:ext cx="413640" cy="414000"/>
                </a:xfrm>
                <a:custGeom>
                  <a:rect b="b" l="l" r="r" t="t"/>
                  <a:pathLst>
                    <a:path extrusionOk="0" h="1150" w="1149">
                      <a:moveTo>
                        <a:pt x="24" y="997"/>
                      </a:moveTo>
                      <a:lnTo>
                        <a:pt x="24" y="997"/>
                      </a:lnTo>
                      <a:cubicBezTo>
                        <a:pt x="0" y="1017"/>
                        <a:pt x="0" y="1017"/>
                        <a:pt x="0" y="1017"/>
                      </a:cubicBezTo>
                      <a:cubicBezTo>
                        <a:pt x="44" y="1066"/>
                        <a:pt x="98" y="1110"/>
                        <a:pt x="153" y="1150"/>
                      </a:cubicBezTo>
                      <a:cubicBezTo>
                        <a:pt x="177" y="1125"/>
                        <a:pt x="177" y="1125"/>
                        <a:pt x="177" y="1125"/>
                      </a:cubicBezTo>
                      <a:cubicBezTo>
                        <a:pt x="118" y="1090"/>
                        <a:pt x="69" y="1046"/>
                        <a:pt x="24" y="997"/>
                      </a:cubicBezTo>
                      <a:moveTo>
                        <a:pt x="1016" y="0"/>
                      </a:moveTo>
                      <a:lnTo>
                        <a:pt x="1016" y="0"/>
                      </a:lnTo>
                      <a:cubicBezTo>
                        <a:pt x="996" y="20"/>
                        <a:pt x="996" y="20"/>
                        <a:pt x="996" y="20"/>
                      </a:cubicBezTo>
                      <a:cubicBezTo>
                        <a:pt x="1046" y="64"/>
                        <a:pt x="1090" y="118"/>
                        <a:pt x="1130" y="173"/>
                      </a:cubicBezTo>
                      <a:cubicBezTo>
                        <a:pt x="1149" y="153"/>
                        <a:pt x="1149" y="153"/>
                        <a:pt x="1149" y="153"/>
                      </a:cubicBezTo>
                      <a:cubicBezTo>
                        <a:pt x="1115" y="94"/>
                        <a:pt x="1070" y="45"/>
                        <a:pt x="1016" y="0"/>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0" name="Google Shape;1410;p29"/>
                <p:cNvSpPr/>
                <p:nvPr/>
              </p:nvSpPr>
              <p:spPr>
                <a:xfrm>
                  <a:off x="-7312023" y="-546700"/>
                  <a:ext cx="2482920" cy="0"/>
                </a:xfrm>
                <a:custGeom>
                  <a:rect b="b" l="l" r="r" t="t"/>
                  <a:pathLst>
                    <a:path extrusionOk="0" h="120000" w="6897">
                      <a:moveTo>
                        <a:pt x="6897" y="0"/>
                      </a:moveTo>
                      <a:lnTo>
                        <a:pt x="6897" y="0"/>
                      </a:lnTo>
                      <a:moveTo>
                        <a:pt x="6892" y="0"/>
                      </a:moveTo>
                      <a:lnTo>
                        <a:pt x="6892" y="0"/>
                      </a:lnTo>
                      <a:moveTo>
                        <a:pt x="6892" y="0"/>
                      </a:moveTo>
                      <a:lnTo>
                        <a:pt x="6892" y="0"/>
                      </a:lnTo>
                      <a:moveTo>
                        <a:pt x="6887" y="0"/>
                      </a:moveTo>
                      <a:lnTo>
                        <a:pt x="6887" y="0"/>
                      </a:lnTo>
                      <a:cubicBezTo>
                        <a:pt x="10" y="0"/>
                        <a:pt x="10" y="0"/>
                        <a:pt x="10" y="0"/>
                      </a:cubicBezTo>
                      <a:cubicBezTo>
                        <a:pt x="5" y="0"/>
                        <a:pt x="5" y="0"/>
                        <a:pt x="0" y="0"/>
                      </a:cubicBezTo>
                      <a:lnTo>
                        <a:pt x="0" y="0"/>
                      </a:lnTo>
                      <a:cubicBezTo>
                        <a:pt x="5" y="0"/>
                        <a:pt x="5" y="0"/>
                        <a:pt x="10" y="0"/>
                      </a:cubicBezTo>
                      <a:cubicBezTo>
                        <a:pt x="6887" y="0"/>
                        <a:pt x="6887" y="0"/>
                        <a:pt x="6887" y="0"/>
                      </a:cubicBezTo>
                      <a:cubicBezTo>
                        <a:pt x="6892" y="0"/>
                        <a:pt x="6892" y="0"/>
                        <a:pt x="6892" y="0"/>
                      </a:cubicBezTo>
                      <a:lnTo>
                        <a:pt x="6887" y="0"/>
                      </a:lnTo>
                      <a:close/>
                    </a:path>
                  </a:pathLst>
                </a:custGeom>
                <a:solidFill>
                  <a:srgbClr val="C1CFD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1" name="Google Shape;1411;p29"/>
                <p:cNvSpPr/>
                <p:nvPr/>
              </p:nvSpPr>
              <p:spPr>
                <a:xfrm>
                  <a:off x="-7486262" y="-546700"/>
                  <a:ext cx="2831400" cy="4248720"/>
                </a:xfrm>
                <a:custGeom>
                  <a:rect b="b" l="l" r="r" t="t"/>
                  <a:pathLst>
                    <a:path extrusionOk="0" h="11802" w="7865">
                      <a:moveTo>
                        <a:pt x="0" y="11314"/>
                      </a:moveTo>
                      <a:lnTo>
                        <a:pt x="0" y="11314"/>
                      </a:lnTo>
                      <a:moveTo>
                        <a:pt x="0" y="11314"/>
                      </a:moveTo>
                      <a:lnTo>
                        <a:pt x="0" y="11314"/>
                      </a:lnTo>
                      <a:moveTo>
                        <a:pt x="0" y="11308"/>
                      </a:moveTo>
                      <a:lnTo>
                        <a:pt x="0" y="11308"/>
                      </a:lnTo>
                      <a:moveTo>
                        <a:pt x="7386" y="0"/>
                      </a:moveTo>
                      <a:lnTo>
                        <a:pt x="7386" y="0"/>
                      </a:lnTo>
                      <a:cubicBezTo>
                        <a:pt x="7529" y="5"/>
                        <a:pt x="7657" y="69"/>
                        <a:pt x="7746" y="173"/>
                      </a:cubicBezTo>
                      <a:cubicBezTo>
                        <a:pt x="7638" y="336"/>
                        <a:pt x="7638" y="336"/>
                        <a:pt x="7638" y="336"/>
                      </a:cubicBezTo>
                      <a:cubicBezTo>
                        <a:pt x="7697" y="414"/>
                        <a:pt x="7731" y="508"/>
                        <a:pt x="7731" y="616"/>
                      </a:cubicBezTo>
                      <a:cubicBezTo>
                        <a:pt x="7731" y="11185"/>
                        <a:pt x="7731" y="11185"/>
                        <a:pt x="7731" y="11185"/>
                      </a:cubicBezTo>
                      <a:cubicBezTo>
                        <a:pt x="7731" y="11451"/>
                        <a:pt x="7514" y="11664"/>
                        <a:pt x="7253" y="11664"/>
                      </a:cubicBezTo>
                      <a:cubicBezTo>
                        <a:pt x="612" y="11664"/>
                        <a:pt x="612" y="11664"/>
                        <a:pt x="612" y="11664"/>
                      </a:cubicBezTo>
                      <a:cubicBezTo>
                        <a:pt x="430" y="11664"/>
                        <a:pt x="267" y="11560"/>
                        <a:pt x="188" y="11407"/>
                      </a:cubicBezTo>
                      <a:cubicBezTo>
                        <a:pt x="74" y="11570"/>
                        <a:pt x="74" y="11570"/>
                        <a:pt x="74" y="11570"/>
                      </a:cubicBezTo>
                      <a:cubicBezTo>
                        <a:pt x="30" y="11496"/>
                        <a:pt x="0" y="11407"/>
                        <a:pt x="0" y="11314"/>
                      </a:cubicBezTo>
                      <a:cubicBezTo>
                        <a:pt x="0" y="11585"/>
                        <a:pt x="222" y="11802"/>
                        <a:pt x="494" y="11802"/>
                      </a:cubicBezTo>
                      <a:cubicBezTo>
                        <a:pt x="7371" y="11802"/>
                        <a:pt x="7371" y="11802"/>
                        <a:pt x="7371" y="11802"/>
                      </a:cubicBezTo>
                      <a:cubicBezTo>
                        <a:pt x="7647" y="11802"/>
                        <a:pt x="7865" y="11580"/>
                        <a:pt x="7865" y="11308"/>
                      </a:cubicBezTo>
                      <a:cubicBezTo>
                        <a:pt x="7865" y="493"/>
                        <a:pt x="7865" y="493"/>
                        <a:pt x="7865" y="493"/>
                      </a:cubicBezTo>
                      <a:cubicBezTo>
                        <a:pt x="7865" y="227"/>
                        <a:pt x="7653" y="5"/>
                        <a:pt x="7386" y="0"/>
                      </a:cubicBezTo>
                      <a:moveTo>
                        <a:pt x="7381" y="0"/>
                      </a:moveTo>
                      <a:lnTo>
                        <a:pt x="7381" y="0"/>
                      </a:lnTo>
                      <a:moveTo>
                        <a:pt x="7381" y="0"/>
                      </a:moveTo>
                      <a:lnTo>
                        <a:pt x="7381" y="0"/>
                      </a:lnTo>
                      <a:moveTo>
                        <a:pt x="7381" y="0"/>
                      </a:move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2" name="Google Shape;1412;p29"/>
                <p:cNvSpPr/>
                <p:nvPr/>
              </p:nvSpPr>
              <p:spPr>
                <a:xfrm>
                  <a:off x="-7312023" y="-546700"/>
                  <a:ext cx="2482920" cy="0"/>
                </a:xfrm>
                <a:custGeom>
                  <a:rect b="b" l="l" r="r" t="t"/>
                  <a:pathLst>
                    <a:path extrusionOk="0" h="120000" w="6897">
                      <a:moveTo>
                        <a:pt x="6887" y="0"/>
                      </a:moveTo>
                      <a:lnTo>
                        <a:pt x="6887" y="0"/>
                      </a:lnTo>
                      <a:cubicBezTo>
                        <a:pt x="10" y="0"/>
                        <a:pt x="10" y="0"/>
                        <a:pt x="10" y="0"/>
                      </a:cubicBezTo>
                      <a:cubicBezTo>
                        <a:pt x="5" y="0"/>
                        <a:pt x="5" y="0"/>
                        <a:pt x="0" y="0"/>
                      </a:cubicBezTo>
                      <a:cubicBezTo>
                        <a:pt x="6897" y="0"/>
                        <a:pt x="6897" y="0"/>
                        <a:pt x="6897" y="0"/>
                      </a:cubicBezTo>
                      <a:lnTo>
                        <a:pt x="6897" y="0"/>
                      </a:lnTo>
                      <a:cubicBezTo>
                        <a:pt x="6892" y="0"/>
                        <a:pt x="6892" y="0"/>
                        <a:pt x="6892" y="0"/>
                      </a:cubicBezTo>
                      <a:lnTo>
                        <a:pt x="6892" y="0"/>
                      </a:lnTo>
                      <a:lnTo>
                        <a:pt x="6892" y="0"/>
                      </a:lnTo>
                      <a:lnTo>
                        <a:pt x="6892" y="0"/>
                      </a:lnTo>
                      <a:lnTo>
                        <a:pt x="6892" y="0"/>
                      </a:lnTo>
                      <a:lnTo>
                        <a:pt x="6887" y="0"/>
                      </a:lnTo>
                      <a:close/>
                    </a:path>
                  </a:pathLst>
                </a:custGeom>
                <a:solidFill>
                  <a:srgbClr val="B8C7D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3" name="Google Shape;1413;p29"/>
                <p:cNvSpPr/>
                <p:nvPr/>
              </p:nvSpPr>
              <p:spPr>
                <a:xfrm>
                  <a:off x="-7486262" y="-546700"/>
                  <a:ext cx="2788560" cy="4165200"/>
                </a:xfrm>
                <a:custGeom>
                  <a:rect b="b" l="l" r="r" t="t"/>
                  <a:pathLst>
                    <a:path extrusionOk="0" h="11570" w="7746">
                      <a:moveTo>
                        <a:pt x="7381" y="0"/>
                      </a:moveTo>
                      <a:lnTo>
                        <a:pt x="7381" y="0"/>
                      </a:lnTo>
                      <a:cubicBezTo>
                        <a:pt x="484" y="0"/>
                        <a:pt x="484" y="0"/>
                        <a:pt x="484" y="0"/>
                      </a:cubicBezTo>
                      <a:cubicBezTo>
                        <a:pt x="217" y="5"/>
                        <a:pt x="0" y="222"/>
                        <a:pt x="0" y="493"/>
                      </a:cubicBezTo>
                      <a:cubicBezTo>
                        <a:pt x="0" y="11308"/>
                        <a:pt x="0" y="11308"/>
                        <a:pt x="0" y="11308"/>
                      </a:cubicBezTo>
                      <a:lnTo>
                        <a:pt x="0" y="11308"/>
                      </a:lnTo>
                      <a:lnTo>
                        <a:pt x="0" y="11308"/>
                      </a:lnTo>
                      <a:cubicBezTo>
                        <a:pt x="0" y="11314"/>
                        <a:pt x="0" y="11314"/>
                        <a:pt x="0" y="11314"/>
                      </a:cubicBezTo>
                      <a:lnTo>
                        <a:pt x="0" y="11314"/>
                      </a:lnTo>
                      <a:lnTo>
                        <a:pt x="0" y="11314"/>
                      </a:lnTo>
                      <a:lnTo>
                        <a:pt x="0" y="11314"/>
                      </a:lnTo>
                      <a:lnTo>
                        <a:pt x="0" y="11314"/>
                      </a:lnTo>
                      <a:cubicBezTo>
                        <a:pt x="0" y="11407"/>
                        <a:pt x="30" y="11496"/>
                        <a:pt x="74" y="11570"/>
                      </a:cubicBezTo>
                      <a:cubicBezTo>
                        <a:pt x="188" y="11407"/>
                        <a:pt x="188" y="11407"/>
                        <a:pt x="188" y="11407"/>
                      </a:cubicBezTo>
                      <a:cubicBezTo>
                        <a:pt x="153" y="11338"/>
                        <a:pt x="134" y="11264"/>
                        <a:pt x="134" y="11185"/>
                      </a:cubicBezTo>
                      <a:cubicBezTo>
                        <a:pt x="134" y="616"/>
                        <a:pt x="134" y="616"/>
                        <a:pt x="134" y="616"/>
                      </a:cubicBezTo>
                      <a:cubicBezTo>
                        <a:pt x="134" y="350"/>
                        <a:pt x="351" y="138"/>
                        <a:pt x="612" y="138"/>
                      </a:cubicBezTo>
                      <a:cubicBezTo>
                        <a:pt x="7253" y="138"/>
                        <a:pt x="7253" y="138"/>
                        <a:pt x="7253" y="138"/>
                      </a:cubicBezTo>
                      <a:cubicBezTo>
                        <a:pt x="7410" y="138"/>
                        <a:pt x="7549" y="217"/>
                        <a:pt x="7638" y="336"/>
                      </a:cubicBezTo>
                      <a:cubicBezTo>
                        <a:pt x="7746" y="173"/>
                        <a:pt x="7746" y="173"/>
                        <a:pt x="7746" y="173"/>
                      </a:cubicBezTo>
                      <a:cubicBezTo>
                        <a:pt x="7657" y="69"/>
                        <a:pt x="7529" y="5"/>
                        <a:pt x="7386" y="0"/>
                      </a:cubicBezTo>
                      <a:lnTo>
                        <a:pt x="7381" y="0"/>
                      </a:lnTo>
                      <a:close/>
                    </a:path>
                  </a:pathLst>
                </a:custGeom>
                <a:solidFill>
                  <a:schemeClr val="accent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414" name="Google Shape;1414;p29"/>
            <p:cNvGrpSpPr/>
            <p:nvPr/>
          </p:nvGrpSpPr>
          <p:grpSpPr>
            <a:xfrm>
              <a:off x="7796120" y="3393881"/>
              <a:ext cx="1593185" cy="1099293"/>
              <a:chOff x="-13314515" y="6334750"/>
              <a:chExt cx="7550640" cy="5209920"/>
            </a:xfrm>
          </p:grpSpPr>
          <p:sp>
            <p:nvSpPr>
              <p:cNvPr id="1415" name="Google Shape;1415;p29"/>
              <p:cNvSpPr/>
              <p:nvPr/>
            </p:nvSpPr>
            <p:spPr>
              <a:xfrm>
                <a:off x="-12968555" y="6681790"/>
                <a:ext cx="4421520" cy="4515480"/>
              </a:xfrm>
              <a:custGeom>
                <a:rect b="b" l="l" r="r" t="t"/>
                <a:pathLst>
                  <a:path extrusionOk="0" h="12543" w="12282">
                    <a:moveTo>
                      <a:pt x="6511" y="0"/>
                    </a:moveTo>
                    <a:lnTo>
                      <a:pt x="6511" y="0"/>
                    </a:lnTo>
                    <a:cubicBezTo>
                      <a:pt x="3031" y="0"/>
                      <a:pt x="73" y="2925"/>
                      <a:pt x="2" y="6307"/>
                    </a:cubicBezTo>
                    <a:cubicBezTo>
                      <a:pt x="-96" y="10964"/>
                      <a:pt x="3134" y="12543"/>
                      <a:pt x="6511" y="12543"/>
                    </a:cubicBezTo>
                    <a:cubicBezTo>
                      <a:pt x="8952" y="12543"/>
                      <a:pt x="10465" y="11966"/>
                      <a:pt x="11233" y="11171"/>
                    </a:cubicBezTo>
                    <a:cubicBezTo>
                      <a:pt x="12616" y="9738"/>
                      <a:pt x="12257" y="8774"/>
                      <a:pt x="12192" y="6895"/>
                    </a:cubicBezTo>
                    <a:cubicBezTo>
                      <a:pt x="10149" y="6895"/>
                      <a:pt x="10149" y="6895"/>
                      <a:pt x="10149" y="6895"/>
                    </a:cubicBezTo>
                    <a:cubicBezTo>
                      <a:pt x="10252" y="7451"/>
                      <a:pt x="10378" y="8132"/>
                      <a:pt x="9762" y="8965"/>
                    </a:cubicBezTo>
                    <a:cubicBezTo>
                      <a:pt x="9480" y="9352"/>
                      <a:pt x="9170" y="9635"/>
                      <a:pt x="8756" y="9836"/>
                    </a:cubicBezTo>
                    <a:cubicBezTo>
                      <a:pt x="8227" y="10092"/>
                      <a:pt x="7530" y="10207"/>
                      <a:pt x="6489" y="10207"/>
                    </a:cubicBezTo>
                    <a:lnTo>
                      <a:pt x="6489" y="10207"/>
                    </a:lnTo>
                    <a:lnTo>
                      <a:pt x="6489" y="10207"/>
                    </a:lnTo>
                    <a:cubicBezTo>
                      <a:pt x="6250" y="10207"/>
                      <a:pt x="6016" y="10190"/>
                      <a:pt x="5781" y="10153"/>
                    </a:cubicBezTo>
                    <a:cubicBezTo>
                      <a:pt x="3951" y="9880"/>
                      <a:pt x="2426" y="8540"/>
                      <a:pt x="2426" y="6290"/>
                    </a:cubicBezTo>
                    <a:cubicBezTo>
                      <a:pt x="2426" y="5807"/>
                      <a:pt x="2508" y="5338"/>
                      <a:pt x="2666" y="4908"/>
                    </a:cubicBezTo>
                    <a:cubicBezTo>
                      <a:pt x="2481" y="4799"/>
                      <a:pt x="2317" y="4652"/>
                      <a:pt x="2181" y="4477"/>
                    </a:cubicBezTo>
                    <a:cubicBezTo>
                      <a:pt x="1582" y="3682"/>
                      <a:pt x="1811" y="2500"/>
                      <a:pt x="2688" y="1835"/>
                    </a:cubicBezTo>
                    <a:cubicBezTo>
                      <a:pt x="3080" y="1542"/>
                      <a:pt x="3527" y="1400"/>
                      <a:pt x="3962" y="1400"/>
                    </a:cubicBezTo>
                    <a:cubicBezTo>
                      <a:pt x="4512" y="1400"/>
                      <a:pt x="5030" y="1628"/>
                      <a:pt x="5368" y="2070"/>
                    </a:cubicBezTo>
                    <a:cubicBezTo>
                      <a:pt x="5449" y="2184"/>
                      <a:pt x="5520" y="2304"/>
                      <a:pt x="5575" y="2430"/>
                    </a:cubicBezTo>
                    <a:cubicBezTo>
                      <a:pt x="5863" y="2369"/>
                      <a:pt x="6168" y="2337"/>
                      <a:pt x="6489" y="2337"/>
                    </a:cubicBezTo>
                    <a:lnTo>
                      <a:pt x="6489" y="2337"/>
                    </a:lnTo>
                    <a:lnTo>
                      <a:pt x="6489" y="2337"/>
                    </a:lnTo>
                    <a:cubicBezTo>
                      <a:pt x="8287" y="2337"/>
                      <a:pt x="9300" y="2723"/>
                      <a:pt x="9773" y="3492"/>
                    </a:cubicBezTo>
                    <a:cubicBezTo>
                      <a:pt x="9888" y="3633"/>
                      <a:pt x="9969" y="3791"/>
                      <a:pt x="10029" y="3960"/>
                    </a:cubicBezTo>
                    <a:cubicBezTo>
                      <a:pt x="10225" y="4515"/>
                      <a:pt x="10176" y="5191"/>
                      <a:pt x="10121" y="5725"/>
                    </a:cubicBezTo>
                    <a:cubicBezTo>
                      <a:pt x="12197" y="5725"/>
                      <a:pt x="12197" y="5725"/>
                      <a:pt x="12197" y="5725"/>
                    </a:cubicBezTo>
                    <a:cubicBezTo>
                      <a:pt x="12230" y="4178"/>
                      <a:pt x="12306" y="2876"/>
                      <a:pt x="11255" y="1754"/>
                    </a:cubicBezTo>
                    <a:cubicBezTo>
                      <a:pt x="10154" y="583"/>
                      <a:pt x="8963" y="0"/>
                      <a:pt x="6511" y="0"/>
                    </a:cubicBezTo>
                    <a:close/>
                  </a:path>
                </a:pathLst>
              </a:custGeom>
              <a:solidFill>
                <a:srgbClr val="ABCFF3">
                  <a:alpha val="22490"/>
                </a:srgbClr>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6" name="Google Shape;1416;p29"/>
              <p:cNvSpPr/>
              <p:nvPr/>
            </p:nvSpPr>
            <p:spPr>
              <a:xfrm>
                <a:off x="-12095195" y="7523110"/>
                <a:ext cx="2737080" cy="2833200"/>
              </a:xfrm>
              <a:custGeom>
                <a:rect b="b" l="l" r="r" t="t"/>
                <a:pathLst>
                  <a:path extrusionOk="0" h="7870" w="7603">
                    <a:moveTo>
                      <a:pt x="6330" y="7499"/>
                    </a:moveTo>
                    <a:lnTo>
                      <a:pt x="6330" y="7499"/>
                    </a:lnTo>
                    <a:cubicBezTo>
                      <a:pt x="5801" y="7755"/>
                      <a:pt x="5104" y="7870"/>
                      <a:pt x="4063" y="7870"/>
                    </a:cubicBezTo>
                    <a:lnTo>
                      <a:pt x="4063" y="7870"/>
                    </a:lnTo>
                    <a:cubicBezTo>
                      <a:pt x="5104" y="7870"/>
                      <a:pt x="5801" y="7755"/>
                      <a:pt x="6330" y="7499"/>
                    </a:cubicBezTo>
                    <a:moveTo>
                      <a:pt x="240" y="2571"/>
                    </a:moveTo>
                    <a:lnTo>
                      <a:pt x="240" y="2571"/>
                    </a:lnTo>
                    <a:cubicBezTo>
                      <a:pt x="82" y="3001"/>
                      <a:pt x="0" y="3470"/>
                      <a:pt x="0" y="3953"/>
                    </a:cubicBezTo>
                    <a:cubicBezTo>
                      <a:pt x="0" y="6203"/>
                      <a:pt x="1525" y="7543"/>
                      <a:pt x="3355" y="7816"/>
                    </a:cubicBezTo>
                    <a:cubicBezTo>
                      <a:pt x="1525" y="7543"/>
                      <a:pt x="0" y="6203"/>
                      <a:pt x="0" y="3953"/>
                    </a:cubicBezTo>
                    <a:cubicBezTo>
                      <a:pt x="0" y="3470"/>
                      <a:pt x="82" y="3001"/>
                      <a:pt x="240" y="2571"/>
                    </a:cubicBezTo>
                    <a:moveTo>
                      <a:pt x="4031" y="594"/>
                    </a:moveTo>
                    <a:lnTo>
                      <a:pt x="4031" y="594"/>
                    </a:lnTo>
                    <a:cubicBezTo>
                      <a:pt x="3769" y="594"/>
                      <a:pt x="3513" y="621"/>
                      <a:pt x="3274" y="670"/>
                    </a:cubicBezTo>
                    <a:cubicBezTo>
                      <a:pt x="3301" y="1291"/>
                      <a:pt x="3007" y="1939"/>
                      <a:pt x="2435" y="2375"/>
                    </a:cubicBezTo>
                    <a:cubicBezTo>
                      <a:pt x="2043" y="2669"/>
                      <a:pt x="1596" y="2811"/>
                      <a:pt x="1160" y="2811"/>
                    </a:cubicBezTo>
                    <a:cubicBezTo>
                      <a:pt x="1035" y="2811"/>
                      <a:pt x="910" y="2800"/>
                      <a:pt x="790" y="2773"/>
                    </a:cubicBezTo>
                    <a:cubicBezTo>
                      <a:pt x="654" y="3143"/>
                      <a:pt x="583" y="3540"/>
                      <a:pt x="583" y="3948"/>
                    </a:cubicBezTo>
                    <a:cubicBezTo>
                      <a:pt x="583" y="6099"/>
                      <a:pt x="2228" y="7276"/>
                      <a:pt x="4031" y="7276"/>
                    </a:cubicBezTo>
                    <a:cubicBezTo>
                      <a:pt x="5616" y="7276"/>
                      <a:pt x="6264" y="6966"/>
                      <a:pt x="6814" y="6219"/>
                    </a:cubicBezTo>
                    <a:cubicBezTo>
                      <a:pt x="7298" y="5560"/>
                      <a:pt x="7271" y="5015"/>
                      <a:pt x="7206" y="4558"/>
                    </a:cubicBezTo>
                    <a:cubicBezTo>
                      <a:pt x="6809" y="4558"/>
                      <a:pt x="6809" y="4558"/>
                      <a:pt x="6809" y="4558"/>
                    </a:cubicBezTo>
                    <a:lnTo>
                      <a:pt x="6809" y="4558"/>
                    </a:lnTo>
                    <a:cubicBezTo>
                      <a:pt x="6803" y="4558"/>
                      <a:pt x="6798" y="4558"/>
                      <a:pt x="6792" y="4558"/>
                    </a:cubicBezTo>
                    <a:cubicBezTo>
                      <a:pt x="6215" y="4558"/>
                      <a:pt x="5572" y="4068"/>
                      <a:pt x="4908" y="3388"/>
                    </a:cubicBezTo>
                    <a:cubicBezTo>
                      <a:pt x="7173" y="3388"/>
                      <a:pt x="7173" y="3388"/>
                      <a:pt x="7173" y="3388"/>
                    </a:cubicBezTo>
                    <a:cubicBezTo>
                      <a:pt x="7211" y="2805"/>
                      <a:pt x="7217" y="2064"/>
                      <a:pt x="6825" y="1574"/>
                    </a:cubicBezTo>
                    <a:cubicBezTo>
                      <a:pt x="6422" y="920"/>
                      <a:pt x="5556" y="594"/>
                      <a:pt x="4031" y="594"/>
                    </a:cubicBezTo>
                    <a:moveTo>
                      <a:pt x="4063" y="0"/>
                    </a:moveTo>
                    <a:lnTo>
                      <a:pt x="4063" y="0"/>
                    </a:lnTo>
                    <a:lnTo>
                      <a:pt x="4063" y="0"/>
                    </a:lnTo>
                    <a:cubicBezTo>
                      <a:pt x="5861" y="0"/>
                      <a:pt x="6874" y="386"/>
                      <a:pt x="7347" y="1155"/>
                    </a:cubicBezTo>
                    <a:cubicBezTo>
                      <a:pt x="7462" y="1296"/>
                      <a:pt x="7543" y="1454"/>
                      <a:pt x="7603" y="1623"/>
                    </a:cubicBezTo>
                    <a:cubicBezTo>
                      <a:pt x="7543" y="1454"/>
                      <a:pt x="7462" y="1296"/>
                      <a:pt x="7347" y="1155"/>
                    </a:cubicBezTo>
                    <a:cubicBezTo>
                      <a:pt x="6874" y="386"/>
                      <a:pt x="5861" y="0"/>
                      <a:pt x="4063" y="0"/>
                    </a:cubicBezTo>
                    <a:close/>
                  </a:path>
                </a:pathLst>
              </a:custGeom>
              <a:solidFill>
                <a:srgbClr val="ABCFF3">
                  <a:alpha val="50310"/>
                </a:srgbClr>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7" name="Google Shape;1417;p29"/>
              <p:cNvSpPr/>
              <p:nvPr/>
            </p:nvSpPr>
            <p:spPr>
              <a:xfrm>
                <a:off x="-11528555" y="8807590"/>
                <a:ext cx="486360" cy="330840"/>
              </a:xfrm>
              <a:custGeom>
                <a:rect b="b" l="l" r="r" t="t"/>
                <a:pathLst>
                  <a:path extrusionOk="0" h="919" w="1351">
                    <a:moveTo>
                      <a:pt x="774" y="0"/>
                    </a:moveTo>
                    <a:lnTo>
                      <a:pt x="774" y="0"/>
                    </a:lnTo>
                    <a:cubicBezTo>
                      <a:pt x="1172" y="5"/>
                      <a:pt x="1351" y="245"/>
                      <a:pt x="1351" y="462"/>
                    </a:cubicBezTo>
                    <a:cubicBezTo>
                      <a:pt x="1351" y="680"/>
                      <a:pt x="1166" y="919"/>
                      <a:pt x="768" y="919"/>
                    </a:cubicBezTo>
                    <a:cubicBezTo>
                      <a:pt x="376" y="914"/>
                      <a:pt x="0" y="685"/>
                      <a:pt x="0" y="456"/>
                    </a:cubicBezTo>
                    <a:cubicBezTo>
                      <a:pt x="6" y="228"/>
                      <a:pt x="382" y="0"/>
                      <a:pt x="774"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8" name="Google Shape;1418;p29"/>
              <p:cNvSpPr/>
              <p:nvPr/>
            </p:nvSpPr>
            <p:spPr>
              <a:xfrm>
                <a:off x="-11087195" y="8911630"/>
                <a:ext cx="96120" cy="124920"/>
              </a:xfrm>
              <a:custGeom>
                <a:rect b="b" l="l" r="r" t="t"/>
                <a:pathLst>
                  <a:path extrusionOk="0" h="347" w="267">
                    <a:moveTo>
                      <a:pt x="267" y="5"/>
                    </a:moveTo>
                    <a:lnTo>
                      <a:pt x="261" y="347"/>
                    </a:lnTo>
                    <a:lnTo>
                      <a:pt x="261" y="347"/>
                    </a:lnTo>
                    <a:lnTo>
                      <a:pt x="0" y="347"/>
                    </a:lnTo>
                    <a:lnTo>
                      <a:pt x="0" y="342"/>
                    </a:lnTo>
                    <a:lnTo>
                      <a:pt x="0" y="5"/>
                    </a:lnTo>
                    <a:lnTo>
                      <a:pt x="5" y="0"/>
                    </a:lnTo>
                    <a:lnTo>
                      <a:pt x="261" y="5"/>
                    </a:lnTo>
                    <a:lnTo>
                      <a:pt x="267" y="5"/>
                    </a:ln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19" name="Google Shape;1419;p29"/>
              <p:cNvSpPr/>
              <p:nvPr/>
            </p:nvSpPr>
            <p:spPr>
              <a:xfrm>
                <a:off x="-11061995" y="8852590"/>
                <a:ext cx="925920" cy="312120"/>
              </a:xfrm>
              <a:custGeom>
                <a:rect b="b" l="l" r="r" t="t"/>
                <a:pathLst>
                  <a:path extrusionOk="0" h="867" w="2572">
                    <a:moveTo>
                      <a:pt x="104" y="239"/>
                    </a:moveTo>
                    <a:lnTo>
                      <a:pt x="104" y="239"/>
                    </a:lnTo>
                    <a:cubicBezTo>
                      <a:pt x="88" y="249"/>
                      <a:pt x="333" y="202"/>
                      <a:pt x="622" y="407"/>
                    </a:cubicBezTo>
                    <a:cubicBezTo>
                      <a:pt x="758" y="506"/>
                      <a:pt x="850" y="663"/>
                      <a:pt x="998" y="718"/>
                    </a:cubicBezTo>
                    <a:cubicBezTo>
                      <a:pt x="1057" y="740"/>
                      <a:pt x="1183" y="751"/>
                      <a:pt x="1226" y="713"/>
                    </a:cubicBezTo>
                    <a:cubicBezTo>
                      <a:pt x="1286" y="674"/>
                      <a:pt x="1324" y="582"/>
                      <a:pt x="1352" y="489"/>
                    </a:cubicBezTo>
                    <a:cubicBezTo>
                      <a:pt x="1411" y="326"/>
                      <a:pt x="1450" y="43"/>
                      <a:pt x="1689" y="6"/>
                    </a:cubicBezTo>
                    <a:cubicBezTo>
                      <a:pt x="1891" y="-27"/>
                      <a:pt x="2081" y="87"/>
                      <a:pt x="2152" y="218"/>
                    </a:cubicBezTo>
                    <a:cubicBezTo>
                      <a:pt x="2326" y="478"/>
                      <a:pt x="2583" y="429"/>
                      <a:pt x="2572" y="440"/>
                    </a:cubicBezTo>
                    <a:cubicBezTo>
                      <a:pt x="2588" y="429"/>
                      <a:pt x="2326" y="500"/>
                      <a:pt x="2130" y="234"/>
                    </a:cubicBezTo>
                    <a:cubicBezTo>
                      <a:pt x="2044" y="109"/>
                      <a:pt x="1880" y="33"/>
                      <a:pt x="1700" y="65"/>
                    </a:cubicBezTo>
                    <a:cubicBezTo>
                      <a:pt x="1521" y="98"/>
                      <a:pt x="1493" y="331"/>
                      <a:pt x="1450" y="517"/>
                    </a:cubicBezTo>
                    <a:cubicBezTo>
                      <a:pt x="1422" y="614"/>
                      <a:pt x="1395" y="729"/>
                      <a:pt x="1292" y="810"/>
                    </a:cubicBezTo>
                    <a:cubicBezTo>
                      <a:pt x="1172" y="892"/>
                      <a:pt x="1074" y="865"/>
                      <a:pt x="960" y="849"/>
                    </a:cubicBezTo>
                    <a:cubicBezTo>
                      <a:pt x="742" y="772"/>
                      <a:pt x="638" y="603"/>
                      <a:pt x="524" y="544"/>
                    </a:cubicBezTo>
                    <a:cubicBezTo>
                      <a:pt x="300" y="397"/>
                      <a:pt x="93" y="445"/>
                      <a:pt x="93" y="434"/>
                    </a:cubicBezTo>
                    <a:cubicBezTo>
                      <a:pt x="39" y="429"/>
                      <a:pt x="-5" y="386"/>
                      <a:pt x="1" y="331"/>
                    </a:cubicBezTo>
                    <a:cubicBezTo>
                      <a:pt x="1" y="277"/>
                      <a:pt x="50" y="234"/>
                      <a:pt x="104" y="239"/>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0" name="Google Shape;1420;p29"/>
              <p:cNvSpPr/>
              <p:nvPr/>
            </p:nvSpPr>
            <p:spPr>
              <a:xfrm>
                <a:off x="-13314515" y="6334750"/>
                <a:ext cx="4966200" cy="5209920"/>
              </a:xfrm>
              <a:custGeom>
                <a:rect b="b" l="l" r="r" t="t"/>
                <a:pathLst>
                  <a:path extrusionOk="0" h="14472" w="13795">
                    <a:moveTo>
                      <a:pt x="7472" y="0"/>
                    </a:moveTo>
                    <a:lnTo>
                      <a:pt x="7472" y="0"/>
                    </a:lnTo>
                    <a:cubicBezTo>
                      <a:pt x="3000" y="0"/>
                      <a:pt x="0" y="3361"/>
                      <a:pt x="0" y="7271"/>
                    </a:cubicBezTo>
                    <a:cubicBezTo>
                      <a:pt x="0" y="11928"/>
                      <a:pt x="3562" y="14472"/>
                      <a:pt x="7472" y="14472"/>
                    </a:cubicBezTo>
                    <a:cubicBezTo>
                      <a:pt x="10511" y="14472"/>
                      <a:pt x="12292" y="13546"/>
                      <a:pt x="13234" y="12271"/>
                    </a:cubicBezTo>
                    <a:cubicBezTo>
                      <a:pt x="14204" y="10964"/>
                      <a:pt x="13621" y="9466"/>
                      <a:pt x="13621" y="7391"/>
                    </a:cubicBezTo>
                    <a:cubicBezTo>
                      <a:pt x="13621" y="5262"/>
                      <a:pt x="14269" y="3491"/>
                      <a:pt x="12750" y="1917"/>
                    </a:cubicBezTo>
                    <a:cubicBezTo>
                      <a:pt x="11388" y="512"/>
                      <a:pt x="9967" y="0"/>
                      <a:pt x="7472" y="0"/>
                    </a:cubicBezTo>
                    <a:moveTo>
                      <a:pt x="7472" y="13507"/>
                    </a:moveTo>
                    <a:lnTo>
                      <a:pt x="7472" y="13507"/>
                    </a:lnTo>
                    <a:cubicBezTo>
                      <a:pt x="4095" y="13507"/>
                      <a:pt x="865" y="11928"/>
                      <a:pt x="963" y="7271"/>
                    </a:cubicBezTo>
                    <a:cubicBezTo>
                      <a:pt x="1034" y="3889"/>
                      <a:pt x="3992" y="964"/>
                      <a:pt x="7472" y="964"/>
                    </a:cubicBezTo>
                    <a:cubicBezTo>
                      <a:pt x="9924" y="964"/>
                      <a:pt x="11115" y="1547"/>
                      <a:pt x="12216" y="2718"/>
                    </a:cubicBezTo>
                    <a:cubicBezTo>
                      <a:pt x="13419" y="4009"/>
                      <a:pt x="13147" y="5523"/>
                      <a:pt x="13147" y="7391"/>
                    </a:cubicBezTo>
                    <a:cubicBezTo>
                      <a:pt x="13147" y="9586"/>
                      <a:pt x="13687" y="10588"/>
                      <a:pt x="12194" y="12135"/>
                    </a:cubicBezTo>
                    <a:cubicBezTo>
                      <a:pt x="11426" y="12930"/>
                      <a:pt x="9913" y="13507"/>
                      <a:pt x="7472" y="13507"/>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1" name="Google Shape;1421;p29"/>
              <p:cNvSpPr/>
              <p:nvPr/>
            </p:nvSpPr>
            <p:spPr>
              <a:xfrm>
                <a:off x="-10961555" y="7523110"/>
                <a:ext cx="1677600" cy="2833200"/>
              </a:xfrm>
              <a:custGeom>
                <a:rect b="b" l="l" r="r" t="t"/>
                <a:pathLst>
                  <a:path extrusionOk="0" h="7870" w="4660">
                    <a:moveTo>
                      <a:pt x="206" y="7816"/>
                    </a:moveTo>
                    <a:lnTo>
                      <a:pt x="206" y="7816"/>
                    </a:lnTo>
                    <a:cubicBezTo>
                      <a:pt x="441" y="7853"/>
                      <a:pt x="675" y="7870"/>
                      <a:pt x="914" y="7870"/>
                    </a:cubicBezTo>
                    <a:lnTo>
                      <a:pt x="914" y="7870"/>
                    </a:lnTo>
                    <a:cubicBezTo>
                      <a:pt x="675" y="7870"/>
                      <a:pt x="441" y="7853"/>
                      <a:pt x="206" y="7816"/>
                    </a:cubicBezTo>
                    <a:moveTo>
                      <a:pt x="4574" y="4558"/>
                    </a:moveTo>
                    <a:lnTo>
                      <a:pt x="4574" y="4558"/>
                    </a:lnTo>
                    <a:lnTo>
                      <a:pt x="4574" y="4558"/>
                    </a:lnTo>
                    <a:cubicBezTo>
                      <a:pt x="4677" y="5114"/>
                      <a:pt x="4803" y="5795"/>
                      <a:pt x="4187" y="6628"/>
                    </a:cubicBezTo>
                    <a:cubicBezTo>
                      <a:pt x="3905" y="7015"/>
                      <a:pt x="3595" y="7298"/>
                      <a:pt x="3181" y="7499"/>
                    </a:cubicBezTo>
                    <a:cubicBezTo>
                      <a:pt x="3595" y="7298"/>
                      <a:pt x="3905" y="7015"/>
                      <a:pt x="4187" y="6628"/>
                    </a:cubicBezTo>
                    <a:cubicBezTo>
                      <a:pt x="4803" y="5795"/>
                      <a:pt x="4677" y="5114"/>
                      <a:pt x="4574" y="4558"/>
                    </a:cubicBezTo>
                    <a:moveTo>
                      <a:pt x="4454" y="1623"/>
                    </a:moveTo>
                    <a:lnTo>
                      <a:pt x="4454" y="1623"/>
                    </a:lnTo>
                    <a:cubicBezTo>
                      <a:pt x="4650" y="2178"/>
                      <a:pt x="4601" y="2854"/>
                      <a:pt x="4546" y="3388"/>
                    </a:cubicBezTo>
                    <a:lnTo>
                      <a:pt x="4546" y="3388"/>
                    </a:lnTo>
                    <a:cubicBezTo>
                      <a:pt x="4601" y="2854"/>
                      <a:pt x="4650" y="2178"/>
                      <a:pt x="4454" y="1623"/>
                    </a:cubicBezTo>
                    <a:moveTo>
                      <a:pt x="914" y="0"/>
                    </a:moveTo>
                    <a:lnTo>
                      <a:pt x="914" y="0"/>
                    </a:lnTo>
                    <a:cubicBezTo>
                      <a:pt x="593" y="0"/>
                      <a:pt x="288" y="32"/>
                      <a:pt x="0" y="93"/>
                    </a:cubicBezTo>
                    <a:lnTo>
                      <a:pt x="0" y="93"/>
                    </a:lnTo>
                    <a:cubicBezTo>
                      <a:pt x="288" y="32"/>
                      <a:pt x="593" y="0"/>
                      <a:pt x="914" y="0"/>
                    </a:cubicBezTo>
                    <a:close/>
                  </a:path>
                </a:pathLst>
              </a:custGeom>
              <a:solidFill>
                <a:srgbClr val="9AC3F0"/>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2" name="Google Shape;1422;p29"/>
              <p:cNvSpPr/>
              <p:nvPr/>
            </p:nvSpPr>
            <p:spPr>
              <a:xfrm>
                <a:off x="-12095195" y="7523110"/>
                <a:ext cx="2811240" cy="2833200"/>
              </a:xfrm>
              <a:custGeom>
                <a:rect b="b" l="l" r="r" t="t"/>
                <a:pathLst>
                  <a:path extrusionOk="0" h="7870" w="7809">
                    <a:moveTo>
                      <a:pt x="240" y="2571"/>
                    </a:moveTo>
                    <a:lnTo>
                      <a:pt x="240" y="2571"/>
                    </a:lnTo>
                    <a:cubicBezTo>
                      <a:pt x="82" y="3001"/>
                      <a:pt x="0" y="3470"/>
                      <a:pt x="0" y="3953"/>
                    </a:cubicBezTo>
                    <a:cubicBezTo>
                      <a:pt x="0" y="6203"/>
                      <a:pt x="1525" y="7543"/>
                      <a:pt x="3355" y="7816"/>
                    </a:cubicBezTo>
                    <a:cubicBezTo>
                      <a:pt x="3590" y="7853"/>
                      <a:pt x="3824" y="7870"/>
                      <a:pt x="4063" y="7870"/>
                    </a:cubicBezTo>
                    <a:cubicBezTo>
                      <a:pt x="5104" y="7870"/>
                      <a:pt x="5801" y="7755"/>
                      <a:pt x="6330" y="7499"/>
                    </a:cubicBezTo>
                    <a:cubicBezTo>
                      <a:pt x="6744" y="7298"/>
                      <a:pt x="7054" y="7015"/>
                      <a:pt x="7336" y="6628"/>
                    </a:cubicBezTo>
                    <a:cubicBezTo>
                      <a:pt x="7952" y="5795"/>
                      <a:pt x="7826" y="5114"/>
                      <a:pt x="7723" y="4558"/>
                    </a:cubicBezTo>
                    <a:cubicBezTo>
                      <a:pt x="7206" y="4558"/>
                      <a:pt x="7206" y="4558"/>
                      <a:pt x="7206" y="4558"/>
                    </a:cubicBezTo>
                    <a:cubicBezTo>
                      <a:pt x="7271" y="5015"/>
                      <a:pt x="7298" y="5560"/>
                      <a:pt x="6814" y="6219"/>
                    </a:cubicBezTo>
                    <a:cubicBezTo>
                      <a:pt x="6264" y="6966"/>
                      <a:pt x="5616" y="7276"/>
                      <a:pt x="4031" y="7276"/>
                    </a:cubicBezTo>
                    <a:cubicBezTo>
                      <a:pt x="2228" y="7276"/>
                      <a:pt x="583" y="6099"/>
                      <a:pt x="583" y="3948"/>
                    </a:cubicBezTo>
                    <a:cubicBezTo>
                      <a:pt x="583" y="3540"/>
                      <a:pt x="654" y="3143"/>
                      <a:pt x="790" y="2773"/>
                    </a:cubicBezTo>
                    <a:cubicBezTo>
                      <a:pt x="594" y="2734"/>
                      <a:pt x="409" y="2669"/>
                      <a:pt x="240" y="2571"/>
                    </a:cubicBezTo>
                    <a:moveTo>
                      <a:pt x="4063" y="0"/>
                    </a:moveTo>
                    <a:lnTo>
                      <a:pt x="4063" y="0"/>
                    </a:lnTo>
                    <a:cubicBezTo>
                      <a:pt x="3742" y="0"/>
                      <a:pt x="3437" y="32"/>
                      <a:pt x="3149" y="93"/>
                    </a:cubicBezTo>
                    <a:cubicBezTo>
                      <a:pt x="3225" y="278"/>
                      <a:pt x="3263" y="474"/>
                      <a:pt x="3274" y="670"/>
                    </a:cubicBezTo>
                    <a:cubicBezTo>
                      <a:pt x="3513" y="621"/>
                      <a:pt x="3769" y="594"/>
                      <a:pt x="4031" y="594"/>
                    </a:cubicBezTo>
                    <a:cubicBezTo>
                      <a:pt x="5556" y="594"/>
                      <a:pt x="6422" y="920"/>
                      <a:pt x="6825" y="1574"/>
                    </a:cubicBezTo>
                    <a:cubicBezTo>
                      <a:pt x="7217" y="2064"/>
                      <a:pt x="7211" y="2805"/>
                      <a:pt x="7173" y="3388"/>
                    </a:cubicBezTo>
                    <a:cubicBezTo>
                      <a:pt x="7695" y="3388"/>
                      <a:pt x="7695" y="3388"/>
                      <a:pt x="7695" y="3388"/>
                    </a:cubicBezTo>
                    <a:cubicBezTo>
                      <a:pt x="7750" y="2854"/>
                      <a:pt x="7799" y="2178"/>
                      <a:pt x="7603" y="1623"/>
                    </a:cubicBezTo>
                    <a:cubicBezTo>
                      <a:pt x="7543" y="1454"/>
                      <a:pt x="7462" y="1296"/>
                      <a:pt x="7347" y="1155"/>
                    </a:cubicBezTo>
                    <a:cubicBezTo>
                      <a:pt x="6874" y="386"/>
                      <a:pt x="5861" y="0"/>
                      <a:pt x="4063"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3" name="Google Shape;1423;p29"/>
              <p:cNvSpPr/>
              <p:nvPr/>
            </p:nvSpPr>
            <p:spPr>
              <a:xfrm>
                <a:off x="-11508755" y="7556590"/>
                <a:ext cx="547200" cy="235080"/>
              </a:xfrm>
              <a:custGeom>
                <a:rect b="b" l="l" r="r" t="t"/>
                <a:pathLst>
                  <a:path extrusionOk="0" h="653" w="1520">
                    <a:moveTo>
                      <a:pt x="1520" y="0"/>
                    </a:moveTo>
                    <a:lnTo>
                      <a:pt x="1520" y="0"/>
                    </a:lnTo>
                    <a:cubicBezTo>
                      <a:pt x="948" y="119"/>
                      <a:pt x="436" y="343"/>
                      <a:pt x="0" y="653"/>
                    </a:cubicBezTo>
                    <a:cubicBezTo>
                      <a:pt x="436" y="343"/>
                      <a:pt x="948" y="119"/>
                      <a:pt x="1520" y="0"/>
                    </a:cubicBezTo>
                    <a:close/>
                  </a:path>
                </a:pathLst>
              </a:custGeom>
              <a:solidFill>
                <a:srgbClr val="FFFFFF"/>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4" name="Google Shape;1424;p29"/>
              <p:cNvSpPr/>
              <p:nvPr/>
            </p:nvSpPr>
            <p:spPr>
              <a:xfrm>
                <a:off x="-8410955" y="8742790"/>
                <a:ext cx="2647080" cy="246600"/>
              </a:xfrm>
              <a:custGeom>
                <a:rect b="b" l="l" r="r" t="t"/>
                <a:pathLst>
                  <a:path extrusionOk="0" h="685" w="7353">
                    <a:moveTo>
                      <a:pt x="7353" y="0"/>
                    </a:moveTo>
                    <a:lnTo>
                      <a:pt x="7353" y="0"/>
                    </a:lnTo>
                    <a:cubicBezTo>
                      <a:pt x="22" y="0"/>
                      <a:pt x="22" y="0"/>
                      <a:pt x="22" y="0"/>
                    </a:cubicBezTo>
                    <a:cubicBezTo>
                      <a:pt x="5" y="229"/>
                      <a:pt x="0" y="458"/>
                      <a:pt x="0" y="685"/>
                    </a:cubicBezTo>
                    <a:cubicBezTo>
                      <a:pt x="7353" y="685"/>
                      <a:pt x="7353" y="685"/>
                      <a:pt x="7353" y="685"/>
                    </a:cubicBezTo>
                    <a:cubicBezTo>
                      <a:pt x="7353" y="0"/>
                      <a:pt x="7353" y="0"/>
                      <a:pt x="7353"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5" name="Google Shape;1425;p29"/>
              <p:cNvSpPr/>
              <p:nvPr/>
            </p:nvSpPr>
            <p:spPr>
              <a:xfrm>
                <a:off x="-9342275" y="8742790"/>
                <a:ext cx="764640" cy="246600"/>
              </a:xfrm>
              <a:custGeom>
                <a:rect b="b" l="l" r="r" t="t"/>
                <a:pathLst>
                  <a:path extrusionOk="0" h="685" w="2124">
                    <a:moveTo>
                      <a:pt x="2124" y="0"/>
                    </a:moveTo>
                    <a:lnTo>
                      <a:pt x="2124" y="0"/>
                    </a:lnTo>
                    <a:cubicBezTo>
                      <a:pt x="48" y="0"/>
                      <a:pt x="48" y="0"/>
                      <a:pt x="48" y="0"/>
                    </a:cubicBezTo>
                    <a:cubicBezTo>
                      <a:pt x="27" y="245"/>
                      <a:pt x="0" y="463"/>
                      <a:pt x="0" y="631"/>
                    </a:cubicBezTo>
                    <a:cubicBezTo>
                      <a:pt x="0" y="647"/>
                      <a:pt x="0" y="669"/>
                      <a:pt x="5" y="685"/>
                    </a:cubicBezTo>
                    <a:cubicBezTo>
                      <a:pt x="2113" y="685"/>
                      <a:pt x="2113" y="685"/>
                      <a:pt x="2113" y="685"/>
                    </a:cubicBezTo>
                    <a:cubicBezTo>
                      <a:pt x="2113" y="452"/>
                      <a:pt x="2119" y="223"/>
                      <a:pt x="2124"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6" name="Google Shape;1426;p29"/>
              <p:cNvSpPr/>
              <p:nvPr/>
            </p:nvSpPr>
            <p:spPr>
              <a:xfrm>
                <a:off x="-10328315" y="8742790"/>
                <a:ext cx="815400" cy="421200"/>
              </a:xfrm>
              <a:custGeom>
                <a:rect b="b" l="l" r="r" t="t"/>
                <a:pathLst>
                  <a:path extrusionOk="0" h="1170" w="2265">
                    <a:moveTo>
                      <a:pt x="2265" y="0"/>
                    </a:moveTo>
                    <a:lnTo>
                      <a:pt x="2265" y="0"/>
                    </a:lnTo>
                    <a:cubicBezTo>
                      <a:pt x="0" y="0"/>
                      <a:pt x="0" y="0"/>
                      <a:pt x="0" y="0"/>
                    </a:cubicBezTo>
                    <a:cubicBezTo>
                      <a:pt x="664" y="680"/>
                      <a:pt x="1307" y="1170"/>
                      <a:pt x="1884" y="1170"/>
                    </a:cubicBezTo>
                    <a:cubicBezTo>
                      <a:pt x="1890" y="1170"/>
                      <a:pt x="1895" y="1170"/>
                      <a:pt x="1901" y="1170"/>
                    </a:cubicBezTo>
                    <a:cubicBezTo>
                      <a:pt x="1901" y="1165"/>
                      <a:pt x="1901" y="1165"/>
                      <a:pt x="1901" y="1159"/>
                    </a:cubicBezTo>
                    <a:cubicBezTo>
                      <a:pt x="1852" y="1159"/>
                      <a:pt x="1852" y="1159"/>
                      <a:pt x="1852" y="1159"/>
                    </a:cubicBezTo>
                    <a:cubicBezTo>
                      <a:pt x="1356" y="1023"/>
                      <a:pt x="1084" y="805"/>
                      <a:pt x="795" y="685"/>
                    </a:cubicBezTo>
                    <a:cubicBezTo>
                      <a:pt x="2232" y="685"/>
                      <a:pt x="2232" y="685"/>
                      <a:pt x="2232" y="685"/>
                    </a:cubicBezTo>
                    <a:cubicBezTo>
                      <a:pt x="2232" y="664"/>
                      <a:pt x="2232" y="642"/>
                      <a:pt x="2232" y="620"/>
                    </a:cubicBezTo>
                    <a:cubicBezTo>
                      <a:pt x="2232" y="458"/>
                      <a:pt x="2254" y="245"/>
                      <a:pt x="2265"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7" name="Google Shape;1427;p29"/>
              <p:cNvSpPr/>
              <p:nvPr/>
            </p:nvSpPr>
            <p:spPr>
              <a:xfrm>
                <a:off x="-8581595" y="8742790"/>
                <a:ext cx="178560" cy="246600"/>
              </a:xfrm>
              <a:custGeom>
                <a:rect b="b" l="l" r="r" t="t"/>
                <a:pathLst>
                  <a:path extrusionOk="0" h="685" w="496">
                    <a:moveTo>
                      <a:pt x="496" y="0"/>
                    </a:moveTo>
                    <a:lnTo>
                      <a:pt x="496" y="0"/>
                    </a:lnTo>
                    <a:cubicBezTo>
                      <a:pt x="11" y="0"/>
                      <a:pt x="11" y="0"/>
                      <a:pt x="11" y="0"/>
                    </a:cubicBezTo>
                    <a:cubicBezTo>
                      <a:pt x="6" y="223"/>
                      <a:pt x="0" y="452"/>
                      <a:pt x="0" y="685"/>
                    </a:cubicBezTo>
                    <a:cubicBezTo>
                      <a:pt x="474" y="685"/>
                      <a:pt x="474" y="685"/>
                      <a:pt x="474" y="685"/>
                    </a:cubicBezTo>
                    <a:cubicBezTo>
                      <a:pt x="474" y="458"/>
                      <a:pt x="479" y="229"/>
                      <a:pt x="496"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8" name="Google Shape;1428;p29"/>
              <p:cNvSpPr/>
              <p:nvPr/>
            </p:nvSpPr>
            <p:spPr>
              <a:xfrm>
                <a:off x="-9342275" y="8742790"/>
                <a:ext cx="17280" cy="246600"/>
              </a:xfrm>
              <a:custGeom>
                <a:rect b="b" l="l" r="r" t="t"/>
                <a:pathLst>
                  <a:path extrusionOk="0" h="685" w="48">
                    <a:moveTo>
                      <a:pt x="48" y="0"/>
                    </a:moveTo>
                    <a:lnTo>
                      <a:pt x="48" y="0"/>
                    </a:lnTo>
                    <a:lnTo>
                      <a:pt x="48" y="0"/>
                    </a:lnTo>
                    <a:cubicBezTo>
                      <a:pt x="27" y="245"/>
                      <a:pt x="0" y="463"/>
                      <a:pt x="0" y="631"/>
                    </a:cubicBezTo>
                    <a:cubicBezTo>
                      <a:pt x="0" y="647"/>
                      <a:pt x="0" y="669"/>
                      <a:pt x="5" y="685"/>
                    </a:cubicBezTo>
                    <a:lnTo>
                      <a:pt x="5" y="685"/>
                    </a:lnTo>
                    <a:cubicBezTo>
                      <a:pt x="0" y="669"/>
                      <a:pt x="0" y="647"/>
                      <a:pt x="0" y="631"/>
                    </a:cubicBezTo>
                    <a:cubicBezTo>
                      <a:pt x="0" y="463"/>
                      <a:pt x="27" y="245"/>
                      <a:pt x="48" y="0"/>
                    </a:cubicBezTo>
                    <a:close/>
                  </a:path>
                </a:pathLst>
              </a:custGeom>
              <a:solidFill>
                <a:srgbClr val="789BD0"/>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29" name="Google Shape;1429;p29"/>
              <p:cNvSpPr/>
              <p:nvPr/>
            </p:nvSpPr>
            <p:spPr>
              <a:xfrm>
                <a:off x="-9524795" y="8742790"/>
                <a:ext cx="199800" cy="246600"/>
              </a:xfrm>
              <a:custGeom>
                <a:rect b="b" l="l" r="r" t="t"/>
                <a:pathLst>
                  <a:path extrusionOk="0" h="685" w="555">
                    <a:moveTo>
                      <a:pt x="555" y="0"/>
                    </a:moveTo>
                    <a:lnTo>
                      <a:pt x="555" y="0"/>
                    </a:lnTo>
                    <a:cubicBezTo>
                      <a:pt x="33" y="0"/>
                      <a:pt x="33" y="0"/>
                      <a:pt x="33" y="0"/>
                    </a:cubicBezTo>
                    <a:cubicBezTo>
                      <a:pt x="22" y="245"/>
                      <a:pt x="0" y="458"/>
                      <a:pt x="0" y="620"/>
                    </a:cubicBezTo>
                    <a:cubicBezTo>
                      <a:pt x="0" y="642"/>
                      <a:pt x="0" y="664"/>
                      <a:pt x="0" y="685"/>
                    </a:cubicBezTo>
                    <a:cubicBezTo>
                      <a:pt x="512" y="685"/>
                      <a:pt x="512" y="685"/>
                      <a:pt x="512" y="685"/>
                    </a:cubicBezTo>
                    <a:cubicBezTo>
                      <a:pt x="507" y="669"/>
                      <a:pt x="507" y="647"/>
                      <a:pt x="507" y="631"/>
                    </a:cubicBezTo>
                    <a:cubicBezTo>
                      <a:pt x="507" y="463"/>
                      <a:pt x="534" y="245"/>
                      <a:pt x="555"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0" name="Google Shape;1430;p29"/>
              <p:cNvSpPr/>
              <p:nvPr/>
            </p:nvSpPr>
            <p:spPr>
              <a:xfrm>
                <a:off x="-10216715" y="8742790"/>
                <a:ext cx="4452840" cy="52920"/>
              </a:xfrm>
              <a:custGeom>
                <a:rect b="b" l="l" r="r" t="t"/>
                <a:pathLst>
                  <a:path extrusionOk="0" h="147" w="12369">
                    <a:moveTo>
                      <a:pt x="0" y="0"/>
                    </a:moveTo>
                    <a:lnTo>
                      <a:pt x="0" y="0"/>
                    </a:lnTo>
                    <a:cubicBezTo>
                      <a:pt x="278" y="16"/>
                      <a:pt x="387" y="104"/>
                      <a:pt x="725" y="147"/>
                    </a:cubicBezTo>
                    <a:cubicBezTo>
                      <a:pt x="12369" y="147"/>
                      <a:pt x="12369" y="147"/>
                      <a:pt x="12369" y="147"/>
                    </a:cubicBezTo>
                    <a:cubicBezTo>
                      <a:pt x="12369" y="0"/>
                      <a:pt x="12369" y="0"/>
                      <a:pt x="12369" y="0"/>
                    </a:cubicBezTo>
                    <a:lnTo>
                      <a:pt x="0" y="0"/>
                    </a:lnTo>
                    <a:close/>
                  </a:path>
                </a:pathLst>
              </a:custGeom>
              <a:solidFill>
                <a:schemeClr val="accent6"/>
              </a:solidFill>
              <a:ln>
                <a:noFill/>
              </a:ln>
              <a:effectLst>
                <a:outerShdw blurRad="57150" rotWithShape="0" algn="bl" dir="5400000" dist="19050">
                  <a:schemeClr val="dk1">
                    <a:alpha val="20000"/>
                  </a:schemeClr>
                </a:outerShdw>
              </a:effectLst>
            </p:spPr>
            <p:txBody>
              <a:bodyPr anchorCtr="1" anchor="ctr" bIns="7900" lIns="90000" spcFirstLastPara="1" rIns="90000" wrap="square" tIns="79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1" name="Google Shape;1431;p29"/>
              <p:cNvSpPr/>
              <p:nvPr/>
            </p:nvSpPr>
            <p:spPr>
              <a:xfrm>
                <a:off x="-9702995" y="9032590"/>
                <a:ext cx="3939120" cy="131400"/>
              </a:xfrm>
              <a:custGeom>
                <a:rect b="b" l="l" r="r" t="t"/>
                <a:pathLst>
                  <a:path extrusionOk="0" h="365" w="10942">
                    <a:moveTo>
                      <a:pt x="0" y="0"/>
                    </a:moveTo>
                    <a:lnTo>
                      <a:pt x="0" y="0"/>
                    </a:lnTo>
                    <a:cubicBezTo>
                      <a:pt x="55" y="120"/>
                      <a:pt x="153" y="202"/>
                      <a:pt x="164" y="365"/>
                    </a:cubicBezTo>
                    <a:cubicBezTo>
                      <a:pt x="10942" y="365"/>
                      <a:pt x="10942" y="365"/>
                      <a:pt x="10942" y="365"/>
                    </a:cubicBezTo>
                    <a:cubicBezTo>
                      <a:pt x="10942" y="224"/>
                      <a:pt x="10942" y="224"/>
                      <a:pt x="10942" y="224"/>
                    </a:cubicBezTo>
                    <a:cubicBezTo>
                      <a:pt x="131" y="224"/>
                      <a:pt x="131" y="224"/>
                      <a:pt x="131" y="224"/>
                    </a:cubicBezTo>
                    <a:cubicBezTo>
                      <a:pt x="0" y="0"/>
                      <a:pt x="0" y="0"/>
                      <a:pt x="0" y="0"/>
                    </a:cubicBezTo>
                    <a:close/>
                  </a:path>
                </a:pathLst>
              </a:custGeom>
              <a:solidFill>
                <a:srgbClr val="C1CFDA"/>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2" name="Google Shape;1432;p29"/>
              <p:cNvSpPr/>
              <p:nvPr/>
            </p:nvSpPr>
            <p:spPr>
              <a:xfrm>
                <a:off x="-8410955" y="8989390"/>
                <a:ext cx="2647080" cy="123840"/>
              </a:xfrm>
              <a:custGeom>
                <a:rect b="b" l="l" r="r" t="t"/>
                <a:pathLst>
                  <a:path extrusionOk="0" h="344" w="7353">
                    <a:moveTo>
                      <a:pt x="0" y="0"/>
                    </a:moveTo>
                    <a:lnTo>
                      <a:pt x="0" y="0"/>
                    </a:lnTo>
                    <a:cubicBezTo>
                      <a:pt x="0" y="6"/>
                      <a:pt x="0" y="11"/>
                      <a:pt x="0" y="17"/>
                    </a:cubicBezTo>
                    <a:cubicBezTo>
                      <a:pt x="0" y="126"/>
                      <a:pt x="0" y="234"/>
                      <a:pt x="5" y="344"/>
                    </a:cubicBezTo>
                    <a:cubicBezTo>
                      <a:pt x="7353" y="344"/>
                      <a:pt x="7353" y="344"/>
                      <a:pt x="7353" y="344"/>
                    </a:cubicBezTo>
                    <a:cubicBezTo>
                      <a:pt x="7353" y="0"/>
                      <a:pt x="7353" y="0"/>
                      <a:pt x="7353" y="0"/>
                    </a:cubicBezTo>
                    <a:cubicBezTo>
                      <a:pt x="0" y="0"/>
                      <a:pt x="0" y="0"/>
                      <a:pt x="0" y="0"/>
                    </a:cubicBezTo>
                    <a:close/>
                  </a:path>
                </a:pathLst>
              </a:custGeom>
              <a:solidFill>
                <a:srgbClr val="26272A">
                  <a:alpha val="18240"/>
                </a:srgbClr>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3" name="Google Shape;1433;p29"/>
              <p:cNvSpPr/>
              <p:nvPr/>
            </p:nvSpPr>
            <p:spPr>
              <a:xfrm>
                <a:off x="-9340475" y="8989390"/>
                <a:ext cx="758880" cy="123840"/>
              </a:xfrm>
              <a:custGeom>
                <a:rect b="b" l="l" r="r" t="t"/>
                <a:pathLst>
                  <a:path extrusionOk="0" h="344" w="2108">
                    <a:moveTo>
                      <a:pt x="0" y="0"/>
                    </a:moveTo>
                    <a:lnTo>
                      <a:pt x="0" y="0"/>
                    </a:lnTo>
                    <a:cubicBezTo>
                      <a:pt x="0" y="109"/>
                      <a:pt x="22" y="223"/>
                      <a:pt x="43" y="344"/>
                    </a:cubicBezTo>
                    <a:cubicBezTo>
                      <a:pt x="2108" y="344"/>
                      <a:pt x="2108" y="344"/>
                      <a:pt x="2108" y="344"/>
                    </a:cubicBezTo>
                    <a:cubicBezTo>
                      <a:pt x="2108" y="234"/>
                      <a:pt x="2108" y="126"/>
                      <a:pt x="2108" y="17"/>
                    </a:cubicBezTo>
                    <a:cubicBezTo>
                      <a:pt x="2108" y="11"/>
                      <a:pt x="2108" y="6"/>
                      <a:pt x="2108" y="0"/>
                    </a:cubicBezTo>
                    <a:cubicBezTo>
                      <a:pt x="0" y="0"/>
                      <a:pt x="0" y="0"/>
                      <a:pt x="0" y="0"/>
                    </a:cubicBezTo>
                    <a:close/>
                  </a:path>
                </a:pathLst>
              </a:custGeom>
              <a:solidFill>
                <a:srgbClr val="26272A">
                  <a:alpha val="9430"/>
                </a:srgbClr>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4" name="Google Shape;1434;p29"/>
              <p:cNvSpPr/>
              <p:nvPr/>
            </p:nvSpPr>
            <p:spPr>
              <a:xfrm>
                <a:off x="-10042115" y="8989390"/>
                <a:ext cx="533160" cy="170640"/>
              </a:xfrm>
              <a:custGeom>
                <a:rect b="b" l="l" r="r" t="t"/>
                <a:pathLst>
                  <a:path extrusionOk="0" h="474" w="1481">
                    <a:moveTo>
                      <a:pt x="0" y="0"/>
                    </a:moveTo>
                    <a:lnTo>
                      <a:pt x="0" y="0"/>
                    </a:lnTo>
                    <a:cubicBezTo>
                      <a:pt x="289" y="120"/>
                      <a:pt x="561" y="338"/>
                      <a:pt x="1057" y="474"/>
                    </a:cubicBezTo>
                    <a:cubicBezTo>
                      <a:pt x="1106" y="474"/>
                      <a:pt x="1106" y="474"/>
                      <a:pt x="1106" y="474"/>
                    </a:cubicBezTo>
                    <a:cubicBezTo>
                      <a:pt x="1100" y="409"/>
                      <a:pt x="1078" y="360"/>
                      <a:pt x="1057" y="316"/>
                    </a:cubicBezTo>
                    <a:cubicBezTo>
                      <a:pt x="1019" y="245"/>
                      <a:pt x="1019" y="245"/>
                      <a:pt x="1019" y="245"/>
                    </a:cubicBezTo>
                    <a:cubicBezTo>
                      <a:pt x="992" y="202"/>
                      <a:pt x="964" y="164"/>
                      <a:pt x="942" y="120"/>
                    </a:cubicBezTo>
                    <a:cubicBezTo>
                      <a:pt x="1019" y="245"/>
                      <a:pt x="1019" y="245"/>
                      <a:pt x="1019" y="245"/>
                    </a:cubicBezTo>
                    <a:cubicBezTo>
                      <a:pt x="1030" y="267"/>
                      <a:pt x="1046" y="289"/>
                      <a:pt x="1057" y="316"/>
                    </a:cubicBezTo>
                    <a:cubicBezTo>
                      <a:pt x="1073" y="344"/>
                      <a:pt x="1073" y="344"/>
                      <a:pt x="1073" y="344"/>
                    </a:cubicBezTo>
                    <a:cubicBezTo>
                      <a:pt x="1481" y="344"/>
                      <a:pt x="1481" y="344"/>
                      <a:pt x="1481" y="344"/>
                    </a:cubicBezTo>
                    <a:cubicBezTo>
                      <a:pt x="1459" y="223"/>
                      <a:pt x="1442" y="109"/>
                      <a:pt x="1437" y="0"/>
                    </a:cubicBezTo>
                    <a:cubicBezTo>
                      <a:pt x="0" y="0"/>
                      <a:pt x="0" y="0"/>
                      <a:pt x="0" y="0"/>
                    </a:cubicBezTo>
                    <a:close/>
                  </a:path>
                </a:pathLst>
              </a:custGeom>
              <a:solidFill>
                <a:srgbClr val="26272A">
                  <a:alpha val="9430"/>
                </a:srgbClr>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5" name="Google Shape;1435;p29"/>
              <p:cNvSpPr/>
              <p:nvPr/>
            </p:nvSpPr>
            <p:spPr>
              <a:xfrm>
                <a:off x="-8581595" y="8989390"/>
                <a:ext cx="172440" cy="123840"/>
              </a:xfrm>
              <a:custGeom>
                <a:rect b="b" l="l" r="r" t="t"/>
                <a:pathLst>
                  <a:path extrusionOk="0" h="344" w="479">
                    <a:moveTo>
                      <a:pt x="0" y="0"/>
                    </a:moveTo>
                    <a:lnTo>
                      <a:pt x="0" y="0"/>
                    </a:lnTo>
                    <a:cubicBezTo>
                      <a:pt x="0" y="6"/>
                      <a:pt x="0" y="11"/>
                      <a:pt x="0" y="17"/>
                    </a:cubicBezTo>
                    <a:cubicBezTo>
                      <a:pt x="0" y="126"/>
                      <a:pt x="0" y="234"/>
                      <a:pt x="0" y="344"/>
                    </a:cubicBezTo>
                    <a:cubicBezTo>
                      <a:pt x="479" y="344"/>
                      <a:pt x="479" y="344"/>
                      <a:pt x="479" y="344"/>
                    </a:cubicBezTo>
                    <a:cubicBezTo>
                      <a:pt x="474" y="234"/>
                      <a:pt x="474" y="126"/>
                      <a:pt x="474" y="17"/>
                    </a:cubicBezTo>
                    <a:lnTo>
                      <a:pt x="474" y="17"/>
                    </a:lnTo>
                    <a:cubicBezTo>
                      <a:pt x="474" y="11"/>
                      <a:pt x="474" y="6"/>
                      <a:pt x="474" y="0"/>
                    </a:cubicBezTo>
                    <a:cubicBezTo>
                      <a:pt x="0" y="0"/>
                      <a:pt x="0" y="0"/>
                      <a:pt x="0" y="0"/>
                    </a:cubicBezTo>
                    <a:close/>
                  </a:path>
                </a:pathLst>
              </a:custGeom>
              <a:solidFill>
                <a:srgbClr val="26272A">
                  <a:alpha val="9430"/>
                </a:srgbClr>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6" name="Google Shape;1436;p29"/>
              <p:cNvSpPr/>
              <p:nvPr/>
            </p:nvSpPr>
            <p:spPr>
              <a:xfrm>
                <a:off x="-9340475" y="8989390"/>
                <a:ext cx="15480" cy="123840"/>
              </a:xfrm>
              <a:custGeom>
                <a:rect b="b" l="l" r="r" t="t"/>
                <a:pathLst>
                  <a:path extrusionOk="0" h="344" w="43">
                    <a:moveTo>
                      <a:pt x="0" y="0"/>
                    </a:moveTo>
                    <a:lnTo>
                      <a:pt x="0" y="0"/>
                    </a:lnTo>
                    <a:cubicBezTo>
                      <a:pt x="0" y="109"/>
                      <a:pt x="22" y="223"/>
                      <a:pt x="43" y="344"/>
                    </a:cubicBezTo>
                    <a:lnTo>
                      <a:pt x="43" y="344"/>
                    </a:lnTo>
                    <a:cubicBezTo>
                      <a:pt x="22" y="223"/>
                      <a:pt x="0" y="109"/>
                      <a:pt x="0" y="0"/>
                    </a:cubicBezTo>
                    <a:close/>
                  </a:path>
                </a:pathLst>
              </a:custGeom>
              <a:solidFill>
                <a:srgbClr val="6280B9"/>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7" name="Google Shape;1437;p29"/>
              <p:cNvSpPr/>
              <p:nvPr/>
            </p:nvSpPr>
            <p:spPr>
              <a:xfrm>
                <a:off x="-9524795" y="8989390"/>
                <a:ext cx="199800" cy="123840"/>
              </a:xfrm>
              <a:custGeom>
                <a:rect b="b" l="l" r="r" t="t"/>
                <a:pathLst>
                  <a:path extrusionOk="0" h="344" w="555">
                    <a:moveTo>
                      <a:pt x="0" y="0"/>
                    </a:moveTo>
                    <a:lnTo>
                      <a:pt x="0" y="0"/>
                    </a:lnTo>
                    <a:cubicBezTo>
                      <a:pt x="5" y="109"/>
                      <a:pt x="22" y="223"/>
                      <a:pt x="44" y="344"/>
                    </a:cubicBezTo>
                    <a:cubicBezTo>
                      <a:pt x="555" y="344"/>
                      <a:pt x="555" y="344"/>
                      <a:pt x="555" y="344"/>
                    </a:cubicBezTo>
                    <a:cubicBezTo>
                      <a:pt x="534" y="223"/>
                      <a:pt x="512" y="109"/>
                      <a:pt x="512" y="0"/>
                    </a:cubicBezTo>
                    <a:cubicBezTo>
                      <a:pt x="0" y="0"/>
                      <a:pt x="0" y="0"/>
                      <a:pt x="0" y="0"/>
                    </a:cubicBezTo>
                    <a:close/>
                  </a:path>
                </a:pathLst>
              </a:custGeom>
              <a:solidFill>
                <a:schemeClr val="accent5"/>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8" name="Google Shape;1438;p29"/>
              <p:cNvSpPr/>
              <p:nvPr/>
            </p:nvSpPr>
            <p:spPr>
              <a:xfrm>
                <a:off x="-9702995" y="9032590"/>
                <a:ext cx="3939120" cy="127440"/>
              </a:xfrm>
              <a:custGeom>
                <a:rect b="b" l="l" r="r" t="t"/>
                <a:pathLst>
                  <a:path extrusionOk="0" h="354" w="10942">
                    <a:moveTo>
                      <a:pt x="115" y="196"/>
                    </a:moveTo>
                    <a:lnTo>
                      <a:pt x="115" y="196"/>
                    </a:lnTo>
                    <a:cubicBezTo>
                      <a:pt x="136" y="240"/>
                      <a:pt x="158" y="289"/>
                      <a:pt x="164" y="354"/>
                    </a:cubicBezTo>
                    <a:cubicBezTo>
                      <a:pt x="10942" y="354"/>
                      <a:pt x="10942" y="354"/>
                      <a:pt x="10942" y="354"/>
                    </a:cubicBezTo>
                    <a:cubicBezTo>
                      <a:pt x="10942" y="224"/>
                      <a:pt x="10942" y="224"/>
                      <a:pt x="10942" y="224"/>
                    </a:cubicBezTo>
                    <a:cubicBezTo>
                      <a:pt x="3594" y="224"/>
                      <a:pt x="3594" y="224"/>
                      <a:pt x="3594" y="224"/>
                    </a:cubicBezTo>
                    <a:cubicBezTo>
                      <a:pt x="3115" y="224"/>
                      <a:pt x="3115" y="224"/>
                      <a:pt x="3115" y="224"/>
                    </a:cubicBezTo>
                    <a:cubicBezTo>
                      <a:pt x="1050" y="224"/>
                      <a:pt x="1050" y="224"/>
                      <a:pt x="1050" y="224"/>
                    </a:cubicBezTo>
                    <a:lnTo>
                      <a:pt x="1050" y="224"/>
                    </a:lnTo>
                    <a:cubicBezTo>
                      <a:pt x="539" y="224"/>
                      <a:pt x="539" y="224"/>
                      <a:pt x="539" y="224"/>
                    </a:cubicBezTo>
                    <a:cubicBezTo>
                      <a:pt x="131" y="224"/>
                      <a:pt x="131" y="224"/>
                      <a:pt x="131" y="224"/>
                    </a:cubicBezTo>
                    <a:cubicBezTo>
                      <a:pt x="115" y="196"/>
                      <a:pt x="115" y="196"/>
                      <a:pt x="115" y="196"/>
                    </a:cubicBezTo>
                    <a:moveTo>
                      <a:pt x="77" y="125"/>
                    </a:moveTo>
                    <a:lnTo>
                      <a:pt x="77" y="125"/>
                    </a:lnTo>
                    <a:cubicBezTo>
                      <a:pt x="115" y="196"/>
                      <a:pt x="115" y="196"/>
                      <a:pt x="115" y="196"/>
                    </a:cubicBezTo>
                    <a:cubicBezTo>
                      <a:pt x="104" y="169"/>
                      <a:pt x="88" y="147"/>
                      <a:pt x="77" y="125"/>
                    </a:cubicBezTo>
                    <a:moveTo>
                      <a:pt x="0" y="0"/>
                    </a:moveTo>
                    <a:lnTo>
                      <a:pt x="0" y="0"/>
                    </a:lnTo>
                    <a:cubicBezTo>
                      <a:pt x="22" y="44"/>
                      <a:pt x="50" y="82"/>
                      <a:pt x="77" y="125"/>
                    </a:cubicBezTo>
                    <a:cubicBezTo>
                      <a:pt x="0" y="0"/>
                      <a:pt x="0" y="0"/>
                      <a:pt x="0" y="0"/>
                    </a:cubicBezTo>
                    <a:close/>
                  </a:path>
                </a:pathLst>
              </a:custGeom>
              <a:solidFill>
                <a:schemeClr val="accent6"/>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39" name="Google Shape;1439;p29"/>
              <p:cNvSpPr/>
              <p:nvPr/>
            </p:nvSpPr>
            <p:spPr>
              <a:xfrm>
                <a:off x="-10328315" y="8740630"/>
                <a:ext cx="684360" cy="423720"/>
              </a:xfrm>
              <a:custGeom>
                <a:rect b="b" l="l" r="r" t="t"/>
                <a:pathLst>
                  <a:path extrusionOk="0" h="1177" w="1901">
                    <a:moveTo>
                      <a:pt x="0" y="6"/>
                    </a:moveTo>
                    <a:lnTo>
                      <a:pt x="0" y="6"/>
                    </a:lnTo>
                    <a:cubicBezTo>
                      <a:pt x="670" y="691"/>
                      <a:pt x="1318" y="1187"/>
                      <a:pt x="1901" y="1176"/>
                    </a:cubicBezTo>
                    <a:cubicBezTo>
                      <a:pt x="1819" y="-147"/>
                      <a:pt x="0" y="6"/>
                      <a:pt x="0" y="6"/>
                    </a:cubicBezTo>
                    <a:moveTo>
                      <a:pt x="403" y="218"/>
                    </a:moveTo>
                    <a:lnTo>
                      <a:pt x="403" y="218"/>
                    </a:lnTo>
                    <a:cubicBezTo>
                      <a:pt x="403" y="218"/>
                      <a:pt x="1574" y="115"/>
                      <a:pt x="1623" y="969"/>
                    </a:cubicBezTo>
                    <a:cubicBezTo>
                      <a:pt x="1253" y="974"/>
                      <a:pt x="839" y="653"/>
                      <a:pt x="403" y="218"/>
                    </a:cubicBezTo>
                    <a:close/>
                  </a:path>
                </a:pathLst>
              </a:custGeom>
              <a:solidFill>
                <a:schemeClr val="accent6"/>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0" name="Google Shape;1440;p29"/>
              <p:cNvSpPr/>
              <p:nvPr/>
            </p:nvSpPr>
            <p:spPr>
              <a:xfrm>
                <a:off x="-7648115" y="8821270"/>
                <a:ext cx="401760" cy="273960"/>
              </a:xfrm>
              <a:custGeom>
                <a:rect b="b" l="l" r="r" t="t"/>
                <a:pathLst>
                  <a:path extrusionOk="0" h="761" w="1116">
                    <a:moveTo>
                      <a:pt x="643" y="0"/>
                    </a:moveTo>
                    <a:lnTo>
                      <a:pt x="643" y="0"/>
                    </a:lnTo>
                    <a:cubicBezTo>
                      <a:pt x="964" y="5"/>
                      <a:pt x="1116" y="207"/>
                      <a:pt x="1116" y="385"/>
                    </a:cubicBezTo>
                    <a:cubicBezTo>
                      <a:pt x="1111" y="565"/>
                      <a:pt x="958" y="761"/>
                      <a:pt x="632" y="761"/>
                    </a:cubicBezTo>
                    <a:cubicBezTo>
                      <a:pt x="305" y="756"/>
                      <a:pt x="0" y="565"/>
                      <a:pt x="0" y="375"/>
                    </a:cubicBezTo>
                    <a:cubicBezTo>
                      <a:pt x="0" y="185"/>
                      <a:pt x="316" y="0"/>
                      <a:pt x="643" y="0"/>
                    </a:cubicBez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1" name="Google Shape;1441;p29"/>
              <p:cNvSpPr/>
              <p:nvPr/>
            </p:nvSpPr>
            <p:spPr>
              <a:xfrm>
                <a:off x="-7285235" y="8907670"/>
                <a:ext cx="80280" cy="103320"/>
              </a:xfrm>
              <a:custGeom>
                <a:rect b="b" l="l" r="r" t="t"/>
                <a:pathLst>
                  <a:path extrusionOk="0" h="287" w="223">
                    <a:moveTo>
                      <a:pt x="223" y="86"/>
                    </a:moveTo>
                    <a:lnTo>
                      <a:pt x="223" y="86"/>
                    </a:lnTo>
                    <a:cubicBezTo>
                      <a:pt x="217" y="206"/>
                      <a:pt x="217" y="206"/>
                      <a:pt x="217" y="206"/>
                    </a:cubicBezTo>
                    <a:cubicBezTo>
                      <a:pt x="217" y="249"/>
                      <a:pt x="185" y="287"/>
                      <a:pt x="136" y="287"/>
                    </a:cubicBezTo>
                    <a:cubicBezTo>
                      <a:pt x="81" y="287"/>
                      <a:pt x="81" y="287"/>
                      <a:pt x="81" y="287"/>
                    </a:cubicBezTo>
                    <a:cubicBezTo>
                      <a:pt x="38" y="287"/>
                      <a:pt x="0" y="249"/>
                      <a:pt x="0" y="206"/>
                    </a:cubicBezTo>
                    <a:cubicBezTo>
                      <a:pt x="0" y="86"/>
                      <a:pt x="0" y="86"/>
                      <a:pt x="0" y="86"/>
                    </a:cubicBezTo>
                    <a:cubicBezTo>
                      <a:pt x="5" y="38"/>
                      <a:pt x="38" y="0"/>
                      <a:pt x="86" y="0"/>
                    </a:cubicBezTo>
                    <a:cubicBezTo>
                      <a:pt x="141" y="5"/>
                      <a:pt x="141" y="5"/>
                      <a:pt x="141" y="5"/>
                    </a:cubicBezTo>
                    <a:cubicBezTo>
                      <a:pt x="185" y="5"/>
                      <a:pt x="223" y="43"/>
                      <a:pt x="223" y="86"/>
                    </a:cubicBez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2" name="Google Shape;1442;p29"/>
              <p:cNvSpPr/>
              <p:nvPr/>
            </p:nvSpPr>
            <p:spPr>
              <a:xfrm>
                <a:off x="-7277675" y="8863030"/>
                <a:ext cx="1241280" cy="160200"/>
              </a:xfrm>
              <a:custGeom>
                <a:rect b="b" l="l" r="r" t="t"/>
                <a:pathLst>
                  <a:path extrusionOk="0" h="445" w="3448">
                    <a:moveTo>
                      <a:pt x="87" y="189"/>
                    </a:moveTo>
                    <a:lnTo>
                      <a:pt x="87" y="189"/>
                    </a:lnTo>
                    <a:cubicBezTo>
                      <a:pt x="87" y="189"/>
                      <a:pt x="300" y="205"/>
                      <a:pt x="610" y="135"/>
                    </a:cubicBezTo>
                    <a:cubicBezTo>
                      <a:pt x="768" y="102"/>
                      <a:pt x="948" y="36"/>
                      <a:pt x="1160" y="9"/>
                    </a:cubicBezTo>
                    <a:cubicBezTo>
                      <a:pt x="1373" y="-23"/>
                      <a:pt x="1624" y="36"/>
                      <a:pt x="1798" y="178"/>
                    </a:cubicBezTo>
                    <a:cubicBezTo>
                      <a:pt x="1972" y="308"/>
                      <a:pt x="2157" y="405"/>
                      <a:pt x="2364" y="389"/>
                    </a:cubicBezTo>
                    <a:cubicBezTo>
                      <a:pt x="2566" y="384"/>
                      <a:pt x="2751" y="324"/>
                      <a:pt x="2909" y="291"/>
                    </a:cubicBezTo>
                    <a:cubicBezTo>
                      <a:pt x="3231" y="215"/>
                      <a:pt x="3448" y="237"/>
                      <a:pt x="3448" y="237"/>
                    </a:cubicBezTo>
                    <a:cubicBezTo>
                      <a:pt x="3448" y="237"/>
                      <a:pt x="3231" y="226"/>
                      <a:pt x="2914" y="313"/>
                    </a:cubicBezTo>
                    <a:cubicBezTo>
                      <a:pt x="2756" y="357"/>
                      <a:pt x="2577" y="427"/>
                      <a:pt x="2364" y="438"/>
                    </a:cubicBezTo>
                    <a:cubicBezTo>
                      <a:pt x="2157" y="471"/>
                      <a:pt x="1923" y="368"/>
                      <a:pt x="1754" y="248"/>
                    </a:cubicBezTo>
                    <a:cubicBezTo>
                      <a:pt x="1389" y="-23"/>
                      <a:pt x="953" y="183"/>
                      <a:pt x="643" y="269"/>
                    </a:cubicBezTo>
                    <a:cubicBezTo>
                      <a:pt x="322" y="362"/>
                      <a:pt x="93" y="351"/>
                      <a:pt x="93" y="351"/>
                    </a:cubicBezTo>
                    <a:cubicBezTo>
                      <a:pt x="76" y="351"/>
                      <a:pt x="76" y="351"/>
                      <a:pt x="76" y="351"/>
                    </a:cubicBezTo>
                    <a:cubicBezTo>
                      <a:pt x="33" y="346"/>
                      <a:pt x="-5" y="308"/>
                      <a:pt x="0" y="264"/>
                    </a:cubicBezTo>
                    <a:cubicBezTo>
                      <a:pt x="0" y="220"/>
                      <a:pt x="38" y="183"/>
                      <a:pt x="87" y="189"/>
                    </a:cubicBez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3" name="Google Shape;1443;p29"/>
              <p:cNvSpPr/>
              <p:nvPr/>
            </p:nvSpPr>
            <p:spPr>
              <a:xfrm>
                <a:off x="-9483395" y="8805430"/>
                <a:ext cx="421200" cy="288000"/>
              </a:xfrm>
              <a:custGeom>
                <a:rect b="b" l="l" r="r" t="t"/>
                <a:pathLst>
                  <a:path extrusionOk="0" h="800" w="1170">
                    <a:moveTo>
                      <a:pt x="670" y="0"/>
                    </a:moveTo>
                    <a:lnTo>
                      <a:pt x="670" y="0"/>
                    </a:lnTo>
                    <a:cubicBezTo>
                      <a:pt x="1013" y="6"/>
                      <a:pt x="1170" y="212"/>
                      <a:pt x="1170" y="402"/>
                    </a:cubicBezTo>
                    <a:cubicBezTo>
                      <a:pt x="1170" y="593"/>
                      <a:pt x="1007" y="800"/>
                      <a:pt x="664" y="800"/>
                    </a:cubicBezTo>
                    <a:cubicBezTo>
                      <a:pt x="321" y="794"/>
                      <a:pt x="-6" y="593"/>
                      <a:pt x="0" y="391"/>
                    </a:cubicBezTo>
                    <a:cubicBezTo>
                      <a:pt x="0" y="196"/>
                      <a:pt x="327" y="0"/>
                      <a:pt x="670" y="0"/>
                    </a:cubicBez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4" name="Google Shape;1444;p29"/>
              <p:cNvSpPr/>
              <p:nvPr/>
            </p:nvSpPr>
            <p:spPr>
              <a:xfrm>
                <a:off x="-9103235" y="8895790"/>
                <a:ext cx="84240" cy="109440"/>
              </a:xfrm>
              <a:custGeom>
                <a:rect b="b" l="l" r="r" t="t"/>
                <a:pathLst>
                  <a:path extrusionOk="0" h="304" w="234">
                    <a:moveTo>
                      <a:pt x="234" y="5"/>
                    </a:moveTo>
                    <a:lnTo>
                      <a:pt x="234" y="298"/>
                    </a:lnTo>
                    <a:lnTo>
                      <a:pt x="229" y="304"/>
                    </a:lnTo>
                    <a:lnTo>
                      <a:pt x="6" y="304"/>
                    </a:lnTo>
                    <a:lnTo>
                      <a:pt x="0" y="298"/>
                    </a:lnTo>
                    <a:lnTo>
                      <a:pt x="6" y="5"/>
                    </a:lnTo>
                    <a:lnTo>
                      <a:pt x="6" y="0"/>
                    </a:lnTo>
                    <a:lnTo>
                      <a:pt x="234" y="5"/>
                    </a:ln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5" name="Google Shape;1445;p29"/>
              <p:cNvSpPr/>
              <p:nvPr/>
            </p:nvSpPr>
            <p:spPr>
              <a:xfrm>
                <a:off x="-9083435" y="8887150"/>
                <a:ext cx="1190160" cy="167400"/>
              </a:xfrm>
              <a:custGeom>
                <a:rect b="b" l="l" r="r" t="t"/>
                <a:pathLst>
                  <a:path extrusionOk="0" h="465" w="3306">
                    <a:moveTo>
                      <a:pt x="98" y="78"/>
                    </a:moveTo>
                    <a:lnTo>
                      <a:pt x="98" y="78"/>
                    </a:lnTo>
                    <a:cubicBezTo>
                      <a:pt x="98" y="78"/>
                      <a:pt x="310" y="68"/>
                      <a:pt x="632" y="148"/>
                    </a:cubicBezTo>
                    <a:cubicBezTo>
                      <a:pt x="942" y="263"/>
                      <a:pt x="1312" y="469"/>
                      <a:pt x="1705" y="284"/>
                    </a:cubicBezTo>
                    <a:cubicBezTo>
                      <a:pt x="1895" y="213"/>
                      <a:pt x="2070" y="89"/>
                      <a:pt x="2260" y="29"/>
                    </a:cubicBezTo>
                    <a:cubicBezTo>
                      <a:pt x="2462" y="-36"/>
                      <a:pt x="2653" y="24"/>
                      <a:pt x="2799" y="62"/>
                    </a:cubicBezTo>
                    <a:cubicBezTo>
                      <a:pt x="3093" y="170"/>
                      <a:pt x="3306" y="181"/>
                      <a:pt x="3306" y="181"/>
                    </a:cubicBezTo>
                    <a:cubicBezTo>
                      <a:pt x="3306" y="181"/>
                      <a:pt x="3093" y="181"/>
                      <a:pt x="2794" y="89"/>
                    </a:cubicBezTo>
                    <a:cubicBezTo>
                      <a:pt x="2642" y="57"/>
                      <a:pt x="2456" y="13"/>
                      <a:pt x="2277" y="78"/>
                    </a:cubicBezTo>
                    <a:cubicBezTo>
                      <a:pt x="2102" y="143"/>
                      <a:pt x="1934" y="273"/>
                      <a:pt x="1737" y="366"/>
                    </a:cubicBezTo>
                    <a:cubicBezTo>
                      <a:pt x="1541" y="459"/>
                      <a:pt x="1312" y="486"/>
                      <a:pt x="1111" y="448"/>
                    </a:cubicBezTo>
                    <a:cubicBezTo>
                      <a:pt x="898" y="410"/>
                      <a:pt x="740" y="317"/>
                      <a:pt x="593" y="290"/>
                    </a:cubicBezTo>
                    <a:cubicBezTo>
                      <a:pt x="305" y="230"/>
                      <a:pt x="92" y="252"/>
                      <a:pt x="92" y="252"/>
                    </a:cubicBezTo>
                    <a:cubicBezTo>
                      <a:pt x="43" y="252"/>
                      <a:pt x="5" y="219"/>
                      <a:pt x="0" y="170"/>
                    </a:cubicBezTo>
                    <a:cubicBezTo>
                      <a:pt x="-6" y="127"/>
                      <a:pt x="32" y="84"/>
                      <a:pt x="81" y="78"/>
                    </a:cubicBezTo>
                    <a:lnTo>
                      <a:pt x="81" y="78"/>
                    </a:lnTo>
                    <a:lnTo>
                      <a:pt x="98" y="78"/>
                    </a:ln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446" name="Google Shape;1446;p29"/>
            <p:cNvGrpSpPr/>
            <p:nvPr/>
          </p:nvGrpSpPr>
          <p:grpSpPr>
            <a:xfrm rot="411768">
              <a:off x="6507705" y="1248179"/>
              <a:ext cx="1646998" cy="1321170"/>
              <a:chOff x="6470956" y="1184716"/>
              <a:chExt cx="1646890" cy="1321084"/>
            </a:xfrm>
          </p:grpSpPr>
          <p:sp>
            <p:nvSpPr>
              <p:cNvPr id="1447" name="Google Shape;1447;p29"/>
              <p:cNvSpPr/>
              <p:nvPr/>
            </p:nvSpPr>
            <p:spPr>
              <a:xfrm rot="-1900965">
                <a:off x="6540723" y="1529515"/>
                <a:ext cx="390365" cy="376437"/>
              </a:xfrm>
              <a:custGeom>
                <a:rect b="b" l="l" r="r" t="t"/>
                <a:pathLst>
                  <a:path extrusionOk="0" h="4784" w="4961">
                    <a:moveTo>
                      <a:pt x="2995" y="4784"/>
                    </a:moveTo>
                    <a:lnTo>
                      <a:pt x="2995" y="4784"/>
                    </a:lnTo>
                    <a:cubicBezTo>
                      <a:pt x="2980" y="4784"/>
                      <a:pt x="2970" y="4779"/>
                      <a:pt x="2960" y="4768"/>
                    </a:cubicBezTo>
                    <a:cubicBezTo>
                      <a:pt x="2739" y="4533"/>
                      <a:pt x="2458" y="4141"/>
                      <a:pt x="2157" y="3725"/>
                    </a:cubicBezTo>
                    <a:cubicBezTo>
                      <a:pt x="1751" y="3163"/>
                      <a:pt x="1289" y="2531"/>
                      <a:pt x="918" y="2195"/>
                    </a:cubicBezTo>
                    <a:cubicBezTo>
                      <a:pt x="131" y="1493"/>
                      <a:pt x="131" y="1493"/>
                      <a:pt x="131" y="1493"/>
                    </a:cubicBezTo>
                    <a:cubicBezTo>
                      <a:pt x="56" y="1423"/>
                      <a:pt x="10" y="1327"/>
                      <a:pt x="0" y="1222"/>
                    </a:cubicBezTo>
                    <a:cubicBezTo>
                      <a:pt x="-5" y="1117"/>
                      <a:pt x="31" y="1016"/>
                      <a:pt x="100" y="941"/>
                    </a:cubicBezTo>
                    <a:cubicBezTo>
                      <a:pt x="828" y="128"/>
                      <a:pt x="828" y="128"/>
                      <a:pt x="828" y="128"/>
                    </a:cubicBezTo>
                    <a:cubicBezTo>
                      <a:pt x="973" y="-32"/>
                      <a:pt x="1219" y="-42"/>
                      <a:pt x="1380" y="98"/>
                    </a:cubicBezTo>
                    <a:cubicBezTo>
                      <a:pt x="2162" y="805"/>
                      <a:pt x="2162" y="805"/>
                      <a:pt x="2162" y="805"/>
                    </a:cubicBezTo>
                    <a:cubicBezTo>
                      <a:pt x="2619" y="1212"/>
                      <a:pt x="3336" y="1618"/>
                      <a:pt x="3968" y="1974"/>
                    </a:cubicBezTo>
                    <a:cubicBezTo>
                      <a:pt x="4344" y="2190"/>
                      <a:pt x="4701" y="2391"/>
                      <a:pt x="4942" y="2561"/>
                    </a:cubicBezTo>
                    <a:cubicBezTo>
                      <a:pt x="4951" y="2567"/>
                      <a:pt x="4957" y="2582"/>
                      <a:pt x="4961" y="2592"/>
                    </a:cubicBezTo>
                    <a:cubicBezTo>
                      <a:pt x="4961" y="2607"/>
                      <a:pt x="4957" y="2617"/>
                      <a:pt x="4946" y="2627"/>
                    </a:cubicBezTo>
                    <a:cubicBezTo>
                      <a:pt x="3030" y="4768"/>
                      <a:pt x="3030" y="4768"/>
                      <a:pt x="3030" y="4768"/>
                    </a:cubicBezTo>
                    <a:cubicBezTo>
                      <a:pt x="3020" y="4779"/>
                      <a:pt x="3010" y="4784"/>
                      <a:pt x="2995" y="4784"/>
                    </a:cubicBezTo>
                    <a:moveTo>
                      <a:pt x="1114" y="88"/>
                    </a:moveTo>
                    <a:lnTo>
                      <a:pt x="1114" y="88"/>
                    </a:lnTo>
                    <a:cubicBezTo>
                      <a:pt x="1034" y="88"/>
                      <a:pt x="953" y="124"/>
                      <a:pt x="898" y="184"/>
                    </a:cubicBezTo>
                    <a:cubicBezTo>
                      <a:pt x="166" y="1001"/>
                      <a:pt x="166" y="1001"/>
                      <a:pt x="166" y="1001"/>
                    </a:cubicBezTo>
                    <a:cubicBezTo>
                      <a:pt x="110" y="1062"/>
                      <a:pt x="85" y="1137"/>
                      <a:pt x="91" y="1217"/>
                    </a:cubicBezTo>
                    <a:cubicBezTo>
                      <a:pt x="96" y="1297"/>
                      <a:pt x="131" y="1372"/>
                      <a:pt x="191" y="1423"/>
                    </a:cubicBezTo>
                    <a:cubicBezTo>
                      <a:pt x="978" y="2130"/>
                      <a:pt x="978" y="2130"/>
                      <a:pt x="978" y="2130"/>
                    </a:cubicBezTo>
                    <a:cubicBezTo>
                      <a:pt x="1360" y="2471"/>
                      <a:pt x="1821" y="3108"/>
                      <a:pt x="2227" y="3675"/>
                    </a:cubicBezTo>
                    <a:cubicBezTo>
                      <a:pt x="2514" y="4066"/>
                      <a:pt x="2779" y="4438"/>
                      <a:pt x="2995" y="4668"/>
                    </a:cubicBezTo>
                    <a:cubicBezTo>
                      <a:pt x="4846" y="2607"/>
                      <a:pt x="4846" y="2607"/>
                      <a:pt x="4846" y="2607"/>
                    </a:cubicBezTo>
                    <a:cubicBezTo>
                      <a:pt x="4610" y="2441"/>
                      <a:pt x="4274" y="2255"/>
                      <a:pt x="3923" y="2055"/>
                    </a:cubicBezTo>
                    <a:cubicBezTo>
                      <a:pt x="3286" y="1693"/>
                      <a:pt x="2568" y="1287"/>
                      <a:pt x="2107" y="871"/>
                    </a:cubicBezTo>
                    <a:cubicBezTo>
                      <a:pt x="1320" y="168"/>
                      <a:pt x="1320" y="168"/>
                      <a:pt x="1320" y="168"/>
                    </a:cubicBezTo>
                    <a:cubicBezTo>
                      <a:pt x="1264" y="113"/>
                      <a:pt x="1189" y="88"/>
                      <a:pt x="1114" y="88"/>
                    </a:cubicBezTo>
                    <a:close/>
                  </a:path>
                </a:pathLst>
              </a:custGeom>
              <a:solidFill>
                <a:schemeClr val="lt1"/>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8" name="Google Shape;1448;p29"/>
              <p:cNvSpPr/>
              <p:nvPr/>
            </p:nvSpPr>
            <p:spPr>
              <a:xfrm rot="-1900965">
                <a:off x="6536692" y="1565007"/>
                <a:ext cx="283823" cy="274381"/>
              </a:xfrm>
              <a:custGeom>
                <a:rect b="b" l="l" r="r" t="t"/>
                <a:pathLst>
                  <a:path extrusionOk="0" h="3487" w="3607">
                    <a:moveTo>
                      <a:pt x="0" y="1179"/>
                    </a:moveTo>
                    <a:lnTo>
                      <a:pt x="2528" y="3487"/>
                    </a:lnTo>
                    <a:lnTo>
                      <a:pt x="3607" y="2303"/>
                    </a:lnTo>
                    <a:lnTo>
                      <a:pt x="1078" y="0"/>
                    </a:lnTo>
                    <a:lnTo>
                      <a:pt x="0" y="1179"/>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49" name="Google Shape;1449;p29"/>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0" name="Google Shape;1450;p29"/>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1" name="Google Shape;1451;p29"/>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2" name="Google Shape;1452;p29"/>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3" name="Google Shape;1453;p29"/>
              <p:cNvSpPr/>
              <p:nvPr/>
            </p:nvSpPr>
            <p:spPr>
              <a:xfrm rot="-1900965">
                <a:off x="6945714" y="1378055"/>
                <a:ext cx="1001368" cy="934405"/>
              </a:xfrm>
              <a:custGeom>
                <a:rect b="b" l="l" r="r" t="t"/>
                <a:pathLst>
                  <a:path extrusionOk="0" h="11875" w="12726">
                    <a:moveTo>
                      <a:pt x="9590" y="10920"/>
                    </a:moveTo>
                    <a:lnTo>
                      <a:pt x="9590" y="10920"/>
                    </a:lnTo>
                    <a:cubicBezTo>
                      <a:pt x="8903" y="10394"/>
                      <a:pt x="6766" y="7775"/>
                      <a:pt x="5437" y="6561"/>
                    </a:cubicBezTo>
                    <a:cubicBezTo>
                      <a:pt x="3316" y="4626"/>
                      <a:pt x="772" y="3161"/>
                      <a:pt x="0" y="2173"/>
                    </a:cubicBezTo>
                    <a:cubicBezTo>
                      <a:pt x="1981" y="0"/>
                      <a:pt x="1981" y="0"/>
                      <a:pt x="1981" y="0"/>
                    </a:cubicBezTo>
                    <a:cubicBezTo>
                      <a:pt x="2974" y="527"/>
                      <a:pt x="4555" y="2910"/>
                      <a:pt x="6851" y="5011"/>
                    </a:cubicBezTo>
                    <a:cubicBezTo>
                      <a:pt x="8186" y="6225"/>
                      <a:pt x="10869" y="8016"/>
                      <a:pt x="11571" y="8753"/>
                    </a:cubicBezTo>
                    <a:cubicBezTo>
                      <a:pt x="12274" y="9486"/>
                      <a:pt x="13227" y="10619"/>
                      <a:pt x="12414" y="11507"/>
                    </a:cubicBezTo>
                    <a:cubicBezTo>
                      <a:pt x="11602" y="12400"/>
                      <a:pt x="10278" y="11452"/>
                      <a:pt x="9590" y="10920"/>
                    </a:cubicBez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4" name="Google Shape;1454;p29"/>
              <p:cNvSpPr/>
              <p:nvPr/>
            </p:nvSpPr>
            <p:spPr>
              <a:xfrm rot="-1900965">
                <a:off x="7348021" y="1774231"/>
                <a:ext cx="143210" cy="135892"/>
              </a:xfrm>
              <a:custGeom>
                <a:rect b="b" l="l" r="r" t="t"/>
                <a:pathLst>
                  <a:path extrusionOk="0" h="1727" w="1820">
                    <a:moveTo>
                      <a:pt x="1727" y="1609"/>
                    </a:moveTo>
                    <a:lnTo>
                      <a:pt x="1727" y="1609"/>
                    </a:lnTo>
                    <a:cubicBezTo>
                      <a:pt x="1512" y="1850"/>
                      <a:pt x="965" y="1709"/>
                      <a:pt x="513" y="1298"/>
                    </a:cubicBezTo>
                    <a:cubicBezTo>
                      <a:pt x="62" y="886"/>
                      <a:pt x="-129" y="355"/>
                      <a:pt x="92" y="114"/>
                    </a:cubicBezTo>
                    <a:cubicBezTo>
                      <a:pt x="308" y="-122"/>
                      <a:pt x="855" y="19"/>
                      <a:pt x="1306" y="430"/>
                    </a:cubicBezTo>
                    <a:cubicBezTo>
                      <a:pt x="1758" y="841"/>
                      <a:pt x="1948" y="1373"/>
                      <a:pt x="1727" y="1609"/>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5" name="Google Shape;1455;p29"/>
              <p:cNvSpPr/>
              <p:nvPr/>
            </p:nvSpPr>
            <p:spPr>
              <a:xfrm rot="-1900965">
                <a:off x="7351239" y="1773318"/>
                <a:ext cx="137544" cy="128181"/>
              </a:xfrm>
              <a:custGeom>
                <a:rect b="b" l="l" r="r" t="t"/>
                <a:pathLst>
                  <a:path extrusionOk="0" h="1629" w="1748">
                    <a:moveTo>
                      <a:pt x="1103" y="570"/>
                    </a:moveTo>
                    <a:lnTo>
                      <a:pt x="1103" y="570"/>
                    </a:lnTo>
                    <a:cubicBezTo>
                      <a:pt x="1721" y="1137"/>
                      <a:pt x="1636" y="1629"/>
                      <a:pt x="1636" y="1629"/>
                    </a:cubicBezTo>
                    <a:cubicBezTo>
                      <a:pt x="1645" y="1624"/>
                      <a:pt x="1650" y="1619"/>
                      <a:pt x="1655" y="1609"/>
                    </a:cubicBezTo>
                    <a:cubicBezTo>
                      <a:pt x="1876" y="1373"/>
                      <a:pt x="1686" y="841"/>
                      <a:pt x="1234" y="430"/>
                    </a:cubicBezTo>
                    <a:cubicBezTo>
                      <a:pt x="783" y="19"/>
                      <a:pt x="236" y="-122"/>
                      <a:pt x="20" y="114"/>
                    </a:cubicBezTo>
                    <a:cubicBezTo>
                      <a:pt x="10" y="124"/>
                      <a:pt x="5" y="129"/>
                      <a:pt x="0" y="139"/>
                    </a:cubicBezTo>
                    <a:cubicBezTo>
                      <a:pt x="0" y="139"/>
                      <a:pt x="487" y="8"/>
                      <a:pt x="1103" y="57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6" name="Google Shape;1456;p29"/>
              <p:cNvSpPr/>
              <p:nvPr/>
            </p:nvSpPr>
            <p:spPr>
              <a:xfrm rot="-1900965">
                <a:off x="7348021" y="1774231"/>
                <a:ext cx="143210" cy="135892"/>
              </a:xfrm>
              <a:custGeom>
                <a:rect b="b" l="l" r="r" t="t"/>
                <a:pathLst>
                  <a:path extrusionOk="0" h="1727" w="1820">
                    <a:moveTo>
                      <a:pt x="1306" y="430"/>
                    </a:moveTo>
                    <a:lnTo>
                      <a:pt x="1306" y="430"/>
                    </a:lnTo>
                    <a:cubicBezTo>
                      <a:pt x="855" y="19"/>
                      <a:pt x="308" y="-122"/>
                      <a:pt x="92" y="114"/>
                    </a:cubicBezTo>
                    <a:cubicBezTo>
                      <a:pt x="-129" y="355"/>
                      <a:pt x="62" y="886"/>
                      <a:pt x="513" y="1298"/>
                    </a:cubicBezTo>
                    <a:cubicBezTo>
                      <a:pt x="965" y="1709"/>
                      <a:pt x="1512" y="1850"/>
                      <a:pt x="1727" y="1609"/>
                    </a:cubicBezTo>
                    <a:cubicBezTo>
                      <a:pt x="1948" y="1373"/>
                      <a:pt x="1758" y="841"/>
                      <a:pt x="1306" y="430"/>
                    </a:cubicBezTo>
                    <a:moveTo>
                      <a:pt x="559" y="1248"/>
                    </a:moveTo>
                    <a:lnTo>
                      <a:pt x="559" y="1248"/>
                    </a:lnTo>
                    <a:cubicBezTo>
                      <a:pt x="157" y="881"/>
                      <a:pt x="-8" y="415"/>
                      <a:pt x="182" y="204"/>
                    </a:cubicBezTo>
                    <a:cubicBezTo>
                      <a:pt x="378" y="-12"/>
                      <a:pt x="860" y="114"/>
                      <a:pt x="1261" y="480"/>
                    </a:cubicBezTo>
                    <a:cubicBezTo>
                      <a:pt x="1657" y="846"/>
                      <a:pt x="1828" y="1313"/>
                      <a:pt x="1632" y="1524"/>
                    </a:cubicBezTo>
                    <a:cubicBezTo>
                      <a:pt x="1442" y="1734"/>
                      <a:pt x="960" y="1614"/>
                      <a:pt x="559" y="1248"/>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7" name="Google Shape;1457;p29"/>
              <p:cNvSpPr/>
              <p:nvPr/>
            </p:nvSpPr>
            <p:spPr>
              <a:xfrm rot="-1900965">
                <a:off x="7366784" y="1805304"/>
                <a:ext cx="61140" cy="65546"/>
              </a:xfrm>
              <a:custGeom>
                <a:rect b="b" l="l" r="r" t="t"/>
                <a:pathLst>
                  <a:path extrusionOk="0" h="833" w="777">
                    <a:moveTo>
                      <a:pt x="777" y="85"/>
                    </a:moveTo>
                    <a:lnTo>
                      <a:pt x="777" y="85"/>
                    </a:lnTo>
                    <a:cubicBezTo>
                      <a:pt x="732" y="55"/>
                      <a:pt x="692" y="25"/>
                      <a:pt x="647" y="0"/>
                    </a:cubicBezTo>
                    <a:cubicBezTo>
                      <a:pt x="0" y="708"/>
                      <a:pt x="0" y="708"/>
                      <a:pt x="0" y="708"/>
                    </a:cubicBezTo>
                    <a:cubicBezTo>
                      <a:pt x="30" y="753"/>
                      <a:pt x="60" y="793"/>
                      <a:pt x="95" y="833"/>
                    </a:cubicBezTo>
                    <a:lnTo>
                      <a:pt x="777" y="85"/>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8" name="Google Shape;1458;p29"/>
              <p:cNvSpPr/>
              <p:nvPr/>
            </p:nvSpPr>
            <p:spPr>
              <a:xfrm rot="-1900965">
                <a:off x="7414081" y="1815162"/>
                <a:ext cx="58858" cy="63107"/>
              </a:xfrm>
              <a:custGeom>
                <a:rect b="b" l="l" r="r" t="t"/>
                <a:pathLst>
                  <a:path extrusionOk="0" h="802" w="748">
                    <a:moveTo>
                      <a:pt x="748" y="90"/>
                    </a:moveTo>
                    <a:lnTo>
                      <a:pt x="748" y="90"/>
                    </a:lnTo>
                    <a:cubicBezTo>
                      <a:pt x="723" y="60"/>
                      <a:pt x="703" y="30"/>
                      <a:pt x="678" y="0"/>
                    </a:cubicBezTo>
                    <a:cubicBezTo>
                      <a:pt x="0" y="737"/>
                      <a:pt x="0" y="737"/>
                      <a:pt x="0" y="737"/>
                    </a:cubicBezTo>
                    <a:cubicBezTo>
                      <a:pt x="35" y="762"/>
                      <a:pt x="66" y="782"/>
                      <a:pt x="101" y="802"/>
                    </a:cubicBezTo>
                    <a:lnTo>
                      <a:pt x="748" y="90"/>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59" name="Google Shape;1459;p29"/>
              <p:cNvSpPr/>
              <p:nvPr/>
            </p:nvSpPr>
            <p:spPr>
              <a:xfrm rot="-1900965">
                <a:off x="6985976" y="1519946"/>
                <a:ext cx="1000974" cy="781202"/>
              </a:xfrm>
              <a:custGeom>
                <a:rect b="b" l="l" r="r" t="t"/>
                <a:pathLst>
                  <a:path extrusionOk="0" h="9928" w="12721">
                    <a:moveTo>
                      <a:pt x="12721" y="8923"/>
                    </a:moveTo>
                    <a:lnTo>
                      <a:pt x="12721" y="8923"/>
                    </a:lnTo>
                    <a:cubicBezTo>
                      <a:pt x="12670" y="9029"/>
                      <a:pt x="12600" y="9134"/>
                      <a:pt x="12505" y="9239"/>
                    </a:cubicBezTo>
                    <a:cubicBezTo>
                      <a:pt x="11692" y="10127"/>
                      <a:pt x="10383" y="9189"/>
                      <a:pt x="9701" y="8667"/>
                    </a:cubicBezTo>
                    <a:cubicBezTo>
                      <a:pt x="8677" y="7885"/>
                      <a:pt x="6952" y="5502"/>
                      <a:pt x="5632" y="4303"/>
                    </a:cubicBezTo>
                    <a:cubicBezTo>
                      <a:pt x="3531" y="2383"/>
                      <a:pt x="1394" y="1540"/>
                      <a:pt x="205" y="0"/>
                    </a:cubicBezTo>
                    <a:cubicBezTo>
                      <a:pt x="0" y="226"/>
                      <a:pt x="0" y="226"/>
                      <a:pt x="0" y="226"/>
                    </a:cubicBezTo>
                    <a:cubicBezTo>
                      <a:pt x="772" y="1214"/>
                      <a:pt x="3316" y="2679"/>
                      <a:pt x="5437" y="4614"/>
                    </a:cubicBezTo>
                    <a:cubicBezTo>
                      <a:pt x="6766" y="5828"/>
                      <a:pt x="8903" y="8447"/>
                      <a:pt x="9590" y="8973"/>
                    </a:cubicBezTo>
                    <a:cubicBezTo>
                      <a:pt x="10278" y="9505"/>
                      <a:pt x="11602" y="10453"/>
                      <a:pt x="12414" y="9560"/>
                    </a:cubicBezTo>
                    <a:cubicBezTo>
                      <a:pt x="12600" y="9360"/>
                      <a:pt x="12695" y="9144"/>
                      <a:pt x="12721" y="8923"/>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0" name="Google Shape;1460;p29"/>
              <p:cNvSpPr/>
              <p:nvPr/>
            </p:nvSpPr>
            <p:spPr>
              <a:xfrm rot="-1900965">
                <a:off x="6949476" y="1595099"/>
                <a:ext cx="258722" cy="244716"/>
              </a:xfrm>
              <a:custGeom>
                <a:rect b="b" l="l" r="r" t="t"/>
                <a:pathLst>
                  <a:path extrusionOk="0" h="3110" w="3288">
                    <a:moveTo>
                      <a:pt x="439" y="0"/>
                    </a:moveTo>
                    <a:lnTo>
                      <a:pt x="439" y="0"/>
                    </a:lnTo>
                    <a:cubicBezTo>
                      <a:pt x="324" y="0"/>
                      <a:pt x="234" y="50"/>
                      <a:pt x="154" y="136"/>
                    </a:cubicBezTo>
                    <a:cubicBezTo>
                      <a:pt x="-102" y="422"/>
                      <a:pt x="-142" y="728"/>
                      <a:pt x="866" y="1645"/>
                    </a:cubicBezTo>
                    <a:cubicBezTo>
                      <a:pt x="1764" y="2468"/>
                      <a:pt x="2822" y="3110"/>
                      <a:pt x="3158" y="3110"/>
                    </a:cubicBezTo>
                    <a:cubicBezTo>
                      <a:pt x="3198" y="3110"/>
                      <a:pt x="3224" y="3100"/>
                      <a:pt x="3244" y="3081"/>
                    </a:cubicBezTo>
                    <a:cubicBezTo>
                      <a:pt x="3418" y="2890"/>
                      <a:pt x="3113" y="2554"/>
                      <a:pt x="1724" y="983"/>
                    </a:cubicBezTo>
                    <a:cubicBezTo>
                      <a:pt x="1091" y="271"/>
                      <a:pt x="705" y="0"/>
                      <a:pt x="439"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1" name="Google Shape;1461;p29"/>
              <p:cNvSpPr/>
              <p:nvPr/>
            </p:nvSpPr>
            <p:spPr>
              <a:xfrm rot="-1900965">
                <a:off x="7672885" y="1724098"/>
                <a:ext cx="296964" cy="267220"/>
              </a:xfrm>
              <a:custGeom>
                <a:rect b="b" l="l" r="r" t="t"/>
                <a:pathLst>
                  <a:path extrusionOk="0" h="3396" w="3774">
                    <a:moveTo>
                      <a:pt x="159" y="0"/>
                    </a:moveTo>
                    <a:lnTo>
                      <a:pt x="159" y="0"/>
                    </a:lnTo>
                    <a:cubicBezTo>
                      <a:pt x="99" y="0"/>
                      <a:pt x="59" y="20"/>
                      <a:pt x="24" y="65"/>
                    </a:cubicBezTo>
                    <a:cubicBezTo>
                      <a:pt x="-142" y="246"/>
                      <a:pt x="570" y="1300"/>
                      <a:pt x="1579" y="2217"/>
                    </a:cubicBezTo>
                    <a:cubicBezTo>
                      <a:pt x="2386" y="2955"/>
                      <a:pt x="3109" y="3396"/>
                      <a:pt x="3495" y="3396"/>
                    </a:cubicBezTo>
                    <a:cubicBezTo>
                      <a:pt x="3595" y="3396"/>
                      <a:pt x="3671" y="3371"/>
                      <a:pt x="3721" y="3311"/>
                    </a:cubicBezTo>
                    <a:cubicBezTo>
                      <a:pt x="3982" y="3030"/>
                      <a:pt x="3259" y="2107"/>
                      <a:pt x="2160" y="1304"/>
                    </a:cubicBezTo>
                    <a:cubicBezTo>
                      <a:pt x="826" y="326"/>
                      <a:pt x="379" y="0"/>
                      <a:pt x="159"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2" name="Google Shape;1462;p29"/>
              <p:cNvSpPr/>
              <p:nvPr/>
            </p:nvSpPr>
            <p:spPr>
              <a:xfrm rot="-1900965">
                <a:off x="7032237" y="1379292"/>
                <a:ext cx="754606" cy="688745"/>
              </a:xfrm>
              <a:custGeom>
                <a:rect b="b" l="l" r="r" t="t"/>
                <a:pathLst>
                  <a:path extrusionOk="0" h="8753" w="9590">
                    <a:moveTo>
                      <a:pt x="4780" y="5106"/>
                    </a:moveTo>
                    <a:lnTo>
                      <a:pt x="4780" y="5106"/>
                    </a:lnTo>
                    <a:cubicBezTo>
                      <a:pt x="5889" y="6114"/>
                      <a:pt x="8888" y="8016"/>
                      <a:pt x="9590" y="8753"/>
                    </a:cubicBezTo>
                    <a:cubicBezTo>
                      <a:pt x="8888" y="8016"/>
                      <a:pt x="6205" y="6225"/>
                      <a:pt x="4870" y="5011"/>
                    </a:cubicBezTo>
                    <a:cubicBezTo>
                      <a:pt x="2574" y="2910"/>
                      <a:pt x="993" y="527"/>
                      <a:pt x="0" y="0"/>
                    </a:cubicBezTo>
                    <a:cubicBezTo>
                      <a:pt x="993" y="527"/>
                      <a:pt x="2994" y="3477"/>
                      <a:pt x="4780" y="5106"/>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3" name="Google Shape;1463;p29"/>
              <p:cNvSpPr/>
              <p:nvPr/>
            </p:nvSpPr>
            <p:spPr>
              <a:xfrm rot="-1900965">
                <a:off x="6531560" y="1541607"/>
                <a:ext cx="345750" cy="199786"/>
              </a:xfrm>
              <a:custGeom>
                <a:rect b="b" l="l" r="r" t="t"/>
                <a:pathLst>
                  <a:path extrusionOk="0" h="2539" w="4394">
                    <a:moveTo>
                      <a:pt x="837" y="55"/>
                    </a:moveTo>
                    <a:lnTo>
                      <a:pt x="837" y="55"/>
                    </a:lnTo>
                    <a:cubicBezTo>
                      <a:pt x="2292" y="1385"/>
                      <a:pt x="2292" y="1385"/>
                      <a:pt x="2292" y="1385"/>
                    </a:cubicBezTo>
                    <a:cubicBezTo>
                      <a:pt x="2678" y="1631"/>
                      <a:pt x="3110" y="1867"/>
                      <a:pt x="3491" y="2092"/>
                    </a:cubicBezTo>
                    <a:cubicBezTo>
                      <a:pt x="3541" y="2037"/>
                      <a:pt x="3541" y="2037"/>
                      <a:pt x="3541" y="2037"/>
                    </a:cubicBezTo>
                    <a:cubicBezTo>
                      <a:pt x="4229" y="2453"/>
                      <a:pt x="4229" y="2453"/>
                      <a:pt x="4229" y="2453"/>
                    </a:cubicBezTo>
                    <a:lnTo>
                      <a:pt x="4229" y="2453"/>
                    </a:lnTo>
                    <a:cubicBezTo>
                      <a:pt x="4324" y="2508"/>
                      <a:pt x="4324" y="2508"/>
                      <a:pt x="4324" y="2508"/>
                    </a:cubicBezTo>
                    <a:cubicBezTo>
                      <a:pt x="4374" y="2539"/>
                      <a:pt x="4374" y="2539"/>
                      <a:pt x="4374" y="2539"/>
                    </a:cubicBezTo>
                    <a:cubicBezTo>
                      <a:pt x="4394" y="2519"/>
                      <a:pt x="4394" y="2519"/>
                      <a:pt x="4394" y="2519"/>
                    </a:cubicBezTo>
                    <a:cubicBezTo>
                      <a:pt x="4158" y="2353"/>
                      <a:pt x="3822" y="2167"/>
                      <a:pt x="3471" y="1967"/>
                    </a:cubicBezTo>
                    <a:cubicBezTo>
                      <a:pt x="2834" y="1605"/>
                      <a:pt x="2116" y="1199"/>
                      <a:pt x="1655" y="783"/>
                    </a:cubicBezTo>
                    <a:cubicBezTo>
                      <a:pt x="868" y="80"/>
                      <a:pt x="868" y="80"/>
                      <a:pt x="868" y="80"/>
                    </a:cubicBezTo>
                    <a:cubicBezTo>
                      <a:pt x="858" y="71"/>
                      <a:pt x="847" y="61"/>
                      <a:pt x="837" y="55"/>
                    </a:cubicBezTo>
                    <a:moveTo>
                      <a:pt x="662" y="0"/>
                    </a:moveTo>
                    <a:lnTo>
                      <a:pt x="662" y="0"/>
                    </a:lnTo>
                    <a:cubicBezTo>
                      <a:pt x="582" y="0"/>
                      <a:pt x="501" y="36"/>
                      <a:pt x="446" y="96"/>
                    </a:cubicBezTo>
                    <a:cubicBezTo>
                      <a:pt x="0" y="592"/>
                      <a:pt x="0" y="592"/>
                      <a:pt x="0" y="592"/>
                    </a:cubicBezTo>
                    <a:cubicBezTo>
                      <a:pt x="0" y="663"/>
                      <a:pt x="25" y="733"/>
                      <a:pt x="70" y="798"/>
                    </a:cubicBezTo>
                    <a:cubicBezTo>
                      <a:pt x="266" y="582"/>
                      <a:pt x="266" y="582"/>
                      <a:pt x="266" y="582"/>
                    </a:cubicBezTo>
                    <a:cubicBezTo>
                      <a:pt x="250" y="527"/>
                      <a:pt x="260" y="462"/>
                      <a:pt x="316" y="406"/>
                    </a:cubicBezTo>
                    <a:cubicBezTo>
                      <a:pt x="521" y="176"/>
                      <a:pt x="521" y="176"/>
                      <a:pt x="521" y="176"/>
                    </a:cubicBezTo>
                    <a:cubicBezTo>
                      <a:pt x="561" y="131"/>
                      <a:pt x="607" y="111"/>
                      <a:pt x="652" y="111"/>
                    </a:cubicBezTo>
                    <a:cubicBezTo>
                      <a:pt x="662" y="111"/>
                      <a:pt x="677" y="111"/>
                      <a:pt x="692" y="115"/>
                    </a:cubicBezTo>
                    <a:cubicBezTo>
                      <a:pt x="777" y="20"/>
                      <a:pt x="777" y="20"/>
                      <a:pt x="777" y="20"/>
                    </a:cubicBezTo>
                    <a:cubicBezTo>
                      <a:pt x="742" y="10"/>
                      <a:pt x="702" y="0"/>
                      <a:pt x="66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4" name="Google Shape;1464;p29"/>
              <p:cNvSpPr/>
              <p:nvPr/>
            </p:nvSpPr>
            <p:spPr>
              <a:xfrm rot="-1900965">
                <a:off x="6561647" y="1579678"/>
                <a:ext cx="181530" cy="246762"/>
              </a:xfrm>
              <a:custGeom>
                <a:rect b="b" l="l" r="r" t="t"/>
                <a:pathLst>
                  <a:path extrusionOk="0" h="3136" w="2307">
                    <a:moveTo>
                      <a:pt x="196" y="562"/>
                    </a:moveTo>
                    <a:lnTo>
                      <a:pt x="196" y="562"/>
                    </a:lnTo>
                    <a:cubicBezTo>
                      <a:pt x="0" y="778"/>
                      <a:pt x="0" y="778"/>
                      <a:pt x="0" y="778"/>
                    </a:cubicBezTo>
                    <a:cubicBezTo>
                      <a:pt x="15" y="803"/>
                      <a:pt x="35" y="823"/>
                      <a:pt x="55" y="843"/>
                    </a:cubicBezTo>
                    <a:cubicBezTo>
                      <a:pt x="858" y="1560"/>
                      <a:pt x="858" y="1560"/>
                      <a:pt x="858" y="1560"/>
                    </a:cubicBezTo>
                    <a:cubicBezTo>
                      <a:pt x="1244" y="1912"/>
                      <a:pt x="1726" y="2553"/>
                      <a:pt x="2162" y="3136"/>
                    </a:cubicBezTo>
                    <a:cubicBezTo>
                      <a:pt x="2307" y="2975"/>
                      <a:pt x="2307" y="2975"/>
                      <a:pt x="2307" y="2975"/>
                    </a:cubicBezTo>
                    <a:cubicBezTo>
                      <a:pt x="1996" y="2549"/>
                      <a:pt x="1660" y="2082"/>
                      <a:pt x="1354" y="1726"/>
                    </a:cubicBezTo>
                    <a:cubicBezTo>
                      <a:pt x="256" y="718"/>
                      <a:pt x="256" y="718"/>
                      <a:pt x="256" y="718"/>
                    </a:cubicBezTo>
                    <a:cubicBezTo>
                      <a:pt x="276" y="697"/>
                      <a:pt x="276" y="697"/>
                      <a:pt x="276" y="697"/>
                    </a:cubicBezTo>
                    <a:cubicBezTo>
                      <a:pt x="236" y="657"/>
                      <a:pt x="206" y="607"/>
                      <a:pt x="196" y="562"/>
                    </a:cubicBezTo>
                    <a:moveTo>
                      <a:pt x="707" y="0"/>
                    </a:moveTo>
                    <a:lnTo>
                      <a:pt x="707" y="0"/>
                    </a:lnTo>
                    <a:cubicBezTo>
                      <a:pt x="622" y="95"/>
                      <a:pt x="622" y="95"/>
                      <a:pt x="622" y="95"/>
                    </a:cubicBezTo>
                    <a:cubicBezTo>
                      <a:pt x="682" y="111"/>
                      <a:pt x="748" y="161"/>
                      <a:pt x="813" y="216"/>
                    </a:cubicBezTo>
                    <a:cubicBezTo>
                      <a:pt x="1510" y="843"/>
                      <a:pt x="1510" y="843"/>
                      <a:pt x="1510" y="843"/>
                    </a:cubicBezTo>
                    <a:cubicBezTo>
                      <a:pt x="1705" y="1019"/>
                      <a:pt x="1956" y="1194"/>
                      <a:pt x="2222" y="1365"/>
                    </a:cubicBezTo>
                    <a:cubicBezTo>
                      <a:pt x="767" y="35"/>
                      <a:pt x="767" y="35"/>
                      <a:pt x="767" y="35"/>
                    </a:cubicBezTo>
                    <a:cubicBezTo>
                      <a:pt x="748" y="20"/>
                      <a:pt x="727" y="10"/>
                      <a:pt x="707"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5" name="Google Shape;1465;p29"/>
              <p:cNvSpPr/>
              <p:nvPr/>
            </p:nvSpPr>
            <p:spPr>
              <a:xfrm rot="-1900965">
                <a:off x="6571145" y="1653106"/>
                <a:ext cx="86398" cy="80969"/>
              </a:xfrm>
              <a:custGeom>
                <a:rect b="b" l="l" r="r" t="t"/>
                <a:pathLst>
                  <a:path extrusionOk="0" h="1029" w="1098">
                    <a:moveTo>
                      <a:pt x="20" y="0"/>
                    </a:moveTo>
                    <a:lnTo>
                      <a:pt x="20" y="0"/>
                    </a:lnTo>
                    <a:cubicBezTo>
                      <a:pt x="0" y="21"/>
                      <a:pt x="0" y="21"/>
                      <a:pt x="0" y="21"/>
                    </a:cubicBezTo>
                    <a:cubicBezTo>
                      <a:pt x="1098" y="1029"/>
                      <a:pt x="1098" y="1029"/>
                      <a:pt x="1098" y="1029"/>
                    </a:cubicBezTo>
                    <a:cubicBezTo>
                      <a:pt x="988" y="893"/>
                      <a:pt x="878" y="778"/>
                      <a:pt x="772" y="683"/>
                    </a:cubicBezTo>
                    <a:cubicBezTo>
                      <a:pt x="75" y="56"/>
                      <a:pt x="75" y="56"/>
                      <a:pt x="75" y="56"/>
                    </a:cubicBezTo>
                    <a:cubicBezTo>
                      <a:pt x="55" y="41"/>
                      <a:pt x="35" y="21"/>
                      <a:pt x="20" y="0"/>
                    </a:cubicBezTo>
                    <a:close/>
                  </a:path>
                </a:pathLst>
              </a:custGeom>
              <a:solidFill>
                <a:srgbClr val="F8EAEE"/>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6" name="Google Shape;1466;p29"/>
              <p:cNvSpPr/>
              <p:nvPr/>
            </p:nvSpPr>
            <p:spPr>
              <a:xfrm rot="-1900965">
                <a:off x="6783416" y="1747918"/>
                <a:ext cx="21718" cy="26439"/>
              </a:xfrm>
              <a:custGeom>
                <a:rect b="b" l="l" r="r" t="t"/>
                <a:pathLst>
                  <a:path extrusionOk="0" h="336" w="276">
                    <a:moveTo>
                      <a:pt x="145" y="0"/>
                    </a:moveTo>
                    <a:lnTo>
                      <a:pt x="145" y="0"/>
                    </a:lnTo>
                    <a:cubicBezTo>
                      <a:pt x="0" y="161"/>
                      <a:pt x="0" y="161"/>
                      <a:pt x="0" y="161"/>
                    </a:cubicBezTo>
                    <a:cubicBezTo>
                      <a:pt x="45" y="221"/>
                      <a:pt x="85" y="276"/>
                      <a:pt x="130" y="336"/>
                    </a:cubicBezTo>
                    <a:cubicBezTo>
                      <a:pt x="276" y="171"/>
                      <a:pt x="276" y="171"/>
                      <a:pt x="276" y="171"/>
                    </a:cubicBezTo>
                    <a:cubicBezTo>
                      <a:pt x="236" y="115"/>
                      <a:pt x="191" y="55"/>
                      <a:pt x="145"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7" name="Google Shape;1467;p29"/>
              <p:cNvSpPr/>
              <p:nvPr/>
            </p:nvSpPr>
            <p:spPr>
              <a:xfrm rot="-1900965">
                <a:off x="6775101" y="1633232"/>
                <a:ext cx="158318" cy="151157"/>
              </a:xfrm>
              <a:custGeom>
                <a:rect b="b" l="l" r="r" t="t"/>
                <a:pathLst>
                  <a:path extrusionOk="0" h="1921" w="2012">
                    <a:moveTo>
                      <a:pt x="1294" y="1018"/>
                    </a:moveTo>
                    <a:lnTo>
                      <a:pt x="1294" y="1018"/>
                    </a:lnTo>
                    <a:cubicBezTo>
                      <a:pt x="648" y="1736"/>
                      <a:pt x="648" y="1736"/>
                      <a:pt x="648" y="1736"/>
                    </a:cubicBezTo>
                    <a:cubicBezTo>
                      <a:pt x="497" y="1580"/>
                      <a:pt x="327" y="1364"/>
                      <a:pt x="146" y="1129"/>
                    </a:cubicBezTo>
                    <a:cubicBezTo>
                      <a:pt x="0" y="1294"/>
                      <a:pt x="0" y="1294"/>
                      <a:pt x="0" y="1294"/>
                    </a:cubicBezTo>
                    <a:cubicBezTo>
                      <a:pt x="176" y="1525"/>
                      <a:pt x="341" y="1746"/>
                      <a:pt x="492" y="1921"/>
                    </a:cubicBezTo>
                    <a:cubicBezTo>
                      <a:pt x="1305" y="1028"/>
                      <a:pt x="1305" y="1028"/>
                      <a:pt x="1305" y="1028"/>
                    </a:cubicBezTo>
                    <a:cubicBezTo>
                      <a:pt x="1294" y="1018"/>
                      <a:pt x="1294" y="1018"/>
                      <a:pt x="1294" y="1018"/>
                    </a:cubicBezTo>
                    <a:moveTo>
                      <a:pt x="1962" y="471"/>
                    </a:moveTo>
                    <a:lnTo>
                      <a:pt x="1962" y="471"/>
                    </a:lnTo>
                    <a:cubicBezTo>
                      <a:pt x="2012" y="502"/>
                      <a:pt x="2012" y="502"/>
                      <a:pt x="2012" y="502"/>
                    </a:cubicBezTo>
                    <a:lnTo>
                      <a:pt x="2012" y="502"/>
                    </a:lnTo>
                    <a:cubicBezTo>
                      <a:pt x="1962" y="471"/>
                      <a:pt x="1962" y="471"/>
                      <a:pt x="1962" y="471"/>
                    </a:cubicBezTo>
                    <a:moveTo>
                      <a:pt x="1179" y="0"/>
                    </a:moveTo>
                    <a:lnTo>
                      <a:pt x="1179" y="0"/>
                    </a:lnTo>
                    <a:cubicBezTo>
                      <a:pt x="1129" y="55"/>
                      <a:pt x="1129" y="55"/>
                      <a:pt x="1129" y="55"/>
                    </a:cubicBezTo>
                    <a:cubicBezTo>
                      <a:pt x="1375" y="201"/>
                      <a:pt x="1601" y="341"/>
                      <a:pt x="1781" y="471"/>
                    </a:cubicBezTo>
                    <a:cubicBezTo>
                      <a:pt x="1746" y="517"/>
                      <a:pt x="1746" y="517"/>
                      <a:pt x="1746" y="517"/>
                    </a:cubicBezTo>
                    <a:cubicBezTo>
                      <a:pt x="1766" y="527"/>
                      <a:pt x="1766" y="527"/>
                      <a:pt x="1766" y="527"/>
                    </a:cubicBezTo>
                    <a:cubicBezTo>
                      <a:pt x="1867" y="416"/>
                      <a:pt x="1867" y="416"/>
                      <a:pt x="1867" y="416"/>
                    </a:cubicBezTo>
                    <a:cubicBezTo>
                      <a:pt x="1179" y="0"/>
                      <a:pt x="1179" y="0"/>
                      <a:pt x="11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8" name="Google Shape;1468;p29"/>
              <p:cNvSpPr/>
              <p:nvPr/>
            </p:nvSpPr>
            <p:spPr>
              <a:xfrm rot="-1900965">
                <a:off x="6822440" y="1652533"/>
                <a:ext cx="119604" cy="129518"/>
              </a:xfrm>
              <a:custGeom>
                <a:rect b="b" l="l" r="r" t="t"/>
                <a:pathLst>
                  <a:path extrusionOk="0" h="1646" w="1520">
                    <a:moveTo>
                      <a:pt x="813" y="612"/>
                    </a:moveTo>
                    <a:lnTo>
                      <a:pt x="813" y="612"/>
                    </a:lnTo>
                    <a:cubicBezTo>
                      <a:pt x="0" y="1505"/>
                      <a:pt x="0" y="1505"/>
                      <a:pt x="0" y="1505"/>
                    </a:cubicBezTo>
                    <a:cubicBezTo>
                      <a:pt x="40" y="1556"/>
                      <a:pt x="80" y="1606"/>
                      <a:pt x="121" y="1646"/>
                    </a:cubicBezTo>
                    <a:cubicBezTo>
                      <a:pt x="943" y="733"/>
                      <a:pt x="943" y="733"/>
                      <a:pt x="943" y="733"/>
                    </a:cubicBezTo>
                    <a:cubicBezTo>
                      <a:pt x="813" y="612"/>
                      <a:pt x="813" y="612"/>
                      <a:pt x="813" y="612"/>
                    </a:cubicBezTo>
                    <a:moveTo>
                      <a:pt x="1375" y="0"/>
                    </a:moveTo>
                    <a:lnTo>
                      <a:pt x="1375" y="0"/>
                    </a:lnTo>
                    <a:cubicBezTo>
                      <a:pt x="1274" y="111"/>
                      <a:pt x="1274" y="111"/>
                      <a:pt x="1274" y="111"/>
                    </a:cubicBezTo>
                    <a:cubicBezTo>
                      <a:pt x="1420" y="201"/>
                      <a:pt x="1420" y="201"/>
                      <a:pt x="1420" y="201"/>
                    </a:cubicBezTo>
                    <a:cubicBezTo>
                      <a:pt x="1520" y="86"/>
                      <a:pt x="1520" y="86"/>
                      <a:pt x="1520" y="86"/>
                    </a:cubicBezTo>
                    <a:cubicBezTo>
                      <a:pt x="1470" y="55"/>
                      <a:pt x="1470" y="55"/>
                      <a:pt x="1470" y="55"/>
                    </a:cubicBezTo>
                    <a:cubicBezTo>
                      <a:pt x="1375" y="0"/>
                      <a:pt x="1375" y="0"/>
                      <a:pt x="1375"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69" name="Google Shape;1469;p29"/>
              <p:cNvSpPr/>
              <p:nvPr/>
            </p:nvSpPr>
            <p:spPr>
              <a:xfrm rot="-1900965">
                <a:off x="6863008" y="1654462"/>
                <a:ext cx="37140" cy="40209"/>
              </a:xfrm>
              <a:custGeom>
                <a:rect b="b" l="l" r="r" t="t"/>
                <a:pathLst>
                  <a:path extrusionOk="0" h="511" w="472">
                    <a:moveTo>
                      <a:pt x="452" y="0"/>
                    </a:moveTo>
                    <a:lnTo>
                      <a:pt x="0" y="501"/>
                    </a:lnTo>
                    <a:lnTo>
                      <a:pt x="11" y="511"/>
                    </a:lnTo>
                    <a:lnTo>
                      <a:pt x="472" y="10"/>
                    </a:lnTo>
                    <a:lnTo>
                      <a:pt x="452"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0" name="Google Shape;1470;p29"/>
              <p:cNvSpPr/>
              <p:nvPr/>
            </p:nvSpPr>
            <p:spPr>
              <a:xfrm rot="-1900965">
                <a:off x="6863008" y="1654462"/>
                <a:ext cx="37140" cy="40209"/>
              </a:xfrm>
              <a:custGeom>
                <a:rect b="b" l="l" r="r" t="t"/>
                <a:pathLst>
                  <a:path extrusionOk="0" h="511" w="472">
                    <a:moveTo>
                      <a:pt x="452" y="0"/>
                    </a:moveTo>
                    <a:lnTo>
                      <a:pt x="0" y="501"/>
                    </a:lnTo>
                    <a:lnTo>
                      <a:pt x="11" y="511"/>
                    </a:lnTo>
                    <a:lnTo>
                      <a:pt x="472" y="10"/>
                    </a:lnTo>
                    <a:lnTo>
                      <a:pt x="452"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1" name="Google Shape;1471;p29"/>
              <p:cNvSpPr/>
              <p:nvPr/>
            </p:nvSpPr>
            <p:spPr>
              <a:xfrm rot="-1900965">
                <a:off x="6865660" y="1651236"/>
                <a:ext cx="47763" cy="48943"/>
              </a:xfrm>
              <a:custGeom>
                <a:rect b="b" l="l" r="r" t="t"/>
                <a:pathLst>
                  <a:path extrusionOk="0" h="622" w="607">
                    <a:moveTo>
                      <a:pt x="461" y="0"/>
                    </a:moveTo>
                    <a:lnTo>
                      <a:pt x="0" y="501"/>
                    </a:lnTo>
                    <a:lnTo>
                      <a:pt x="130" y="622"/>
                    </a:lnTo>
                    <a:lnTo>
                      <a:pt x="607" y="90"/>
                    </a:lnTo>
                    <a:lnTo>
                      <a:pt x="461"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2" name="Google Shape;1472;p29"/>
              <p:cNvSpPr/>
              <p:nvPr/>
            </p:nvSpPr>
            <p:spPr>
              <a:xfrm rot="-1900965">
                <a:off x="6865660" y="1651236"/>
                <a:ext cx="47763" cy="48943"/>
              </a:xfrm>
              <a:custGeom>
                <a:rect b="b" l="l" r="r" t="t"/>
                <a:pathLst>
                  <a:path extrusionOk="0" h="622" w="607">
                    <a:moveTo>
                      <a:pt x="461" y="0"/>
                    </a:moveTo>
                    <a:lnTo>
                      <a:pt x="0" y="501"/>
                    </a:lnTo>
                    <a:lnTo>
                      <a:pt x="130" y="622"/>
                    </a:lnTo>
                    <a:lnTo>
                      <a:pt x="607" y="90"/>
                    </a:lnTo>
                    <a:lnTo>
                      <a:pt x="461"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3" name="Google Shape;1473;p29"/>
              <p:cNvSpPr/>
              <p:nvPr/>
            </p:nvSpPr>
            <p:spPr>
              <a:xfrm rot="-1900965">
                <a:off x="6521371" y="1735299"/>
                <a:ext cx="1180" cy="12590"/>
              </a:xfrm>
              <a:custGeom>
                <a:rect b="b" l="l" r="r" t="t"/>
                <a:pathLst>
                  <a:path extrusionOk="0" h="160" w="15">
                    <a:moveTo>
                      <a:pt x="5" y="0"/>
                    </a:moveTo>
                    <a:lnTo>
                      <a:pt x="5" y="0"/>
                    </a:lnTo>
                    <a:cubicBezTo>
                      <a:pt x="-5" y="50"/>
                      <a:pt x="0" y="110"/>
                      <a:pt x="15" y="160"/>
                    </a:cubicBezTo>
                    <a:cubicBezTo>
                      <a:pt x="10" y="135"/>
                      <a:pt x="5" y="105"/>
                      <a:pt x="0" y="80"/>
                    </a:cubicBezTo>
                    <a:cubicBezTo>
                      <a:pt x="0" y="50"/>
                      <a:pt x="0" y="25"/>
                      <a:pt x="5" y="0"/>
                    </a:cubicBezTo>
                    <a:close/>
                  </a:path>
                </a:pathLst>
              </a:custGeom>
              <a:solidFill>
                <a:srgbClr val="F7E6EA"/>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4" name="Google Shape;1474;p29"/>
              <p:cNvSpPr/>
              <p:nvPr/>
            </p:nvSpPr>
            <p:spPr>
              <a:xfrm rot="-1900965">
                <a:off x="6865894" y="1805015"/>
                <a:ext cx="23291" cy="25652"/>
              </a:xfrm>
              <a:custGeom>
                <a:rect b="b" l="l" r="r" t="t"/>
                <a:pathLst>
                  <a:path extrusionOk="0" h="326" w="296">
                    <a:moveTo>
                      <a:pt x="291" y="0"/>
                    </a:moveTo>
                    <a:lnTo>
                      <a:pt x="291" y="0"/>
                    </a:lnTo>
                    <a:cubicBezTo>
                      <a:pt x="0" y="321"/>
                      <a:pt x="0" y="321"/>
                      <a:pt x="0" y="321"/>
                    </a:cubicBezTo>
                    <a:lnTo>
                      <a:pt x="5" y="326"/>
                    </a:lnTo>
                    <a:cubicBezTo>
                      <a:pt x="296" y="0"/>
                      <a:pt x="296" y="0"/>
                      <a:pt x="296" y="0"/>
                    </a:cubicBezTo>
                    <a:lnTo>
                      <a:pt x="291" y="0"/>
                    </a:lnTo>
                    <a:close/>
                  </a:path>
                </a:pathLst>
              </a:custGeom>
              <a:solidFill>
                <a:srgbClr val="ECD6E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5" name="Google Shape;1475;p29"/>
              <p:cNvSpPr/>
              <p:nvPr/>
            </p:nvSpPr>
            <p:spPr>
              <a:xfrm rot="-1900965">
                <a:off x="6867310" y="1856279"/>
                <a:ext cx="2754" cy="2754"/>
              </a:xfrm>
              <a:custGeom>
                <a:rect b="b" l="l" r="r" t="t"/>
                <a:pathLst>
                  <a:path extrusionOk="0" h="35" w="35">
                    <a:moveTo>
                      <a:pt x="0" y="0"/>
                    </a:moveTo>
                    <a:lnTo>
                      <a:pt x="0" y="0"/>
                    </a:lnTo>
                    <a:cubicBezTo>
                      <a:pt x="10" y="10"/>
                      <a:pt x="25" y="20"/>
                      <a:pt x="35" y="35"/>
                    </a:cubicBezTo>
                    <a:lnTo>
                      <a:pt x="35" y="35"/>
                    </a:lnTo>
                    <a:cubicBezTo>
                      <a:pt x="25" y="25"/>
                      <a:pt x="20" y="15"/>
                      <a:pt x="10" y="5"/>
                    </a:cubicBezTo>
                    <a:cubicBezTo>
                      <a:pt x="5" y="0"/>
                      <a:pt x="5" y="0"/>
                      <a:pt x="0" y="0"/>
                    </a:cubicBezTo>
                    <a:close/>
                  </a:path>
                </a:pathLst>
              </a:custGeom>
              <a:solidFill>
                <a:srgbClr val="F7E6E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6" name="Google Shape;1476;p29"/>
              <p:cNvSpPr/>
              <p:nvPr/>
            </p:nvSpPr>
            <p:spPr>
              <a:xfrm rot="-1900965">
                <a:off x="6868142" y="1856437"/>
                <a:ext cx="1967" cy="2361"/>
              </a:xfrm>
              <a:custGeom>
                <a:rect b="b" l="l" r="r" t="t"/>
                <a:pathLst>
                  <a:path extrusionOk="0" h="30" w="25">
                    <a:moveTo>
                      <a:pt x="0" y="0"/>
                    </a:moveTo>
                    <a:lnTo>
                      <a:pt x="0" y="0"/>
                    </a:lnTo>
                    <a:cubicBezTo>
                      <a:pt x="10" y="10"/>
                      <a:pt x="15" y="20"/>
                      <a:pt x="25" y="30"/>
                    </a:cubicBezTo>
                    <a:lnTo>
                      <a:pt x="25" y="30"/>
                    </a:lnTo>
                    <a:cubicBezTo>
                      <a:pt x="15" y="20"/>
                      <a:pt x="10" y="10"/>
                      <a:pt x="0" y="0"/>
                    </a:cubicBezTo>
                    <a:close/>
                  </a:path>
                </a:pathLst>
              </a:custGeom>
              <a:solidFill>
                <a:srgbClr val="ECD6E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7" name="Google Shape;1477;p29"/>
              <p:cNvSpPr/>
              <p:nvPr/>
            </p:nvSpPr>
            <p:spPr>
              <a:xfrm rot="-1900965">
                <a:off x="6862810" y="1837646"/>
                <a:ext cx="17783" cy="18177"/>
              </a:xfrm>
              <a:custGeom>
                <a:rect b="b" l="l" r="r" t="t"/>
                <a:pathLst>
                  <a:path extrusionOk="0" h="231" w="226">
                    <a:moveTo>
                      <a:pt x="221" y="0"/>
                    </a:moveTo>
                    <a:lnTo>
                      <a:pt x="221" y="0"/>
                    </a:lnTo>
                    <a:cubicBezTo>
                      <a:pt x="55" y="190"/>
                      <a:pt x="55" y="190"/>
                      <a:pt x="55" y="190"/>
                    </a:cubicBezTo>
                    <a:cubicBezTo>
                      <a:pt x="45" y="201"/>
                      <a:pt x="35" y="206"/>
                      <a:pt x="20" y="206"/>
                    </a:cubicBezTo>
                    <a:lnTo>
                      <a:pt x="20" y="206"/>
                    </a:lnTo>
                    <a:cubicBezTo>
                      <a:pt x="15" y="206"/>
                      <a:pt x="5" y="201"/>
                      <a:pt x="0" y="201"/>
                    </a:cubicBezTo>
                    <a:cubicBezTo>
                      <a:pt x="10" y="211"/>
                      <a:pt x="15" y="221"/>
                      <a:pt x="25" y="231"/>
                    </a:cubicBezTo>
                    <a:cubicBezTo>
                      <a:pt x="226" y="5"/>
                      <a:pt x="226" y="5"/>
                      <a:pt x="226" y="5"/>
                    </a:cubicBezTo>
                    <a:lnTo>
                      <a:pt x="221" y="0"/>
                    </a:lnTo>
                    <a:close/>
                  </a:path>
                </a:pathLst>
              </a:custGeom>
              <a:solidFill>
                <a:srgbClr val="F7E6EA"/>
              </a:solidFill>
              <a:ln>
                <a:noFill/>
              </a:ln>
            </p:spPr>
            <p:txBody>
              <a:bodyPr anchorCtr="1" anchor="ctr" bIns="38150" lIns="90000" spcFirstLastPara="1" rIns="90000" wrap="square" tIns="38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8" name="Google Shape;1478;p29"/>
              <p:cNvSpPr/>
              <p:nvPr/>
            </p:nvSpPr>
            <p:spPr>
              <a:xfrm rot="-1900965">
                <a:off x="6570283" y="1617860"/>
                <a:ext cx="230946" cy="313803"/>
              </a:xfrm>
              <a:custGeom>
                <a:rect b="b" l="l" r="r" t="t"/>
                <a:pathLst>
                  <a:path extrusionOk="0" h="3988" w="2935">
                    <a:moveTo>
                      <a:pt x="362" y="0"/>
                    </a:moveTo>
                    <a:lnTo>
                      <a:pt x="362" y="0"/>
                    </a:lnTo>
                    <a:cubicBezTo>
                      <a:pt x="76" y="321"/>
                      <a:pt x="76" y="321"/>
                      <a:pt x="76" y="321"/>
                    </a:cubicBezTo>
                    <a:cubicBezTo>
                      <a:pt x="20" y="382"/>
                      <a:pt x="-5" y="457"/>
                      <a:pt x="1" y="537"/>
                    </a:cubicBezTo>
                    <a:cubicBezTo>
                      <a:pt x="6" y="617"/>
                      <a:pt x="41" y="692"/>
                      <a:pt x="101" y="743"/>
                    </a:cubicBezTo>
                    <a:cubicBezTo>
                      <a:pt x="888" y="1450"/>
                      <a:pt x="888" y="1450"/>
                      <a:pt x="888" y="1450"/>
                    </a:cubicBezTo>
                    <a:cubicBezTo>
                      <a:pt x="1270" y="1791"/>
                      <a:pt x="1731" y="2428"/>
                      <a:pt x="2137" y="2995"/>
                    </a:cubicBezTo>
                    <a:cubicBezTo>
                      <a:pt x="2424" y="3386"/>
                      <a:pt x="2689" y="3758"/>
                      <a:pt x="2905" y="3988"/>
                    </a:cubicBezTo>
                    <a:cubicBezTo>
                      <a:pt x="2935" y="3958"/>
                      <a:pt x="2935" y="3958"/>
                      <a:pt x="2935" y="3958"/>
                    </a:cubicBezTo>
                    <a:cubicBezTo>
                      <a:pt x="2820" y="3803"/>
                      <a:pt x="2820" y="3803"/>
                      <a:pt x="2820" y="3803"/>
                    </a:cubicBezTo>
                    <a:lnTo>
                      <a:pt x="2820" y="3803"/>
                    </a:lnTo>
                    <a:cubicBezTo>
                      <a:pt x="2343" y="3156"/>
                      <a:pt x="2343" y="3156"/>
                      <a:pt x="2343" y="3156"/>
                    </a:cubicBezTo>
                    <a:cubicBezTo>
                      <a:pt x="2584" y="2890"/>
                      <a:pt x="2584" y="2890"/>
                      <a:pt x="2584" y="2890"/>
                    </a:cubicBezTo>
                    <a:cubicBezTo>
                      <a:pt x="2424" y="2744"/>
                      <a:pt x="2424" y="2744"/>
                      <a:pt x="2424" y="2744"/>
                    </a:cubicBezTo>
                    <a:lnTo>
                      <a:pt x="2424" y="2744"/>
                    </a:lnTo>
                    <a:cubicBezTo>
                      <a:pt x="71" y="597"/>
                      <a:pt x="71" y="597"/>
                      <a:pt x="71" y="597"/>
                    </a:cubicBezTo>
                    <a:cubicBezTo>
                      <a:pt x="432" y="206"/>
                      <a:pt x="432" y="206"/>
                      <a:pt x="432" y="206"/>
                    </a:cubicBezTo>
                    <a:cubicBezTo>
                      <a:pt x="387" y="141"/>
                      <a:pt x="362" y="71"/>
                      <a:pt x="362"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79" name="Google Shape;1479;p29"/>
              <p:cNvSpPr/>
              <p:nvPr/>
            </p:nvSpPr>
            <p:spPr>
              <a:xfrm rot="-1900965">
                <a:off x="6556004" y="1645735"/>
                <a:ext cx="198527" cy="199707"/>
              </a:xfrm>
              <a:custGeom>
                <a:rect b="b" l="l" r="r" t="t"/>
                <a:pathLst>
                  <a:path extrusionOk="0" h="2538" w="2523">
                    <a:moveTo>
                      <a:pt x="361" y="0"/>
                    </a:moveTo>
                    <a:lnTo>
                      <a:pt x="361" y="0"/>
                    </a:lnTo>
                    <a:cubicBezTo>
                      <a:pt x="0" y="391"/>
                      <a:pt x="0" y="391"/>
                      <a:pt x="0" y="391"/>
                    </a:cubicBezTo>
                    <a:cubicBezTo>
                      <a:pt x="2353" y="2538"/>
                      <a:pt x="2353" y="2538"/>
                      <a:pt x="2353" y="2538"/>
                    </a:cubicBezTo>
                    <a:cubicBezTo>
                      <a:pt x="2523" y="2358"/>
                      <a:pt x="2523" y="2358"/>
                      <a:pt x="2523" y="2358"/>
                    </a:cubicBezTo>
                    <a:cubicBezTo>
                      <a:pt x="2087" y="1775"/>
                      <a:pt x="1605" y="1134"/>
                      <a:pt x="1219" y="782"/>
                    </a:cubicBezTo>
                    <a:cubicBezTo>
                      <a:pt x="416" y="65"/>
                      <a:pt x="416" y="65"/>
                      <a:pt x="416" y="65"/>
                    </a:cubicBezTo>
                    <a:cubicBezTo>
                      <a:pt x="396" y="45"/>
                      <a:pt x="376" y="25"/>
                      <a:pt x="361"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0" name="Google Shape;1480;p29"/>
              <p:cNvSpPr/>
              <p:nvPr/>
            </p:nvSpPr>
            <p:spPr>
              <a:xfrm rot="-1900965">
                <a:off x="6782879" y="1781289"/>
                <a:ext cx="12590" cy="11488"/>
              </a:xfrm>
              <a:custGeom>
                <a:rect b="b" l="l" r="r" t="t"/>
                <a:pathLst>
                  <a:path extrusionOk="0" h="146" w="160">
                    <a:moveTo>
                      <a:pt x="0" y="0"/>
                    </a:moveTo>
                    <a:lnTo>
                      <a:pt x="0" y="0"/>
                    </a:lnTo>
                    <a:lnTo>
                      <a:pt x="160" y="146"/>
                    </a:lnTo>
                    <a:lnTo>
                      <a:pt x="0" y="0"/>
                    </a:lnTo>
                    <a:close/>
                  </a:path>
                </a:pathLst>
              </a:custGeom>
              <a:solidFill>
                <a:srgbClr val="F6DCE1"/>
              </a:solidFill>
              <a:ln>
                <a:noFill/>
              </a:ln>
            </p:spPr>
            <p:txBody>
              <a:bodyPr anchorCtr="1" anchor="ctr" bIns="7550" lIns="90000" spcFirstLastPara="1" rIns="90000" wrap="square" tIns="7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1" name="Google Shape;1481;p29"/>
              <p:cNvSpPr/>
              <p:nvPr/>
            </p:nvSpPr>
            <p:spPr>
              <a:xfrm rot="-1900965">
                <a:off x="6782879" y="1781289"/>
                <a:ext cx="12590" cy="11488"/>
              </a:xfrm>
              <a:custGeom>
                <a:rect b="b" l="l" r="r" t="t"/>
                <a:pathLst>
                  <a:path extrusionOk="0" h="146" w="160">
                    <a:moveTo>
                      <a:pt x="0" y="0"/>
                    </a:moveTo>
                    <a:lnTo>
                      <a:pt x="0" y="0"/>
                    </a:lnTo>
                    <a:lnTo>
                      <a:pt x="160" y="146"/>
                    </a:lnTo>
                    <a:lnTo>
                      <a:pt x="0" y="0"/>
                    </a:lnTo>
                    <a:close/>
                  </a:path>
                </a:pathLst>
              </a:custGeom>
              <a:solidFill>
                <a:srgbClr val="F6DCE1"/>
              </a:solidFill>
              <a:ln>
                <a:noFill/>
              </a:ln>
            </p:spPr>
            <p:txBody>
              <a:bodyPr anchorCtr="1" anchor="ctr" bIns="7550" lIns="90000" spcFirstLastPara="1" rIns="90000" wrap="square" tIns="7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2" name="Google Shape;1482;p29"/>
              <p:cNvSpPr/>
              <p:nvPr/>
            </p:nvSpPr>
            <p:spPr>
              <a:xfrm rot="-1900965">
                <a:off x="6778339" y="1765287"/>
                <a:ext cx="23606" cy="25652"/>
              </a:xfrm>
              <a:custGeom>
                <a:rect b="b" l="l" r="r" t="t"/>
                <a:pathLst>
                  <a:path extrusionOk="0" h="326" w="300">
                    <a:moveTo>
                      <a:pt x="170" y="0"/>
                    </a:moveTo>
                    <a:lnTo>
                      <a:pt x="170" y="0"/>
                    </a:lnTo>
                    <a:cubicBezTo>
                      <a:pt x="0" y="180"/>
                      <a:pt x="0" y="180"/>
                      <a:pt x="0" y="180"/>
                    </a:cubicBezTo>
                    <a:cubicBezTo>
                      <a:pt x="160" y="326"/>
                      <a:pt x="160" y="326"/>
                      <a:pt x="160" y="326"/>
                    </a:cubicBezTo>
                    <a:cubicBezTo>
                      <a:pt x="300" y="175"/>
                      <a:pt x="300" y="175"/>
                      <a:pt x="300" y="175"/>
                    </a:cubicBezTo>
                    <a:cubicBezTo>
                      <a:pt x="255" y="115"/>
                      <a:pt x="215" y="60"/>
                      <a:pt x="170"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3" name="Google Shape;1483;p29"/>
              <p:cNvSpPr/>
              <p:nvPr/>
            </p:nvSpPr>
            <p:spPr>
              <a:xfrm rot="-1900965">
                <a:off x="6792038" y="1764186"/>
                <a:ext cx="68694" cy="83723"/>
              </a:xfrm>
              <a:custGeom>
                <a:rect b="b" l="l" r="r" t="t"/>
                <a:pathLst>
                  <a:path extrusionOk="0" h="1064" w="873">
                    <a:moveTo>
                      <a:pt x="381" y="0"/>
                    </a:moveTo>
                    <a:lnTo>
                      <a:pt x="381" y="0"/>
                    </a:lnTo>
                    <a:cubicBezTo>
                      <a:pt x="241" y="151"/>
                      <a:pt x="241" y="151"/>
                      <a:pt x="241" y="151"/>
                    </a:cubicBezTo>
                    <a:cubicBezTo>
                      <a:pt x="0" y="417"/>
                      <a:pt x="0" y="417"/>
                      <a:pt x="0" y="417"/>
                    </a:cubicBezTo>
                    <a:cubicBezTo>
                      <a:pt x="477" y="1064"/>
                      <a:pt x="477" y="1064"/>
                      <a:pt x="477" y="1064"/>
                    </a:cubicBezTo>
                    <a:lnTo>
                      <a:pt x="477" y="1064"/>
                    </a:lnTo>
                    <a:cubicBezTo>
                      <a:pt x="0" y="417"/>
                      <a:pt x="0" y="417"/>
                      <a:pt x="0" y="417"/>
                    </a:cubicBezTo>
                    <a:cubicBezTo>
                      <a:pt x="246" y="145"/>
                      <a:pt x="246" y="145"/>
                      <a:pt x="246" y="145"/>
                    </a:cubicBezTo>
                    <a:cubicBezTo>
                      <a:pt x="722" y="793"/>
                      <a:pt x="722" y="793"/>
                      <a:pt x="722" y="793"/>
                    </a:cubicBezTo>
                    <a:cubicBezTo>
                      <a:pt x="873" y="627"/>
                      <a:pt x="873" y="627"/>
                      <a:pt x="873" y="627"/>
                    </a:cubicBezTo>
                    <a:cubicBezTo>
                      <a:pt x="722" y="452"/>
                      <a:pt x="557" y="231"/>
                      <a:pt x="381" y="0"/>
                    </a:cubicBez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4" name="Google Shape;1484;p29"/>
              <p:cNvSpPr/>
              <p:nvPr/>
            </p:nvSpPr>
            <p:spPr>
              <a:xfrm rot="-1900965">
                <a:off x="6795919" y="1777865"/>
                <a:ext cx="56812" cy="72313"/>
              </a:xfrm>
              <a:custGeom>
                <a:rect b="b" l="l" r="r" t="t"/>
                <a:pathLst>
                  <a:path extrusionOk="0" h="919" w="722">
                    <a:moveTo>
                      <a:pt x="246" y="0"/>
                    </a:moveTo>
                    <a:lnTo>
                      <a:pt x="0" y="272"/>
                    </a:lnTo>
                    <a:lnTo>
                      <a:pt x="477" y="919"/>
                    </a:lnTo>
                    <a:lnTo>
                      <a:pt x="722" y="648"/>
                    </a:lnTo>
                    <a:lnTo>
                      <a:pt x="246" y="0"/>
                    </a:lnTo>
                    <a:close/>
                  </a:path>
                </a:pathLst>
              </a:custGeom>
              <a:solidFill>
                <a:srgbClr val="F6DCE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5" name="Google Shape;1485;p29"/>
              <p:cNvSpPr/>
              <p:nvPr/>
            </p:nvSpPr>
            <p:spPr>
              <a:xfrm rot="-1900965">
                <a:off x="6795919" y="1777865"/>
                <a:ext cx="56812" cy="72313"/>
              </a:xfrm>
              <a:custGeom>
                <a:rect b="b" l="l" r="r" t="t"/>
                <a:pathLst>
                  <a:path extrusionOk="0" h="919" w="722">
                    <a:moveTo>
                      <a:pt x="246" y="0"/>
                    </a:moveTo>
                    <a:lnTo>
                      <a:pt x="0" y="272"/>
                    </a:lnTo>
                    <a:lnTo>
                      <a:pt x="477" y="919"/>
                    </a:lnTo>
                    <a:lnTo>
                      <a:pt x="722" y="648"/>
                    </a:lnTo>
                    <a:lnTo>
                      <a:pt x="246" y="0"/>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6" name="Google Shape;1486;p29"/>
              <p:cNvSpPr/>
              <p:nvPr/>
            </p:nvSpPr>
            <p:spPr>
              <a:xfrm rot="-1900965">
                <a:off x="6853612" y="1836710"/>
                <a:ext cx="9049" cy="12196"/>
              </a:xfrm>
              <a:custGeom>
                <a:rect b="b" l="l" r="r" t="t"/>
                <a:pathLst>
                  <a:path extrusionOk="0" h="155" w="115">
                    <a:moveTo>
                      <a:pt x="0" y="0"/>
                    </a:moveTo>
                    <a:lnTo>
                      <a:pt x="0" y="0"/>
                    </a:lnTo>
                    <a:lnTo>
                      <a:pt x="115" y="155"/>
                    </a:lnTo>
                    <a:lnTo>
                      <a:pt x="115" y="155"/>
                    </a:lnTo>
                    <a:lnTo>
                      <a:pt x="0" y="0"/>
                    </a:lnTo>
                    <a:close/>
                  </a:path>
                </a:pathLst>
              </a:custGeom>
              <a:solidFill>
                <a:srgbClr val="F6DCE1"/>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7" name="Google Shape;1487;p29"/>
              <p:cNvSpPr/>
              <p:nvPr/>
            </p:nvSpPr>
            <p:spPr>
              <a:xfrm rot="-1900965">
                <a:off x="6853612" y="1836710"/>
                <a:ext cx="9049" cy="12196"/>
              </a:xfrm>
              <a:custGeom>
                <a:rect b="b" l="l" r="r" t="t"/>
                <a:pathLst>
                  <a:path extrusionOk="0" h="155" w="115">
                    <a:moveTo>
                      <a:pt x="0" y="0"/>
                    </a:moveTo>
                    <a:lnTo>
                      <a:pt x="0" y="0"/>
                    </a:lnTo>
                    <a:lnTo>
                      <a:pt x="115" y="155"/>
                    </a:lnTo>
                    <a:lnTo>
                      <a:pt x="115" y="155"/>
                    </a:lnTo>
                    <a:lnTo>
                      <a:pt x="0" y="0"/>
                    </a:lnTo>
                    <a:close/>
                  </a:path>
                </a:pathLst>
              </a:custGeom>
              <a:solidFill>
                <a:srgbClr val="F6DCE1"/>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8" name="Google Shape;1488;p29"/>
              <p:cNvSpPr/>
              <p:nvPr/>
            </p:nvSpPr>
            <p:spPr>
              <a:xfrm rot="-1900965">
                <a:off x="6842224" y="1796580"/>
                <a:ext cx="40681" cy="46583"/>
              </a:xfrm>
              <a:custGeom>
                <a:rect b="b" l="l" r="r" t="t"/>
                <a:pathLst>
                  <a:path extrusionOk="0" h="592" w="517">
                    <a:moveTo>
                      <a:pt x="0" y="437"/>
                    </a:moveTo>
                    <a:lnTo>
                      <a:pt x="0" y="437"/>
                    </a:lnTo>
                    <a:lnTo>
                      <a:pt x="0" y="437"/>
                    </a:lnTo>
                    <a:cubicBezTo>
                      <a:pt x="115" y="592"/>
                      <a:pt x="115" y="592"/>
                      <a:pt x="115" y="592"/>
                    </a:cubicBezTo>
                    <a:cubicBezTo>
                      <a:pt x="0" y="437"/>
                      <a:pt x="0" y="437"/>
                      <a:pt x="0" y="437"/>
                    </a:cubicBezTo>
                    <a:moveTo>
                      <a:pt x="396" y="0"/>
                    </a:moveTo>
                    <a:lnTo>
                      <a:pt x="396" y="0"/>
                    </a:lnTo>
                    <a:cubicBezTo>
                      <a:pt x="245" y="166"/>
                      <a:pt x="245" y="166"/>
                      <a:pt x="245" y="166"/>
                    </a:cubicBezTo>
                    <a:cubicBezTo>
                      <a:pt x="361" y="316"/>
                      <a:pt x="361" y="316"/>
                      <a:pt x="361" y="316"/>
                    </a:cubicBezTo>
                    <a:cubicBezTo>
                      <a:pt x="517" y="141"/>
                      <a:pt x="517" y="141"/>
                      <a:pt x="517" y="141"/>
                    </a:cubicBezTo>
                    <a:cubicBezTo>
                      <a:pt x="476" y="101"/>
                      <a:pt x="436" y="51"/>
                      <a:pt x="396" y="0"/>
                    </a:cubicBez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89" name="Google Shape;1489;p29"/>
              <p:cNvSpPr/>
              <p:nvPr/>
            </p:nvSpPr>
            <p:spPr>
              <a:xfrm rot="-1900965">
                <a:off x="6846569" y="1811892"/>
                <a:ext cx="28406" cy="33521"/>
              </a:xfrm>
              <a:custGeom>
                <a:rect b="b" l="l" r="r" t="t"/>
                <a:pathLst>
                  <a:path extrusionOk="0" h="426" w="361">
                    <a:moveTo>
                      <a:pt x="245" y="0"/>
                    </a:moveTo>
                    <a:lnTo>
                      <a:pt x="0" y="271"/>
                    </a:lnTo>
                    <a:lnTo>
                      <a:pt x="115" y="426"/>
                    </a:lnTo>
                    <a:lnTo>
                      <a:pt x="361" y="150"/>
                    </a:lnTo>
                    <a:lnTo>
                      <a:pt x="245" y="0"/>
                    </a:lnTo>
                    <a:close/>
                  </a:path>
                </a:pathLst>
              </a:custGeom>
              <a:solidFill>
                <a:srgbClr val="F6DCE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0" name="Google Shape;1490;p29"/>
              <p:cNvSpPr/>
              <p:nvPr/>
            </p:nvSpPr>
            <p:spPr>
              <a:xfrm rot="-1900965">
                <a:off x="6846569" y="1811892"/>
                <a:ext cx="28406" cy="33521"/>
              </a:xfrm>
              <a:custGeom>
                <a:rect b="b" l="l" r="r" t="t"/>
                <a:pathLst>
                  <a:path extrusionOk="0" h="426" w="361">
                    <a:moveTo>
                      <a:pt x="245" y="0"/>
                    </a:moveTo>
                    <a:lnTo>
                      <a:pt x="0" y="271"/>
                    </a:lnTo>
                    <a:lnTo>
                      <a:pt x="115" y="426"/>
                    </a:lnTo>
                    <a:lnTo>
                      <a:pt x="361" y="150"/>
                    </a:lnTo>
                    <a:lnTo>
                      <a:pt x="245" y="0"/>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1" name="Google Shape;1491;p29"/>
              <p:cNvSpPr/>
              <p:nvPr/>
            </p:nvSpPr>
            <p:spPr>
              <a:xfrm rot="-1900965">
                <a:off x="6540723" y="1529515"/>
                <a:ext cx="390365" cy="376437"/>
              </a:xfrm>
              <a:custGeom>
                <a:rect b="b" l="l" r="r" t="t"/>
                <a:pathLst>
                  <a:path extrusionOk="0" h="4784" w="4961">
                    <a:moveTo>
                      <a:pt x="2995" y="4784"/>
                    </a:moveTo>
                    <a:lnTo>
                      <a:pt x="2995" y="4784"/>
                    </a:lnTo>
                    <a:cubicBezTo>
                      <a:pt x="2980" y="4784"/>
                      <a:pt x="2970" y="4779"/>
                      <a:pt x="2960" y="4768"/>
                    </a:cubicBezTo>
                    <a:cubicBezTo>
                      <a:pt x="2739" y="4533"/>
                      <a:pt x="2458" y="4141"/>
                      <a:pt x="2157" y="3725"/>
                    </a:cubicBezTo>
                    <a:cubicBezTo>
                      <a:pt x="1751" y="3163"/>
                      <a:pt x="1289" y="2531"/>
                      <a:pt x="918" y="2195"/>
                    </a:cubicBezTo>
                    <a:cubicBezTo>
                      <a:pt x="131" y="1493"/>
                      <a:pt x="131" y="1493"/>
                      <a:pt x="131" y="1493"/>
                    </a:cubicBezTo>
                    <a:cubicBezTo>
                      <a:pt x="56" y="1423"/>
                      <a:pt x="10" y="1327"/>
                      <a:pt x="0" y="1222"/>
                    </a:cubicBezTo>
                    <a:cubicBezTo>
                      <a:pt x="-5" y="1117"/>
                      <a:pt x="31" y="1016"/>
                      <a:pt x="100" y="941"/>
                    </a:cubicBezTo>
                    <a:cubicBezTo>
                      <a:pt x="828" y="128"/>
                      <a:pt x="828" y="128"/>
                      <a:pt x="828" y="128"/>
                    </a:cubicBezTo>
                    <a:cubicBezTo>
                      <a:pt x="973" y="-32"/>
                      <a:pt x="1219" y="-42"/>
                      <a:pt x="1380" y="98"/>
                    </a:cubicBezTo>
                    <a:cubicBezTo>
                      <a:pt x="2162" y="805"/>
                      <a:pt x="2162" y="805"/>
                      <a:pt x="2162" y="805"/>
                    </a:cubicBezTo>
                    <a:cubicBezTo>
                      <a:pt x="2619" y="1212"/>
                      <a:pt x="3336" y="1618"/>
                      <a:pt x="3968" y="1974"/>
                    </a:cubicBezTo>
                    <a:cubicBezTo>
                      <a:pt x="4344" y="2190"/>
                      <a:pt x="4701" y="2391"/>
                      <a:pt x="4942" y="2561"/>
                    </a:cubicBezTo>
                    <a:cubicBezTo>
                      <a:pt x="4951" y="2567"/>
                      <a:pt x="4957" y="2582"/>
                      <a:pt x="4961" y="2592"/>
                    </a:cubicBezTo>
                    <a:cubicBezTo>
                      <a:pt x="4961" y="2607"/>
                      <a:pt x="4957" y="2617"/>
                      <a:pt x="4946" y="2627"/>
                    </a:cubicBezTo>
                    <a:cubicBezTo>
                      <a:pt x="3030" y="4768"/>
                      <a:pt x="3030" y="4768"/>
                      <a:pt x="3030" y="4768"/>
                    </a:cubicBezTo>
                    <a:cubicBezTo>
                      <a:pt x="3020" y="4779"/>
                      <a:pt x="3010" y="4784"/>
                      <a:pt x="2995" y="4784"/>
                    </a:cubicBezTo>
                    <a:moveTo>
                      <a:pt x="1114" y="88"/>
                    </a:moveTo>
                    <a:lnTo>
                      <a:pt x="1114" y="88"/>
                    </a:lnTo>
                    <a:cubicBezTo>
                      <a:pt x="1034" y="88"/>
                      <a:pt x="953" y="124"/>
                      <a:pt x="898" y="184"/>
                    </a:cubicBezTo>
                    <a:cubicBezTo>
                      <a:pt x="166" y="1001"/>
                      <a:pt x="166" y="1001"/>
                      <a:pt x="166" y="1001"/>
                    </a:cubicBezTo>
                    <a:cubicBezTo>
                      <a:pt x="110" y="1062"/>
                      <a:pt x="85" y="1137"/>
                      <a:pt x="91" y="1217"/>
                    </a:cubicBezTo>
                    <a:cubicBezTo>
                      <a:pt x="96" y="1297"/>
                      <a:pt x="131" y="1372"/>
                      <a:pt x="191" y="1423"/>
                    </a:cubicBezTo>
                    <a:cubicBezTo>
                      <a:pt x="978" y="2130"/>
                      <a:pt x="978" y="2130"/>
                      <a:pt x="978" y="2130"/>
                    </a:cubicBezTo>
                    <a:cubicBezTo>
                      <a:pt x="1360" y="2471"/>
                      <a:pt x="1821" y="3108"/>
                      <a:pt x="2227" y="3675"/>
                    </a:cubicBezTo>
                    <a:cubicBezTo>
                      <a:pt x="2514" y="4066"/>
                      <a:pt x="2779" y="4438"/>
                      <a:pt x="2995" y="4668"/>
                    </a:cubicBezTo>
                    <a:cubicBezTo>
                      <a:pt x="4846" y="2607"/>
                      <a:pt x="4846" y="2607"/>
                      <a:pt x="4846" y="2607"/>
                    </a:cubicBezTo>
                    <a:cubicBezTo>
                      <a:pt x="4610" y="2441"/>
                      <a:pt x="4274" y="2255"/>
                      <a:pt x="3923" y="2055"/>
                    </a:cubicBezTo>
                    <a:cubicBezTo>
                      <a:pt x="3286" y="1693"/>
                      <a:pt x="2568" y="1287"/>
                      <a:pt x="2107" y="871"/>
                    </a:cubicBezTo>
                    <a:cubicBezTo>
                      <a:pt x="1320" y="168"/>
                      <a:pt x="1320" y="168"/>
                      <a:pt x="1320" y="168"/>
                    </a:cubicBezTo>
                    <a:cubicBezTo>
                      <a:pt x="1264" y="113"/>
                      <a:pt x="1189" y="88"/>
                      <a:pt x="1114" y="88"/>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2" name="Google Shape;1492;p29"/>
              <p:cNvSpPr/>
              <p:nvPr/>
            </p:nvSpPr>
            <p:spPr>
              <a:xfrm rot="-1900965">
                <a:off x="6553133" y="1564381"/>
                <a:ext cx="254316" cy="172481"/>
              </a:xfrm>
              <a:custGeom>
                <a:rect b="b" l="l" r="r" t="t"/>
                <a:pathLst>
                  <a:path extrusionOk="0" h="2192" w="3232">
                    <a:moveTo>
                      <a:pt x="2033" y="1274"/>
                    </a:moveTo>
                    <a:lnTo>
                      <a:pt x="2033" y="1274"/>
                    </a:lnTo>
                    <a:cubicBezTo>
                      <a:pt x="2881" y="2046"/>
                      <a:pt x="2881" y="2046"/>
                      <a:pt x="2881" y="2046"/>
                    </a:cubicBezTo>
                    <a:lnTo>
                      <a:pt x="2881" y="2046"/>
                    </a:lnTo>
                    <a:cubicBezTo>
                      <a:pt x="3042" y="2192"/>
                      <a:pt x="3042" y="2192"/>
                      <a:pt x="3042" y="2192"/>
                    </a:cubicBezTo>
                    <a:cubicBezTo>
                      <a:pt x="3232" y="1981"/>
                      <a:pt x="3232" y="1981"/>
                      <a:pt x="3232" y="1981"/>
                    </a:cubicBezTo>
                    <a:cubicBezTo>
                      <a:pt x="2851" y="1756"/>
                      <a:pt x="2419" y="1520"/>
                      <a:pt x="2033" y="1274"/>
                    </a:cubicBezTo>
                    <a:moveTo>
                      <a:pt x="393" y="0"/>
                    </a:moveTo>
                    <a:lnTo>
                      <a:pt x="393" y="0"/>
                    </a:lnTo>
                    <a:cubicBezTo>
                      <a:pt x="348" y="0"/>
                      <a:pt x="302" y="20"/>
                      <a:pt x="262" y="65"/>
                    </a:cubicBezTo>
                    <a:cubicBezTo>
                      <a:pt x="57" y="295"/>
                      <a:pt x="57" y="295"/>
                      <a:pt x="57" y="295"/>
                    </a:cubicBezTo>
                    <a:cubicBezTo>
                      <a:pt x="1" y="351"/>
                      <a:pt x="-9" y="416"/>
                      <a:pt x="7" y="471"/>
                    </a:cubicBezTo>
                    <a:cubicBezTo>
                      <a:pt x="433" y="4"/>
                      <a:pt x="433" y="4"/>
                      <a:pt x="433" y="4"/>
                    </a:cubicBezTo>
                    <a:cubicBezTo>
                      <a:pt x="418" y="0"/>
                      <a:pt x="403" y="0"/>
                      <a:pt x="393"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3" name="Google Shape;1493;p29"/>
              <p:cNvSpPr/>
              <p:nvPr/>
            </p:nvSpPr>
            <p:spPr>
              <a:xfrm rot="-1900965">
                <a:off x="6585146" y="1571488"/>
                <a:ext cx="226146" cy="226618"/>
              </a:xfrm>
              <a:custGeom>
                <a:rect b="b" l="l" r="r" t="t"/>
                <a:pathLst>
                  <a:path extrusionOk="0" h="2880" w="2874">
                    <a:moveTo>
                      <a:pt x="426" y="0"/>
                    </a:moveTo>
                    <a:lnTo>
                      <a:pt x="426" y="0"/>
                    </a:lnTo>
                    <a:cubicBezTo>
                      <a:pt x="0" y="467"/>
                      <a:pt x="0" y="467"/>
                      <a:pt x="0" y="467"/>
                    </a:cubicBezTo>
                    <a:cubicBezTo>
                      <a:pt x="10" y="512"/>
                      <a:pt x="40" y="562"/>
                      <a:pt x="80" y="602"/>
                    </a:cubicBezTo>
                    <a:cubicBezTo>
                      <a:pt x="536" y="106"/>
                      <a:pt x="536" y="106"/>
                      <a:pt x="536" y="106"/>
                    </a:cubicBezTo>
                    <a:cubicBezTo>
                      <a:pt x="2578" y="1967"/>
                      <a:pt x="2578" y="1967"/>
                      <a:pt x="2578" y="1967"/>
                    </a:cubicBezTo>
                    <a:cubicBezTo>
                      <a:pt x="2101" y="2489"/>
                      <a:pt x="2101" y="2489"/>
                      <a:pt x="2101" y="2489"/>
                    </a:cubicBezTo>
                    <a:cubicBezTo>
                      <a:pt x="1158" y="1631"/>
                      <a:pt x="1158" y="1631"/>
                      <a:pt x="1158" y="1631"/>
                    </a:cubicBezTo>
                    <a:cubicBezTo>
                      <a:pt x="1464" y="1987"/>
                      <a:pt x="1800" y="2454"/>
                      <a:pt x="2111" y="2880"/>
                    </a:cubicBezTo>
                    <a:cubicBezTo>
                      <a:pt x="2874" y="2042"/>
                      <a:pt x="2874" y="2042"/>
                      <a:pt x="2874" y="2042"/>
                    </a:cubicBezTo>
                    <a:cubicBezTo>
                      <a:pt x="2026" y="1270"/>
                      <a:pt x="2026" y="1270"/>
                      <a:pt x="2026" y="1270"/>
                    </a:cubicBezTo>
                    <a:cubicBezTo>
                      <a:pt x="1760" y="1099"/>
                      <a:pt x="1509" y="924"/>
                      <a:pt x="1314" y="748"/>
                    </a:cubicBezTo>
                    <a:cubicBezTo>
                      <a:pt x="617" y="121"/>
                      <a:pt x="617" y="121"/>
                      <a:pt x="617" y="121"/>
                    </a:cubicBezTo>
                    <a:cubicBezTo>
                      <a:pt x="552" y="66"/>
                      <a:pt x="486" y="16"/>
                      <a:pt x="426"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4" name="Google Shape;1494;p29"/>
              <p:cNvSpPr/>
              <p:nvPr/>
            </p:nvSpPr>
            <p:spPr>
              <a:xfrm rot="-1900965">
                <a:off x="6571755" y="1582199"/>
                <a:ext cx="196559" cy="187511"/>
              </a:xfrm>
              <a:custGeom>
                <a:rect b="b" l="l" r="r" t="t"/>
                <a:pathLst>
                  <a:path extrusionOk="0" h="2383" w="2498">
                    <a:moveTo>
                      <a:pt x="456" y="0"/>
                    </a:moveTo>
                    <a:lnTo>
                      <a:pt x="456" y="0"/>
                    </a:lnTo>
                    <a:cubicBezTo>
                      <a:pt x="0" y="496"/>
                      <a:pt x="0" y="496"/>
                      <a:pt x="0" y="496"/>
                    </a:cubicBezTo>
                    <a:cubicBezTo>
                      <a:pt x="15" y="517"/>
                      <a:pt x="35" y="537"/>
                      <a:pt x="55" y="552"/>
                    </a:cubicBezTo>
                    <a:cubicBezTo>
                      <a:pt x="752" y="1179"/>
                      <a:pt x="752" y="1179"/>
                      <a:pt x="752" y="1179"/>
                    </a:cubicBezTo>
                    <a:cubicBezTo>
                      <a:pt x="858" y="1274"/>
                      <a:pt x="968" y="1389"/>
                      <a:pt x="1078" y="1525"/>
                    </a:cubicBezTo>
                    <a:cubicBezTo>
                      <a:pt x="2021" y="2383"/>
                      <a:pt x="2021" y="2383"/>
                      <a:pt x="2021" y="2383"/>
                    </a:cubicBezTo>
                    <a:cubicBezTo>
                      <a:pt x="2498" y="1861"/>
                      <a:pt x="2498" y="1861"/>
                      <a:pt x="2498" y="1861"/>
                    </a:cubicBezTo>
                    <a:cubicBezTo>
                      <a:pt x="456" y="0"/>
                      <a:pt x="456" y="0"/>
                      <a:pt x="456"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5" name="Google Shape;1495;p29"/>
              <p:cNvSpPr/>
              <p:nvPr/>
            </p:nvSpPr>
            <p:spPr>
              <a:xfrm rot="-1900965">
                <a:off x="6768599" y="1668477"/>
                <a:ext cx="72707" cy="79395"/>
              </a:xfrm>
              <a:custGeom>
                <a:rect b="b" l="l" r="r" t="t"/>
                <a:pathLst>
                  <a:path extrusionOk="0" h="1009" w="924">
                    <a:moveTo>
                      <a:pt x="763" y="0"/>
                    </a:moveTo>
                    <a:lnTo>
                      <a:pt x="763" y="0"/>
                    </a:lnTo>
                    <a:cubicBezTo>
                      <a:pt x="0" y="838"/>
                      <a:pt x="0" y="838"/>
                      <a:pt x="0" y="838"/>
                    </a:cubicBezTo>
                    <a:cubicBezTo>
                      <a:pt x="46" y="893"/>
                      <a:pt x="91" y="953"/>
                      <a:pt x="131" y="1009"/>
                    </a:cubicBezTo>
                    <a:cubicBezTo>
                      <a:pt x="924" y="146"/>
                      <a:pt x="924" y="146"/>
                      <a:pt x="924" y="146"/>
                    </a:cubicBezTo>
                    <a:cubicBezTo>
                      <a:pt x="763" y="0"/>
                      <a:pt x="763" y="0"/>
                      <a:pt x="763"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6" name="Google Shape;1496;p29"/>
              <p:cNvSpPr/>
              <p:nvPr/>
            </p:nvSpPr>
            <p:spPr>
              <a:xfrm rot="-1900965">
                <a:off x="6794556" y="1641014"/>
                <a:ext cx="128653" cy="132272"/>
              </a:xfrm>
              <a:custGeom>
                <a:rect b="b" l="l" r="r" t="t"/>
                <a:pathLst>
                  <a:path extrusionOk="0" h="1681" w="1635">
                    <a:moveTo>
                      <a:pt x="983" y="0"/>
                    </a:moveTo>
                    <a:lnTo>
                      <a:pt x="983" y="0"/>
                    </a:lnTo>
                    <a:cubicBezTo>
                      <a:pt x="793" y="211"/>
                      <a:pt x="793" y="211"/>
                      <a:pt x="793" y="211"/>
                    </a:cubicBezTo>
                    <a:cubicBezTo>
                      <a:pt x="0" y="1074"/>
                      <a:pt x="0" y="1074"/>
                      <a:pt x="0" y="1074"/>
                    </a:cubicBezTo>
                    <a:cubicBezTo>
                      <a:pt x="181" y="1309"/>
                      <a:pt x="351" y="1525"/>
                      <a:pt x="502" y="1681"/>
                    </a:cubicBezTo>
                    <a:cubicBezTo>
                      <a:pt x="1148" y="963"/>
                      <a:pt x="1148" y="963"/>
                      <a:pt x="1148" y="963"/>
                    </a:cubicBezTo>
                    <a:cubicBezTo>
                      <a:pt x="577" y="447"/>
                      <a:pt x="577" y="447"/>
                      <a:pt x="577" y="447"/>
                    </a:cubicBezTo>
                    <a:cubicBezTo>
                      <a:pt x="928" y="60"/>
                      <a:pt x="928" y="60"/>
                      <a:pt x="928" y="60"/>
                    </a:cubicBezTo>
                    <a:cubicBezTo>
                      <a:pt x="1600" y="462"/>
                      <a:pt x="1600" y="462"/>
                      <a:pt x="1600" y="462"/>
                    </a:cubicBezTo>
                    <a:cubicBezTo>
                      <a:pt x="1635" y="416"/>
                      <a:pt x="1635" y="416"/>
                      <a:pt x="1635" y="416"/>
                    </a:cubicBezTo>
                    <a:cubicBezTo>
                      <a:pt x="1455" y="286"/>
                      <a:pt x="1229" y="146"/>
                      <a:pt x="983"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497" name="Google Shape;1497;p29"/>
              <p:cNvSpPr/>
              <p:nvPr/>
            </p:nvSpPr>
            <p:spPr>
              <a:xfrm rot="-1900965">
                <a:off x="6813029" y="1637458"/>
                <a:ext cx="80497" cy="71054"/>
              </a:xfrm>
              <a:custGeom>
                <a:rect b="b" l="l" r="r" t="t"/>
                <a:pathLst>
                  <a:path extrusionOk="0" h="903" w="1023">
                    <a:moveTo>
                      <a:pt x="351" y="0"/>
                    </a:moveTo>
                    <a:lnTo>
                      <a:pt x="0" y="387"/>
                    </a:lnTo>
                    <a:lnTo>
                      <a:pt x="571" y="903"/>
                    </a:lnTo>
                    <a:lnTo>
                      <a:pt x="1023" y="402"/>
                    </a:lnTo>
                    <a:lnTo>
                      <a:pt x="351"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30"/>
          <p:cNvSpPr txBox="1"/>
          <p:nvPr>
            <p:ph type="title"/>
          </p:nvPr>
        </p:nvSpPr>
        <p:spPr>
          <a:xfrm>
            <a:off x="721775" y="2716600"/>
            <a:ext cx="3874200" cy="91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Team</a:t>
            </a:r>
            <a:endParaRPr/>
          </a:p>
        </p:txBody>
      </p:sp>
      <p:sp>
        <p:nvSpPr>
          <p:cNvPr id="1503" name="Google Shape;1503;p30"/>
          <p:cNvSpPr txBox="1"/>
          <p:nvPr>
            <p:ph idx="2" type="title"/>
          </p:nvPr>
        </p:nvSpPr>
        <p:spPr>
          <a:xfrm>
            <a:off x="721775" y="1591200"/>
            <a:ext cx="2208900" cy="10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cxnSp>
        <p:nvCxnSpPr>
          <p:cNvPr id="1504" name="Google Shape;1504;p30"/>
          <p:cNvCxnSpPr/>
          <p:nvPr/>
        </p:nvCxnSpPr>
        <p:spPr>
          <a:xfrm>
            <a:off x="715100" y="2743438"/>
            <a:ext cx="0" cy="860700"/>
          </a:xfrm>
          <a:prstGeom prst="straightConnector1">
            <a:avLst/>
          </a:prstGeom>
          <a:noFill/>
          <a:ln cap="flat" cmpd="sng" w="9525">
            <a:solidFill>
              <a:schemeClr val="dk1"/>
            </a:solidFill>
            <a:prstDash val="solid"/>
            <a:round/>
            <a:headEnd len="med" w="med" type="none"/>
            <a:tailEnd len="med" w="med" type="none"/>
          </a:ln>
        </p:spPr>
      </p:cxnSp>
      <p:grpSp>
        <p:nvGrpSpPr>
          <p:cNvPr id="1505" name="Google Shape;1505;p30"/>
          <p:cNvGrpSpPr/>
          <p:nvPr/>
        </p:nvGrpSpPr>
        <p:grpSpPr>
          <a:xfrm>
            <a:off x="4214075" y="853275"/>
            <a:ext cx="567000" cy="567000"/>
            <a:chOff x="6816400" y="1061650"/>
            <a:chExt cx="567000" cy="567000"/>
          </a:xfrm>
        </p:grpSpPr>
        <p:sp>
          <p:nvSpPr>
            <p:cNvPr id="1506" name="Google Shape;1506;p30"/>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507" name="Google Shape;1507;p30"/>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508" name="Google Shape;1508;p30"/>
          <p:cNvGrpSpPr/>
          <p:nvPr/>
        </p:nvGrpSpPr>
        <p:grpSpPr>
          <a:xfrm>
            <a:off x="73149" y="89482"/>
            <a:ext cx="1509917" cy="1046815"/>
            <a:chOff x="-4566130" y="2793615"/>
            <a:chExt cx="3288863" cy="2481781"/>
          </a:xfrm>
        </p:grpSpPr>
        <p:grpSp>
          <p:nvGrpSpPr>
            <p:cNvPr id="1509" name="Google Shape;1509;p30"/>
            <p:cNvGrpSpPr/>
            <p:nvPr/>
          </p:nvGrpSpPr>
          <p:grpSpPr>
            <a:xfrm>
              <a:off x="-2773218" y="2793615"/>
              <a:ext cx="1495952" cy="900319"/>
              <a:chOff x="-3224393" y="4375077"/>
              <a:chExt cx="1495952" cy="900319"/>
            </a:xfrm>
          </p:grpSpPr>
          <p:sp>
            <p:nvSpPr>
              <p:cNvPr id="1510" name="Google Shape;1510;p30"/>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chemeClr val="accent3"/>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1" name="Google Shape;1511;p30"/>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2" name="Google Shape;1512;p30"/>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3" name="Google Shape;1513;p30"/>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4" name="Google Shape;1514;p30"/>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5" name="Google Shape;1515;p30"/>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6" name="Google Shape;1516;p30"/>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7" name="Google Shape;1517;p30"/>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8" name="Google Shape;1518;p30"/>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19" name="Google Shape;1519;p30"/>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0" name="Google Shape;1520;p30"/>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1" name="Google Shape;1521;p30"/>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2" name="Google Shape;1522;p30"/>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3" name="Google Shape;1523;p30"/>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4" name="Google Shape;1524;p30"/>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5" name="Google Shape;1525;p30"/>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6" name="Google Shape;1526;p30"/>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7" name="Google Shape;1527;p30"/>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8" name="Google Shape;1528;p30"/>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29" name="Google Shape;1529;p30"/>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0" name="Google Shape;1530;p30"/>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1" name="Google Shape;1531;p30"/>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2" name="Google Shape;1532;p30"/>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3" name="Google Shape;1533;p30"/>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4" name="Google Shape;1534;p30"/>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535" name="Google Shape;1535;p30"/>
            <p:cNvGrpSpPr/>
            <p:nvPr/>
          </p:nvGrpSpPr>
          <p:grpSpPr>
            <a:xfrm>
              <a:off x="-3224393" y="4375077"/>
              <a:ext cx="1495952" cy="900319"/>
              <a:chOff x="-3224393" y="4375077"/>
              <a:chExt cx="1495952" cy="900319"/>
            </a:xfrm>
          </p:grpSpPr>
          <p:sp>
            <p:nvSpPr>
              <p:cNvPr id="1536" name="Google Shape;1536;p30"/>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chemeClr val="accent3"/>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7" name="Google Shape;1537;p30"/>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8" name="Google Shape;1538;p30"/>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39" name="Google Shape;1539;p30"/>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0" name="Google Shape;1540;p30"/>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1" name="Google Shape;1541;p30"/>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2" name="Google Shape;1542;p30"/>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3" name="Google Shape;1543;p30"/>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4" name="Google Shape;1544;p30"/>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5" name="Google Shape;1545;p30"/>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6" name="Google Shape;1546;p30"/>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7" name="Google Shape;1547;p30"/>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8" name="Google Shape;1548;p30"/>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49" name="Google Shape;1549;p30"/>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0" name="Google Shape;1550;p30"/>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1" name="Google Shape;1551;p30"/>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2" name="Google Shape;1552;p30"/>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3" name="Google Shape;1553;p30"/>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4" name="Google Shape;1554;p30"/>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5" name="Google Shape;1555;p30"/>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6" name="Google Shape;1556;p30"/>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7" name="Google Shape;1557;p30"/>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8" name="Google Shape;1558;p30"/>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59" name="Google Shape;1559;p30"/>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0" name="Google Shape;1560;p30"/>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561" name="Google Shape;1561;p30"/>
            <p:cNvSpPr/>
            <p:nvPr/>
          </p:nvSpPr>
          <p:spPr>
            <a:xfrm>
              <a:off x="-3853783" y="4446159"/>
              <a:ext cx="57341" cy="0"/>
            </a:xfrm>
            <a:custGeom>
              <a:rect b="b" l="l" r="r" t="t"/>
              <a:pathLst>
                <a:path extrusionOk="0" h="120000" w="338">
                  <a:moveTo>
                    <a:pt x="215" y="0"/>
                  </a:moveTo>
                  <a:lnTo>
                    <a:pt x="215" y="0"/>
                  </a:lnTo>
                  <a:lnTo>
                    <a:pt x="210" y="0"/>
                  </a:lnTo>
                  <a:lnTo>
                    <a:pt x="215" y="0"/>
                  </a:lnTo>
                  <a:moveTo>
                    <a:pt x="204" y="0"/>
                  </a:moveTo>
                  <a:lnTo>
                    <a:pt x="204" y="0"/>
                  </a:lnTo>
                  <a:lnTo>
                    <a:pt x="210" y="0"/>
                  </a:lnTo>
                  <a:lnTo>
                    <a:pt x="204" y="0"/>
                  </a:lnTo>
                  <a:moveTo>
                    <a:pt x="222" y="0"/>
                  </a:moveTo>
                  <a:lnTo>
                    <a:pt x="222" y="0"/>
                  </a:lnTo>
                  <a:moveTo>
                    <a:pt x="198" y="0"/>
                  </a:moveTo>
                  <a:lnTo>
                    <a:pt x="198" y="0"/>
                  </a:lnTo>
                  <a:moveTo>
                    <a:pt x="233" y="0"/>
                  </a:moveTo>
                  <a:lnTo>
                    <a:pt x="233" y="0"/>
                  </a:lnTo>
                  <a:cubicBezTo>
                    <a:pt x="227" y="0"/>
                    <a:pt x="227" y="0"/>
                    <a:pt x="227" y="0"/>
                  </a:cubicBezTo>
                  <a:lnTo>
                    <a:pt x="233" y="0"/>
                  </a:lnTo>
                  <a:moveTo>
                    <a:pt x="186" y="0"/>
                  </a:moveTo>
                  <a:lnTo>
                    <a:pt x="186" y="0"/>
                  </a:lnTo>
                  <a:cubicBezTo>
                    <a:pt x="192" y="0"/>
                    <a:pt x="192" y="0"/>
                    <a:pt x="192" y="0"/>
                  </a:cubicBezTo>
                  <a:lnTo>
                    <a:pt x="186" y="0"/>
                  </a:lnTo>
                  <a:moveTo>
                    <a:pt x="239" y="0"/>
                  </a:moveTo>
                  <a:lnTo>
                    <a:pt x="239" y="0"/>
                  </a:lnTo>
                  <a:cubicBezTo>
                    <a:pt x="233" y="0"/>
                    <a:pt x="233" y="0"/>
                    <a:pt x="233" y="0"/>
                  </a:cubicBezTo>
                  <a:lnTo>
                    <a:pt x="239" y="0"/>
                  </a:lnTo>
                  <a:moveTo>
                    <a:pt x="181" y="0"/>
                  </a:moveTo>
                  <a:lnTo>
                    <a:pt x="181" y="0"/>
                  </a:lnTo>
                  <a:cubicBezTo>
                    <a:pt x="186" y="0"/>
                    <a:pt x="186" y="0"/>
                    <a:pt x="186" y="0"/>
                  </a:cubicBezTo>
                  <a:lnTo>
                    <a:pt x="181" y="0"/>
                  </a:lnTo>
                  <a:moveTo>
                    <a:pt x="244" y="0"/>
                  </a:moveTo>
                  <a:lnTo>
                    <a:pt x="244" y="0"/>
                  </a:lnTo>
                  <a:lnTo>
                    <a:pt x="239" y="0"/>
                  </a:lnTo>
                  <a:lnTo>
                    <a:pt x="244" y="0"/>
                  </a:lnTo>
                  <a:moveTo>
                    <a:pt x="175" y="0"/>
                  </a:moveTo>
                  <a:lnTo>
                    <a:pt x="175" y="0"/>
                  </a:lnTo>
                  <a:lnTo>
                    <a:pt x="181" y="0"/>
                  </a:lnTo>
                  <a:lnTo>
                    <a:pt x="175" y="0"/>
                  </a:lnTo>
                  <a:moveTo>
                    <a:pt x="251" y="0"/>
                  </a:moveTo>
                  <a:lnTo>
                    <a:pt x="251" y="0"/>
                  </a:lnTo>
                  <a:lnTo>
                    <a:pt x="244" y="0"/>
                  </a:lnTo>
                  <a:cubicBezTo>
                    <a:pt x="251" y="0"/>
                    <a:pt x="251" y="0"/>
                    <a:pt x="251" y="0"/>
                  </a:cubicBezTo>
                  <a:moveTo>
                    <a:pt x="169" y="0"/>
                  </a:moveTo>
                  <a:lnTo>
                    <a:pt x="169" y="0"/>
                  </a:lnTo>
                  <a:lnTo>
                    <a:pt x="175" y="0"/>
                  </a:lnTo>
                  <a:cubicBezTo>
                    <a:pt x="169" y="0"/>
                    <a:pt x="169" y="0"/>
                    <a:pt x="169" y="0"/>
                  </a:cubicBezTo>
                  <a:moveTo>
                    <a:pt x="256" y="0"/>
                  </a:moveTo>
                  <a:lnTo>
                    <a:pt x="256" y="0"/>
                  </a:lnTo>
                  <a:moveTo>
                    <a:pt x="163" y="0"/>
                  </a:moveTo>
                  <a:lnTo>
                    <a:pt x="163" y="0"/>
                  </a:lnTo>
                  <a:moveTo>
                    <a:pt x="262" y="0"/>
                  </a:moveTo>
                  <a:lnTo>
                    <a:pt x="262" y="0"/>
                  </a:lnTo>
                  <a:moveTo>
                    <a:pt x="157" y="0"/>
                  </a:moveTo>
                  <a:lnTo>
                    <a:pt x="157" y="0"/>
                  </a:lnTo>
                  <a:moveTo>
                    <a:pt x="268" y="0"/>
                  </a:moveTo>
                  <a:lnTo>
                    <a:pt x="268" y="0"/>
                  </a:lnTo>
                  <a:moveTo>
                    <a:pt x="152" y="0"/>
                  </a:moveTo>
                  <a:lnTo>
                    <a:pt x="152" y="0"/>
                  </a:lnTo>
                  <a:moveTo>
                    <a:pt x="280" y="0"/>
                  </a:moveTo>
                  <a:lnTo>
                    <a:pt x="280" y="0"/>
                  </a:lnTo>
                  <a:cubicBezTo>
                    <a:pt x="274" y="0"/>
                    <a:pt x="274" y="0"/>
                    <a:pt x="274" y="0"/>
                  </a:cubicBezTo>
                  <a:lnTo>
                    <a:pt x="280" y="0"/>
                  </a:lnTo>
                  <a:moveTo>
                    <a:pt x="140" y="0"/>
                  </a:moveTo>
                  <a:lnTo>
                    <a:pt x="140" y="0"/>
                  </a:lnTo>
                  <a:lnTo>
                    <a:pt x="146" y="0"/>
                  </a:lnTo>
                  <a:lnTo>
                    <a:pt x="140" y="0"/>
                  </a:lnTo>
                  <a:moveTo>
                    <a:pt x="134" y="0"/>
                  </a:moveTo>
                  <a:lnTo>
                    <a:pt x="134" y="0"/>
                  </a:lnTo>
                  <a:lnTo>
                    <a:pt x="140" y="0"/>
                  </a:lnTo>
                  <a:cubicBezTo>
                    <a:pt x="134" y="0"/>
                    <a:pt x="134" y="0"/>
                    <a:pt x="134" y="0"/>
                  </a:cubicBezTo>
                  <a:moveTo>
                    <a:pt x="303" y="0"/>
                  </a:moveTo>
                  <a:lnTo>
                    <a:pt x="303" y="0"/>
                  </a:lnTo>
                  <a:lnTo>
                    <a:pt x="297" y="0"/>
                  </a:lnTo>
                  <a:lnTo>
                    <a:pt x="303" y="0"/>
                  </a:lnTo>
                  <a:moveTo>
                    <a:pt x="116" y="0"/>
                  </a:moveTo>
                  <a:lnTo>
                    <a:pt x="116" y="0"/>
                  </a:lnTo>
                  <a:lnTo>
                    <a:pt x="123" y="0"/>
                  </a:lnTo>
                  <a:lnTo>
                    <a:pt x="116" y="0"/>
                  </a:lnTo>
                  <a:moveTo>
                    <a:pt x="309" y="0"/>
                  </a:moveTo>
                  <a:lnTo>
                    <a:pt x="309" y="0"/>
                  </a:lnTo>
                  <a:lnTo>
                    <a:pt x="303" y="0"/>
                  </a:lnTo>
                  <a:cubicBezTo>
                    <a:pt x="309" y="0"/>
                    <a:pt x="309" y="0"/>
                    <a:pt x="309" y="0"/>
                  </a:cubicBezTo>
                  <a:moveTo>
                    <a:pt x="111" y="0"/>
                  </a:moveTo>
                  <a:lnTo>
                    <a:pt x="111" y="0"/>
                  </a:lnTo>
                  <a:lnTo>
                    <a:pt x="116" y="0"/>
                  </a:lnTo>
                  <a:lnTo>
                    <a:pt x="111" y="0"/>
                  </a:lnTo>
                  <a:moveTo>
                    <a:pt x="314" y="0"/>
                  </a:moveTo>
                  <a:lnTo>
                    <a:pt x="314" y="0"/>
                  </a:lnTo>
                  <a:moveTo>
                    <a:pt x="105" y="0"/>
                  </a:moveTo>
                  <a:lnTo>
                    <a:pt x="105" y="0"/>
                  </a:lnTo>
                  <a:lnTo>
                    <a:pt x="111" y="0"/>
                  </a:lnTo>
                  <a:cubicBezTo>
                    <a:pt x="105" y="0"/>
                    <a:pt x="105" y="0"/>
                    <a:pt x="105" y="0"/>
                  </a:cubicBezTo>
                  <a:moveTo>
                    <a:pt x="321" y="0"/>
                  </a:moveTo>
                  <a:lnTo>
                    <a:pt x="321" y="0"/>
                  </a:lnTo>
                  <a:moveTo>
                    <a:pt x="99" y="0"/>
                  </a:moveTo>
                  <a:lnTo>
                    <a:pt x="99" y="0"/>
                  </a:lnTo>
                  <a:moveTo>
                    <a:pt x="326" y="0"/>
                  </a:moveTo>
                  <a:lnTo>
                    <a:pt x="326" y="0"/>
                  </a:lnTo>
                  <a:moveTo>
                    <a:pt x="93" y="0"/>
                  </a:moveTo>
                  <a:lnTo>
                    <a:pt x="93" y="0"/>
                  </a:lnTo>
                  <a:moveTo>
                    <a:pt x="332" y="0"/>
                  </a:moveTo>
                  <a:lnTo>
                    <a:pt x="332" y="0"/>
                  </a:lnTo>
                  <a:moveTo>
                    <a:pt x="87" y="0"/>
                  </a:moveTo>
                  <a:lnTo>
                    <a:pt x="87" y="0"/>
                  </a:lnTo>
                  <a:moveTo>
                    <a:pt x="338" y="0"/>
                  </a:moveTo>
                  <a:lnTo>
                    <a:pt x="338" y="0"/>
                  </a:lnTo>
                  <a:moveTo>
                    <a:pt x="76" y="0"/>
                  </a:moveTo>
                  <a:lnTo>
                    <a:pt x="76" y="0"/>
                  </a:lnTo>
                  <a:lnTo>
                    <a:pt x="82" y="0"/>
                  </a:lnTo>
                  <a:lnTo>
                    <a:pt x="76" y="0"/>
                  </a:lnTo>
                  <a:moveTo>
                    <a:pt x="70" y="0"/>
                  </a:moveTo>
                  <a:lnTo>
                    <a:pt x="70" y="0"/>
                  </a:lnTo>
                  <a:lnTo>
                    <a:pt x="76" y="0"/>
                  </a:lnTo>
                  <a:lnTo>
                    <a:pt x="70" y="0"/>
                  </a:lnTo>
                  <a:moveTo>
                    <a:pt x="64" y="0"/>
                  </a:moveTo>
                  <a:lnTo>
                    <a:pt x="64" y="0"/>
                  </a:lnTo>
                  <a:moveTo>
                    <a:pt x="47" y="0"/>
                  </a:moveTo>
                  <a:lnTo>
                    <a:pt x="47" y="0"/>
                  </a:lnTo>
                  <a:moveTo>
                    <a:pt x="41" y="0"/>
                  </a:moveTo>
                  <a:lnTo>
                    <a:pt x="41" y="0"/>
                  </a:lnTo>
                  <a:moveTo>
                    <a:pt x="35" y="0"/>
                  </a:moveTo>
                  <a:lnTo>
                    <a:pt x="35" y="0"/>
                  </a:lnTo>
                  <a:moveTo>
                    <a:pt x="29" y="0"/>
                  </a:moveTo>
                  <a:lnTo>
                    <a:pt x="29" y="0"/>
                  </a:lnTo>
                  <a:moveTo>
                    <a:pt x="24" y="0"/>
                  </a:moveTo>
                  <a:lnTo>
                    <a:pt x="24" y="0"/>
                  </a:lnTo>
                  <a:moveTo>
                    <a:pt x="17" y="0"/>
                  </a:moveTo>
                  <a:lnTo>
                    <a:pt x="17" y="0"/>
                  </a:lnTo>
                  <a:moveTo>
                    <a:pt x="6" y="0"/>
                  </a:moveTo>
                  <a:lnTo>
                    <a:pt x="6" y="0"/>
                  </a:lnTo>
                  <a:lnTo>
                    <a:pt x="12" y="0"/>
                  </a:lnTo>
                  <a:cubicBezTo>
                    <a:pt x="6" y="0"/>
                    <a:pt x="6" y="0"/>
                    <a:pt x="6" y="0"/>
                  </a:cubicBezTo>
                  <a:moveTo>
                    <a:pt x="0" y="0"/>
                  </a:moveTo>
                  <a:lnTo>
                    <a:pt x="0" y="0"/>
                  </a:lnTo>
                  <a:close/>
                </a:path>
              </a:pathLst>
            </a:custGeom>
            <a:solidFill>
              <a:schemeClr val="accent3"/>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2" name="Google Shape;1562;p30"/>
            <p:cNvSpPr/>
            <p:nvPr/>
          </p:nvSpPr>
          <p:spPr>
            <a:xfrm>
              <a:off x="-4369679" y="4325710"/>
              <a:ext cx="1007028" cy="120450"/>
            </a:xfrm>
            <a:custGeom>
              <a:rect b="b" l="l" r="r" t="t"/>
              <a:pathLst>
                <a:path extrusionOk="0" h="710" w="5936">
                  <a:moveTo>
                    <a:pt x="0" y="0"/>
                  </a:moveTo>
                  <a:lnTo>
                    <a:pt x="0" y="0"/>
                  </a:lnTo>
                  <a:cubicBezTo>
                    <a:pt x="0" y="139"/>
                    <a:pt x="0" y="139"/>
                    <a:pt x="0" y="139"/>
                  </a:cubicBezTo>
                  <a:cubicBezTo>
                    <a:pt x="764" y="472"/>
                    <a:pt x="1841" y="687"/>
                    <a:pt x="3041" y="710"/>
                  </a:cubicBezTo>
                  <a:lnTo>
                    <a:pt x="3041" y="710"/>
                  </a:lnTo>
                  <a:cubicBezTo>
                    <a:pt x="3047" y="710"/>
                    <a:pt x="3047" y="710"/>
                    <a:pt x="3047" y="710"/>
                  </a:cubicBezTo>
                  <a:lnTo>
                    <a:pt x="3053" y="710"/>
                  </a:lnTo>
                  <a:lnTo>
                    <a:pt x="3058" y="710"/>
                  </a:lnTo>
                  <a:lnTo>
                    <a:pt x="3058" y="710"/>
                  </a:lnTo>
                  <a:lnTo>
                    <a:pt x="3065" y="710"/>
                  </a:lnTo>
                  <a:lnTo>
                    <a:pt x="3065" y="710"/>
                  </a:lnTo>
                  <a:lnTo>
                    <a:pt x="3070" y="710"/>
                  </a:lnTo>
                  <a:lnTo>
                    <a:pt x="3070" y="710"/>
                  </a:lnTo>
                  <a:lnTo>
                    <a:pt x="3076" y="710"/>
                  </a:lnTo>
                  <a:lnTo>
                    <a:pt x="3076" y="710"/>
                  </a:lnTo>
                  <a:lnTo>
                    <a:pt x="3082" y="710"/>
                  </a:lnTo>
                  <a:lnTo>
                    <a:pt x="3082" y="710"/>
                  </a:lnTo>
                  <a:cubicBezTo>
                    <a:pt x="3088" y="710"/>
                    <a:pt x="3088" y="710"/>
                    <a:pt x="3088" y="710"/>
                  </a:cubicBezTo>
                  <a:lnTo>
                    <a:pt x="3088" y="710"/>
                  </a:lnTo>
                  <a:cubicBezTo>
                    <a:pt x="3094" y="710"/>
                    <a:pt x="3099" y="710"/>
                    <a:pt x="3105" y="710"/>
                  </a:cubicBezTo>
                  <a:lnTo>
                    <a:pt x="3105" y="710"/>
                  </a:lnTo>
                  <a:cubicBezTo>
                    <a:pt x="3111" y="710"/>
                    <a:pt x="3111" y="710"/>
                    <a:pt x="3111" y="710"/>
                  </a:cubicBezTo>
                  <a:lnTo>
                    <a:pt x="3117" y="710"/>
                  </a:lnTo>
                  <a:lnTo>
                    <a:pt x="3117" y="710"/>
                  </a:lnTo>
                  <a:lnTo>
                    <a:pt x="3123" y="710"/>
                  </a:lnTo>
                  <a:lnTo>
                    <a:pt x="3128" y="710"/>
                  </a:lnTo>
                  <a:lnTo>
                    <a:pt x="3128" y="710"/>
                  </a:lnTo>
                  <a:lnTo>
                    <a:pt x="3134" y="710"/>
                  </a:lnTo>
                  <a:lnTo>
                    <a:pt x="3134" y="710"/>
                  </a:lnTo>
                  <a:lnTo>
                    <a:pt x="3140" y="710"/>
                  </a:lnTo>
                  <a:lnTo>
                    <a:pt x="3140" y="710"/>
                  </a:lnTo>
                  <a:lnTo>
                    <a:pt x="3146" y="710"/>
                  </a:lnTo>
                  <a:lnTo>
                    <a:pt x="3152" y="710"/>
                  </a:lnTo>
                  <a:lnTo>
                    <a:pt x="3152" y="710"/>
                  </a:lnTo>
                  <a:lnTo>
                    <a:pt x="3157" y="710"/>
                  </a:lnTo>
                  <a:lnTo>
                    <a:pt x="3157" y="710"/>
                  </a:lnTo>
                  <a:lnTo>
                    <a:pt x="3164" y="710"/>
                  </a:lnTo>
                  <a:cubicBezTo>
                    <a:pt x="3164" y="710"/>
                    <a:pt x="3169" y="710"/>
                    <a:pt x="3175" y="710"/>
                  </a:cubicBezTo>
                  <a:lnTo>
                    <a:pt x="3181" y="710"/>
                  </a:lnTo>
                  <a:lnTo>
                    <a:pt x="3181" y="710"/>
                  </a:lnTo>
                  <a:lnTo>
                    <a:pt x="3187" y="710"/>
                  </a:lnTo>
                  <a:lnTo>
                    <a:pt x="3193" y="710"/>
                  </a:lnTo>
                  <a:lnTo>
                    <a:pt x="3193" y="710"/>
                  </a:lnTo>
                  <a:lnTo>
                    <a:pt x="3198" y="710"/>
                  </a:lnTo>
                  <a:lnTo>
                    <a:pt x="3198" y="710"/>
                  </a:lnTo>
                  <a:lnTo>
                    <a:pt x="3204" y="710"/>
                  </a:lnTo>
                  <a:lnTo>
                    <a:pt x="3204" y="710"/>
                  </a:lnTo>
                  <a:cubicBezTo>
                    <a:pt x="3210" y="710"/>
                    <a:pt x="3210" y="710"/>
                    <a:pt x="3210" y="710"/>
                  </a:cubicBezTo>
                  <a:lnTo>
                    <a:pt x="3216" y="710"/>
                  </a:lnTo>
                  <a:lnTo>
                    <a:pt x="3216" y="710"/>
                  </a:lnTo>
                  <a:lnTo>
                    <a:pt x="3222" y="710"/>
                  </a:lnTo>
                  <a:lnTo>
                    <a:pt x="3222" y="710"/>
                  </a:lnTo>
                  <a:cubicBezTo>
                    <a:pt x="3227" y="710"/>
                    <a:pt x="3227" y="710"/>
                    <a:pt x="3227" y="710"/>
                  </a:cubicBezTo>
                  <a:lnTo>
                    <a:pt x="3227" y="710"/>
                  </a:lnTo>
                  <a:cubicBezTo>
                    <a:pt x="3233" y="710"/>
                    <a:pt x="3233" y="710"/>
                    <a:pt x="3233" y="710"/>
                  </a:cubicBezTo>
                  <a:lnTo>
                    <a:pt x="3239" y="710"/>
                  </a:lnTo>
                  <a:lnTo>
                    <a:pt x="3239" y="710"/>
                  </a:lnTo>
                  <a:cubicBezTo>
                    <a:pt x="3245" y="710"/>
                    <a:pt x="3245" y="710"/>
                    <a:pt x="3245" y="710"/>
                  </a:cubicBezTo>
                  <a:lnTo>
                    <a:pt x="3251" y="710"/>
                  </a:lnTo>
                  <a:lnTo>
                    <a:pt x="3251" y="710"/>
                  </a:lnTo>
                  <a:lnTo>
                    <a:pt x="3251" y="710"/>
                  </a:lnTo>
                  <a:lnTo>
                    <a:pt x="3256" y="710"/>
                  </a:lnTo>
                  <a:lnTo>
                    <a:pt x="3263" y="710"/>
                  </a:lnTo>
                  <a:lnTo>
                    <a:pt x="3263" y="710"/>
                  </a:lnTo>
                  <a:cubicBezTo>
                    <a:pt x="3268" y="710"/>
                    <a:pt x="3268" y="710"/>
                    <a:pt x="3268" y="710"/>
                  </a:cubicBezTo>
                  <a:lnTo>
                    <a:pt x="3274" y="710"/>
                  </a:lnTo>
                  <a:lnTo>
                    <a:pt x="3274" y="710"/>
                  </a:lnTo>
                  <a:lnTo>
                    <a:pt x="3280" y="710"/>
                  </a:lnTo>
                  <a:lnTo>
                    <a:pt x="3280" y="710"/>
                  </a:lnTo>
                  <a:lnTo>
                    <a:pt x="3285" y="710"/>
                  </a:lnTo>
                  <a:lnTo>
                    <a:pt x="3285" y="710"/>
                  </a:lnTo>
                  <a:cubicBezTo>
                    <a:pt x="3292" y="710"/>
                    <a:pt x="3292" y="710"/>
                    <a:pt x="3292" y="710"/>
                  </a:cubicBezTo>
                  <a:lnTo>
                    <a:pt x="3297" y="710"/>
                  </a:lnTo>
                  <a:lnTo>
                    <a:pt x="3297" y="710"/>
                  </a:lnTo>
                  <a:lnTo>
                    <a:pt x="3303" y="710"/>
                  </a:lnTo>
                  <a:lnTo>
                    <a:pt x="3303" y="710"/>
                  </a:lnTo>
                  <a:cubicBezTo>
                    <a:pt x="3309" y="710"/>
                    <a:pt x="3309" y="710"/>
                    <a:pt x="3309" y="710"/>
                  </a:cubicBezTo>
                  <a:lnTo>
                    <a:pt x="3309" y="710"/>
                  </a:lnTo>
                  <a:cubicBezTo>
                    <a:pt x="3315" y="710"/>
                    <a:pt x="3315" y="710"/>
                    <a:pt x="3315" y="710"/>
                  </a:cubicBezTo>
                  <a:lnTo>
                    <a:pt x="3321" y="710"/>
                  </a:lnTo>
                  <a:cubicBezTo>
                    <a:pt x="3326" y="710"/>
                    <a:pt x="3332" y="710"/>
                    <a:pt x="3338" y="710"/>
                  </a:cubicBezTo>
                  <a:lnTo>
                    <a:pt x="3344" y="710"/>
                  </a:lnTo>
                  <a:lnTo>
                    <a:pt x="3344" y="710"/>
                  </a:lnTo>
                  <a:cubicBezTo>
                    <a:pt x="3350" y="710"/>
                    <a:pt x="3350" y="710"/>
                    <a:pt x="3350" y="710"/>
                  </a:cubicBezTo>
                  <a:lnTo>
                    <a:pt x="3355" y="710"/>
                  </a:lnTo>
                  <a:lnTo>
                    <a:pt x="3355" y="710"/>
                  </a:lnTo>
                  <a:lnTo>
                    <a:pt x="3362" y="710"/>
                  </a:lnTo>
                  <a:lnTo>
                    <a:pt x="3362" y="710"/>
                  </a:lnTo>
                  <a:lnTo>
                    <a:pt x="3367" y="710"/>
                  </a:lnTo>
                  <a:lnTo>
                    <a:pt x="3367" y="710"/>
                  </a:lnTo>
                  <a:lnTo>
                    <a:pt x="3373" y="710"/>
                  </a:lnTo>
                  <a:lnTo>
                    <a:pt x="3373" y="710"/>
                  </a:lnTo>
                  <a:cubicBezTo>
                    <a:pt x="3379" y="710"/>
                    <a:pt x="3379" y="710"/>
                    <a:pt x="3379" y="710"/>
                  </a:cubicBezTo>
                  <a:lnTo>
                    <a:pt x="3379" y="710"/>
                  </a:lnTo>
                  <a:cubicBezTo>
                    <a:pt x="4340" y="699"/>
                    <a:pt x="5225" y="565"/>
                    <a:pt x="5936" y="349"/>
                  </a:cubicBezTo>
                  <a:cubicBezTo>
                    <a:pt x="5861" y="373"/>
                    <a:pt x="5779" y="396"/>
                    <a:pt x="5692" y="419"/>
                  </a:cubicBezTo>
                  <a:cubicBezTo>
                    <a:pt x="5692" y="262"/>
                    <a:pt x="5692" y="262"/>
                    <a:pt x="5692" y="262"/>
                  </a:cubicBezTo>
                  <a:cubicBezTo>
                    <a:pt x="4993" y="436"/>
                    <a:pt x="4154" y="542"/>
                    <a:pt x="3251" y="542"/>
                  </a:cubicBezTo>
                  <a:cubicBezTo>
                    <a:pt x="1969" y="542"/>
                    <a:pt x="816" y="332"/>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563" name="Google Shape;1563;p30"/>
            <p:cNvGrpSpPr/>
            <p:nvPr/>
          </p:nvGrpSpPr>
          <p:grpSpPr>
            <a:xfrm>
              <a:off x="-4566130" y="3552119"/>
              <a:ext cx="1496970" cy="894042"/>
              <a:chOff x="-4566130" y="3552119"/>
              <a:chExt cx="1496970" cy="894042"/>
            </a:xfrm>
          </p:grpSpPr>
          <p:sp>
            <p:nvSpPr>
              <p:cNvPr id="1564" name="Google Shape;1564;p30"/>
              <p:cNvSpPr/>
              <p:nvPr/>
            </p:nvSpPr>
            <p:spPr>
              <a:xfrm>
                <a:off x="-4565282" y="3852564"/>
                <a:ext cx="1494086" cy="593597"/>
              </a:xfrm>
              <a:custGeom>
                <a:rect b="b" l="l" r="r" t="t"/>
                <a:pathLst>
                  <a:path extrusionOk="0" h="3499" w="8807">
                    <a:moveTo>
                      <a:pt x="8807" y="1752"/>
                    </a:moveTo>
                    <a:lnTo>
                      <a:pt x="8807" y="1752"/>
                    </a:lnTo>
                    <a:cubicBezTo>
                      <a:pt x="8807" y="2719"/>
                      <a:pt x="6839" y="3499"/>
                      <a:pt x="4404" y="3499"/>
                    </a:cubicBezTo>
                    <a:cubicBezTo>
                      <a:pt x="1969" y="3499"/>
                      <a:pt x="0" y="2719"/>
                      <a:pt x="0" y="1752"/>
                    </a:cubicBezTo>
                    <a:cubicBezTo>
                      <a:pt x="0" y="786"/>
                      <a:pt x="1969" y="0"/>
                      <a:pt x="4404" y="0"/>
                    </a:cubicBezTo>
                    <a:cubicBezTo>
                      <a:pt x="6839" y="0"/>
                      <a:pt x="8807" y="786"/>
                      <a:pt x="8807" y="1752"/>
                    </a:cubicBezTo>
                    <a:close/>
                  </a:path>
                </a:pathLst>
              </a:custGeom>
              <a:solidFill>
                <a:schemeClr val="accent3"/>
              </a:solidFill>
              <a:ln>
                <a:noFill/>
              </a:ln>
              <a:effectLst>
                <a:outerShdw blurRad="57150" rotWithShape="0" algn="bl" dir="5400000" dist="19050">
                  <a:srgbClr val="000000">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5" name="Google Shape;1565;p30"/>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6" name="Google Shape;1566;p30"/>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7" name="Google Shape;1567;p30"/>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8" name="Google Shape;1568;p30"/>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69" name="Google Shape;1569;p30"/>
              <p:cNvSpPr/>
              <p:nvPr/>
            </p:nvSpPr>
            <p:spPr>
              <a:xfrm>
                <a:off x="-3404049" y="4141982"/>
                <a:ext cx="332848" cy="242935"/>
              </a:xfrm>
              <a:custGeom>
                <a:rect b="b" l="l" r="r" t="t"/>
                <a:pathLst>
                  <a:path extrusionOk="0" h="1432" w="1962">
                    <a:moveTo>
                      <a:pt x="1962" y="0"/>
                    </a:moveTo>
                    <a:lnTo>
                      <a:pt x="1962" y="0"/>
                    </a:lnTo>
                    <a:cubicBezTo>
                      <a:pt x="0" y="0"/>
                      <a:pt x="0" y="0"/>
                      <a:pt x="0" y="0"/>
                    </a:cubicBezTo>
                    <a:cubicBezTo>
                      <a:pt x="0" y="1345"/>
                      <a:pt x="0" y="1345"/>
                      <a:pt x="0" y="1345"/>
                    </a:cubicBezTo>
                    <a:cubicBezTo>
                      <a:pt x="949" y="1100"/>
                      <a:pt x="1648" y="728"/>
                      <a:pt x="1922" y="285"/>
                    </a:cubicBezTo>
                    <a:lnTo>
                      <a:pt x="1922" y="285"/>
                    </a:lnTo>
                    <a:lnTo>
                      <a:pt x="1922" y="285"/>
                    </a:lnTo>
                    <a:cubicBezTo>
                      <a:pt x="1758" y="751"/>
                      <a:pt x="1135" y="1159"/>
                      <a:pt x="244" y="1432"/>
                    </a:cubicBezTo>
                    <a:cubicBezTo>
                      <a:pt x="1293" y="1112"/>
                      <a:pt x="1962" y="611"/>
                      <a:pt x="1962" y="46"/>
                    </a:cubicBezTo>
                    <a:cubicBezTo>
                      <a:pt x="1962" y="29"/>
                      <a:pt x="1962" y="11"/>
                      <a:pt x="196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0" name="Google Shape;1570;p30"/>
              <p:cNvSpPr/>
              <p:nvPr/>
            </p:nvSpPr>
            <p:spPr>
              <a:xfrm>
                <a:off x="-3404049" y="3849510"/>
                <a:ext cx="334884" cy="292472"/>
              </a:xfrm>
              <a:custGeom>
                <a:rect b="b" l="l" r="r" t="t"/>
                <a:pathLst>
                  <a:path extrusionOk="0" h="1724" w="1974">
                    <a:moveTo>
                      <a:pt x="1974" y="0"/>
                    </a:moveTo>
                    <a:lnTo>
                      <a:pt x="1974" y="0"/>
                    </a:lnTo>
                    <a:cubicBezTo>
                      <a:pt x="1962" y="0"/>
                      <a:pt x="1962" y="0"/>
                      <a:pt x="1962" y="0"/>
                    </a:cubicBezTo>
                    <a:cubicBezTo>
                      <a:pt x="1951" y="600"/>
                      <a:pt x="1170" y="1130"/>
                      <a:pt x="0" y="1438"/>
                    </a:cubicBezTo>
                    <a:cubicBezTo>
                      <a:pt x="0" y="1724"/>
                      <a:pt x="0" y="1724"/>
                      <a:pt x="0" y="1724"/>
                    </a:cubicBezTo>
                    <a:cubicBezTo>
                      <a:pt x="1962" y="1724"/>
                      <a:pt x="1962" y="1724"/>
                      <a:pt x="1962" y="1724"/>
                    </a:cubicBezTo>
                    <a:lnTo>
                      <a:pt x="1962" y="1724"/>
                    </a:lnTo>
                    <a:cubicBezTo>
                      <a:pt x="1974" y="1724"/>
                      <a:pt x="1974" y="1724"/>
                      <a:pt x="1974" y="1724"/>
                    </a:cubicBezTo>
                    <a:cubicBezTo>
                      <a:pt x="1974" y="0"/>
                      <a:pt x="1974" y="0"/>
                      <a:pt x="197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1" name="Google Shape;1571;p30"/>
              <p:cNvSpPr/>
              <p:nvPr/>
            </p:nvSpPr>
            <p:spPr>
              <a:xfrm>
                <a:off x="-4566130" y="3849510"/>
                <a:ext cx="30537" cy="383234"/>
              </a:xfrm>
              <a:custGeom>
                <a:rect b="b" l="l" r="r" t="t"/>
                <a:pathLst>
                  <a:path extrusionOk="0" h="2259" w="180">
                    <a:moveTo>
                      <a:pt x="5" y="1758"/>
                    </a:moveTo>
                    <a:lnTo>
                      <a:pt x="5" y="1758"/>
                    </a:lnTo>
                    <a:cubicBezTo>
                      <a:pt x="5" y="1758"/>
                      <a:pt x="5" y="1764"/>
                      <a:pt x="5" y="1770"/>
                    </a:cubicBezTo>
                    <a:cubicBezTo>
                      <a:pt x="5" y="1939"/>
                      <a:pt x="63" y="2102"/>
                      <a:pt x="180" y="2259"/>
                    </a:cubicBezTo>
                    <a:cubicBezTo>
                      <a:pt x="63" y="2108"/>
                      <a:pt x="5" y="1939"/>
                      <a:pt x="5" y="1770"/>
                    </a:cubicBezTo>
                    <a:cubicBezTo>
                      <a:pt x="5" y="1764"/>
                      <a:pt x="5" y="1758"/>
                      <a:pt x="5" y="1758"/>
                    </a:cubicBezTo>
                    <a:moveTo>
                      <a:pt x="5" y="0"/>
                    </a:moveTo>
                    <a:lnTo>
                      <a:pt x="5" y="0"/>
                    </a:lnTo>
                    <a:cubicBezTo>
                      <a:pt x="0" y="0"/>
                      <a:pt x="0" y="0"/>
                      <a:pt x="0" y="0"/>
                    </a:cubicBezTo>
                    <a:cubicBezTo>
                      <a:pt x="0" y="1724"/>
                      <a:pt x="0" y="1724"/>
                      <a:pt x="0" y="1724"/>
                    </a:cubicBezTo>
                    <a:lnTo>
                      <a:pt x="0" y="1724"/>
                    </a:lnTo>
                    <a:cubicBezTo>
                      <a:pt x="0" y="0"/>
                      <a:pt x="0" y="0"/>
                      <a:pt x="0" y="0"/>
                    </a:cubicBezTo>
                    <a:cubicBezTo>
                      <a:pt x="5" y="0"/>
                      <a:pt x="5" y="0"/>
                      <a:pt x="5" y="0"/>
                    </a:cubicBez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2" name="Google Shape;1572;p30"/>
              <p:cNvSpPr/>
              <p:nvPr/>
            </p:nvSpPr>
            <p:spPr>
              <a:xfrm>
                <a:off x="-4565282" y="4141982"/>
                <a:ext cx="195604" cy="207309"/>
              </a:xfrm>
              <a:custGeom>
                <a:rect b="b" l="l" r="r" t="t"/>
                <a:pathLst>
                  <a:path extrusionOk="0" h="1222" w="1153">
                    <a:moveTo>
                      <a:pt x="1153" y="0"/>
                    </a:moveTo>
                    <a:lnTo>
                      <a:pt x="1153" y="0"/>
                    </a:lnTo>
                    <a:cubicBezTo>
                      <a:pt x="0" y="0"/>
                      <a:pt x="0" y="0"/>
                      <a:pt x="0" y="0"/>
                    </a:cubicBezTo>
                    <a:cubicBezTo>
                      <a:pt x="0" y="11"/>
                      <a:pt x="0" y="22"/>
                      <a:pt x="0" y="34"/>
                    </a:cubicBezTo>
                    <a:cubicBezTo>
                      <a:pt x="0" y="34"/>
                      <a:pt x="0" y="40"/>
                      <a:pt x="0" y="46"/>
                    </a:cubicBezTo>
                    <a:cubicBezTo>
                      <a:pt x="0" y="215"/>
                      <a:pt x="58" y="384"/>
                      <a:pt x="175" y="535"/>
                    </a:cubicBezTo>
                    <a:cubicBezTo>
                      <a:pt x="367" y="797"/>
                      <a:pt x="705" y="1030"/>
                      <a:pt x="1153" y="1222"/>
                    </a:cubicBezTo>
                    <a:lnTo>
                      <a:pt x="1153" y="1222"/>
                    </a:lnTo>
                    <a:cubicBezTo>
                      <a:pt x="565" y="972"/>
                      <a:pt x="169" y="646"/>
                      <a:pt x="41" y="285"/>
                    </a:cubicBezTo>
                    <a:cubicBezTo>
                      <a:pt x="227" y="588"/>
                      <a:pt x="618" y="861"/>
                      <a:pt x="1153" y="1083"/>
                    </a:cubicBezTo>
                    <a:cubicBezTo>
                      <a:pt x="1153" y="0"/>
                      <a:pt x="1153" y="0"/>
                      <a:pt x="115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3" name="Google Shape;1573;p30"/>
              <p:cNvSpPr/>
              <p:nvPr/>
            </p:nvSpPr>
            <p:spPr>
              <a:xfrm>
                <a:off x="-4566130" y="3849510"/>
                <a:ext cx="196452" cy="292472"/>
              </a:xfrm>
              <a:custGeom>
                <a:rect b="b" l="l" r="r" t="t"/>
                <a:pathLst>
                  <a:path extrusionOk="0" h="1724" w="1158">
                    <a:moveTo>
                      <a:pt x="5" y="0"/>
                    </a:moveTo>
                    <a:lnTo>
                      <a:pt x="5" y="0"/>
                    </a:lnTo>
                    <a:cubicBezTo>
                      <a:pt x="0" y="0"/>
                      <a:pt x="0" y="0"/>
                      <a:pt x="0" y="0"/>
                    </a:cubicBezTo>
                    <a:cubicBezTo>
                      <a:pt x="0" y="1724"/>
                      <a:pt x="0" y="1724"/>
                      <a:pt x="0" y="1724"/>
                    </a:cubicBezTo>
                    <a:cubicBezTo>
                      <a:pt x="5" y="1724"/>
                      <a:pt x="5" y="1724"/>
                      <a:pt x="5" y="1724"/>
                    </a:cubicBezTo>
                    <a:lnTo>
                      <a:pt x="5" y="1724"/>
                    </a:lnTo>
                    <a:cubicBezTo>
                      <a:pt x="1158" y="1724"/>
                      <a:pt x="1158" y="1724"/>
                      <a:pt x="1158" y="1724"/>
                    </a:cubicBezTo>
                    <a:cubicBezTo>
                      <a:pt x="1158" y="1165"/>
                      <a:pt x="1158" y="1165"/>
                      <a:pt x="1158" y="1165"/>
                    </a:cubicBezTo>
                    <a:cubicBezTo>
                      <a:pt x="448" y="857"/>
                      <a:pt x="17" y="448"/>
                      <a:pt x="5"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4" name="Google Shape;1574;p30"/>
              <p:cNvSpPr/>
              <p:nvPr/>
            </p:nvSpPr>
            <p:spPr>
              <a:xfrm>
                <a:off x="-3404049" y="4190332"/>
                <a:ext cx="326062" cy="206461"/>
              </a:xfrm>
              <a:custGeom>
                <a:rect b="b" l="l" r="r" t="t"/>
                <a:pathLst>
                  <a:path extrusionOk="0" h="1217" w="1922">
                    <a:moveTo>
                      <a:pt x="1922" y="0"/>
                    </a:moveTo>
                    <a:lnTo>
                      <a:pt x="1922" y="0"/>
                    </a:lnTo>
                    <a:cubicBezTo>
                      <a:pt x="1648" y="443"/>
                      <a:pt x="949" y="815"/>
                      <a:pt x="0" y="1060"/>
                    </a:cubicBezTo>
                    <a:cubicBezTo>
                      <a:pt x="0" y="1217"/>
                      <a:pt x="0" y="1217"/>
                      <a:pt x="0" y="1217"/>
                    </a:cubicBezTo>
                    <a:cubicBezTo>
                      <a:pt x="87" y="1194"/>
                      <a:pt x="169" y="1171"/>
                      <a:pt x="244" y="1147"/>
                    </a:cubicBezTo>
                    <a:cubicBezTo>
                      <a:pt x="1135" y="874"/>
                      <a:pt x="1758" y="466"/>
                      <a:pt x="192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5" name="Google Shape;1575;p30"/>
              <p:cNvSpPr/>
              <p:nvPr/>
            </p:nvSpPr>
            <p:spPr>
              <a:xfrm>
                <a:off x="-4558326" y="4190332"/>
                <a:ext cx="188648" cy="158960"/>
              </a:xfrm>
              <a:custGeom>
                <a:rect b="b" l="l" r="r" t="t"/>
                <a:pathLst>
                  <a:path extrusionOk="0" h="937" w="1112">
                    <a:moveTo>
                      <a:pt x="0" y="0"/>
                    </a:moveTo>
                    <a:lnTo>
                      <a:pt x="0" y="0"/>
                    </a:lnTo>
                    <a:cubicBezTo>
                      <a:pt x="128" y="361"/>
                      <a:pt x="524" y="687"/>
                      <a:pt x="1112" y="937"/>
                    </a:cubicBezTo>
                    <a:cubicBezTo>
                      <a:pt x="1112" y="798"/>
                      <a:pt x="1112" y="798"/>
                      <a:pt x="1112" y="798"/>
                    </a:cubicBezTo>
                    <a:cubicBezTo>
                      <a:pt x="577" y="576"/>
                      <a:pt x="186"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6" name="Google Shape;1576;p30"/>
              <p:cNvSpPr/>
              <p:nvPr/>
            </p:nvSpPr>
            <p:spPr>
              <a:xfrm>
                <a:off x="-4565282" y="3552119"/>
                <a:ext cx="1494086" cy="590713"/>
              </a:xfrm>
              <a:custGeom>
                <a:rect b="b" l="l" r="r" t="t"/>
                <a:pathLst>
                  <a:path extrusionOk="0" h="3482" w="8807">
                    <a:moveTo>
                      <a:pt x="5126" y="5"/>
                    </a:moveTo>
                    <a:lnTo>
                      <a:pt x="5126" y="5"/>
                    </a:lnTo>
                    <a:cubicBezTo>
                      <a:pt x="5126" y="407"/>
                      <a:pt x="5126" y="407"/>
                      <a:pt x="5126" y="407"/>
                    </a:cubicBezTo>
                    <a:cubicBezTo>
                      <a:pt x="4888" y="390"/>
                      <a:pt x="4648" y="384"/>
                      <a:pt x="4404" y="384"/>
                    </a:cubicBezTo>
                    <a:cubicBezTo>
                      <a:pt x="4218" y="384"/>
                      <a:pt x="4031" y="390"/>
                      <a:pt x="3850" y="396"/>
                    </a:cubicBezTo>
                    <a:cubicBezTo>
                      <a:pt x="3850" y="0"/>
                      <a:pt x="3850" y="0"/>
                      <a:pt x="3850" y="0"/>
                    </a:cubicBezTo>
                    <a:cubicBezTo>
                      <a:pt x="1678" y="104"/>
                      <a:pt x="0" y="844"/>
                      <a:pt x="0" y="1736"/>
                    </a:cubicBezTo>
                    <a:cubicBezTo>
                      <a:pt x="0" y="2702"/>
                      <a:pt x="1969" y="3482"/>
                      <a:pt x="4404" y="3482"/>
                    </a:cubicBezTo>
                    <a:cubicBezTo>
                      <a:pt x="6839" y="3482"/>
                      <a:pt x="8807" y="2702"/>
                      <a:pt x="8807" y="1736"/>
                    </a:cubicBezTo>
                    <a:cubicBezTo>
                      <a:pt x="8807" y="868"/>
                      <a:pt x="7217" y="145"/>
                      <a:pt x="5126" y="5"/>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7" name="Google Shape;1577;p30"/>
              <p:cNvSpPr/>
              <p:nvPr/>
            </p:nvSpPr>
            <p:spPr>
              <a:xfrm>
                <a:off x="-3882453" y="4141982"/>
                <a:ext cx="128423" cy="848"/>
              </a:xfrm>
              <a:custGeom>
                <a:rect b="b" l="l" r="r" t="t"/>
                <a:pathLst>
                  <a:path extrusionOk="0" h="5" w="757">
                    <a:moveTo>
                      <a:pt x="373" y="5"/>
                    </a:moveTo>
                    <a:lnTo>
                      <a:pt x="373" y="5"/>
                    </a:lnTo>
                    <a:lnTo>
                      <a:pt x="379" y="5"/>
                    </a:lnTo>
                    <a:lnTo>
                      <a:pt x="373" y="5"/>
                    </a:lnTo>
                    <a:moveTo>
                      <a:pt x="384" y="5"/>
                    </a:moveTo>
                    <a:lnTo>
                      <a:pt x="384" y="5"/>
                    </a:lnTo>
                    <a:lnTo>
                      <a:pt x="379" y="5"/>
                    </a:lnTo>
                    <a:lnTo>
                      <a:pt x="384" y="5"/>
                    </a:lnTo>
                    <a:moveTo>
                      <a:pt x="367" y="5"/>
                    </a:moveTo>
                    <a:lnTo>
                      <a:pt x="367" y="5"/>
                    </a:lnTo>
                    <a:moveTo>
                      <a:pt x="391" y="5"/>
                    </a:moveTo>
                    <a:lnTo>
                      <a:pt x="391" y="5"/>
                    </a:lnTo>
                    <a:moveTo>
                      <a:pt x="355" y="5"/>
                    </a:moveTo>
                    <a:lnTo>
                      <a:pt x="355" y="5"/>
                    </a:lnTo>
                    <a:cubicBezTo>
                      <a:pt x="361" y="5"/>
                      <a:pt x="361" y="5"/>
                      <a:pt x="361" y="5"/>
                    </a:cubicBezTo>
                    <a:lnTo>
                      <a:pt x="355" y="5"/>
                    </a:lnTo>
                    <a:moveTo>
                      <a:pt x="402" y="5"/>
                    </a:moveTo>
                    <a:lnTo>
                      <a:pt x="402" y="5"/>
                    </a:lnTo>
                    <a:cubicBezTo>
                      <a:pt x="396" y="5"/>
                      <a:pt x="396" y="5"/>
                      <a:pt x="396" y="5"/>
                    </a:cubicBezTo>
                    <a:lnTo>
                      <a:pt x="402" y="5"/>
                    </a:lnTo>
                    <a:moveTo>
                      <a:pt x="408" y="5"/>
                    </a:moveTo>
                    <a:lnTo>
                      <a:pt x="408" y="5"/>
                    </a:lnTo>
                    <a:cubicBezTo>
                      <a:pt x="402" y="5"/>
                      <a:pt x="402" y="5"/>
                      <a:pt x="402" y="5"/>
                    </a:cubicBezTo>
                    <a:lnTo>
                      <a:pt x="408" y="5"/>
                    </a:lnTo>
                    <a:moveTo>
                      <a:pt x="350" y="5"/>
                    </a:moveTo>
                    <a:lnTo>
                      <a:pt x="350" y="5"/>
                    </a:lnTo>
                    <a:cubicBezTo>
                      <a:pt x="355" y="5"/>
                      <a:pt x="355" y="5"/>
                      <a:pt x="355" y="5"/>
                    </a:cubicBezTo>
                    <a:lnTo>
                      <a:pt x="350" y="5"/>
                    </a:lnTo>
                    <a:moveTo>
                      <a:pt x="413" y="5"/>
                    </a:moveTo>
                    <a:lnTo>
                      <a:pt x="413" y="5"/>
                    </a:lnTo>
                    <a:lnTo>
                      <a:pt x="408" y="5"/>
                    </a:lnTo>
                    <a:lnTo>
                      <a:pt x="413" y="5"/>
                    </a:lnTo>
                    <a:moveTo>
                      <a:pt x="344" y="5"/>
                    </a:moveTo>
                    <a:lnTo>
                      <a:pt x="344" y="5"/>
                    </a:lnTo>
                    <a:lnTo>
                      <a:pt x="350" y="5"/>
                    </a:lnTo>
                    <a:lnTo>
                      <a:pt x="344" y="5"/>
                    </a:lnTo>
                    <a:moveTo>
                      <a:pt x="420" y="5"/>
                    </a:moveTo>
                    <a:lnTo>
                      <a:pt x="420" y="5"/>
                    </a:lnTo>
                    <a:lnTo>
                      <a:pt x="413" y="5"/>
                    </a:lnTo>
                    <a:cubicBezTo>
                      <a:pt x="420" y="5"/>
                      <a:pt x="420" y="5"/>
                      <a:pt x="420" y="5"/>
                    </a:cubicBezTo>
                    <a:moveTo>
                      <a:pt x="338" y="5"/>
                    </a:moveTo>
                    <a:lnTo>
                      <a:pt x="338" y="5"/>
                    </a:lnTo>
                    <a:lnTo>
                      <a:pt x="344" y="5"/>
                    </a:lnTo>
                    <a:cubicBezTo>
                      <a:pt x="338" y="5"/>
                      <a:pt x="338" y="5"/>
                      <a:pt x="338" y="5"/>
                    </a:cubicBezTo>
                    <a:moveTo>
                      <a:pt x="425" y="5"/>
                    </a:moveTo>
                    <a:lnTo>
                      <a:pt x="425" y="5"/>
                    </a:lnTo>
                    <a:moveTo>
                      <a:pt x="332" y="5"/>
                    </a:moveTo>
                    <a:lnTo>
                      <a:pt x="332" y="5"/>
                    </a:lnTo>
                    <a:moveTo>
                      <a:pt x="326" y="5"/>
                    </a:moveTo>
                    <a:lnTo>
                      <a:pt x="326" y="5"/>
                    </a:lnTo>
                    <a:moveTo>
                      <a:pt x="431" y="5"/>
                    </a:moveTo>
                    <a:lnTo>
                      <a:pt x="431" y="5"/>
                    </a:lnTo>
                    <a:moveTo>
                      <a:pt x="443" y="5"/>
                    </a:moveTo>
                    <a:lnTo>
                      <a:pt x="443" y="5"/>
                    </a:lnTo>
                    <a:cubicBezTo>
                      <a:pt x="437" y="5"/>
                      <a:pt x="437" y="5"/>
                      <a:pt x="437" y="5"/>
                    </a:cubicBezTo>
                    <a:lnTo>
                      <a:pt x="443" y="5"/>
                    </a:lnTo>
                    <a:moveTo>
                      <a:pt x="315" y="5"/>
                    </a:moveTo>
                    <a:lnTo>
                      <a:pt x="315" y="5"/>
                    </a:lnTo>
                    <a:cubicBezTo>
                      <a:pt x="321" y="5"/>
                      <a:pt x="321" y="5"/>
                      <a:pt x="321" y="5"/>
                    </a:cubicBezTo>
                    <a:lnTo>
                      <a:pt x="315" y="5"/>
                    </a:lnTo>
                    <a:moveTo>
                      <a:pt x="449" y="5"/>
                    </a:moveTo>
                    <a:lnTo>
                      <a:pt x="449" y="5"/>
                    </a:lnTo>
                    <a:lnTo>
                      <a:pt x="443" y="5"/>
                    </a:lnTo>
                    <a:lnTo>
                      <a:pt x="449" y="5"/>
                    </a:lnTo>
                    <a:moveTo>
                      <a:pt x="309" y="5"/>
                    </a:moveTo>
                    <a:lnTo>
                      <a:pt x="309" y="5"/>
                    </a:lnTo>
                    <a:lnTo>
                      <a:pt x="315" y="5"/>
                    </a:lnTo>
                    <a:lnTo>
                      <a:pt x="309" y="5"/>
                    </a:lnTo>
                    <a:moveTo>
                      <a:pt x="297" y="5"/>
                    </a:moveTo>
                    <a:lnTo>
                      <a:pt x="297" y="5"/>
                    </a:lnTo>
                    <a:cubicBezTo>
                      <a:pt x="297" y="5"/>
                      <a:pt x="303" y="5"/>
                      <a:pt x="309" y="5"/>
                    </a:cubicBezTo>
                    <a:cubicBezTo>
                      <a:pt x="303" y="5"/>
                      <a:pt x="297" y="5"/>
                      <a:pt x="297" y="5"/>
                    </a:cubicBezTo>
                    <a:moveTo>
                      <a:pt x="460" y="5"/>
                    </a:moveTo>
                    <a:lnTo>
                      <a:pt x="460" y="5"/>
                    </a:lnTo>
                    <a:cubicBezTo>
                      <a:pt x="460" y="5"/>
                      <a:pt x="454" y="5"/>
                      <a:pt x="449" y="5"/>
                    </a:cubicBezTo>
                    <a:cubicBezTo>
                      <a:pt x="454" y="5"/>
                      <a:pt x="460" y="5"/>
                      <a:pt x="460" y="5"/>
                    </a:cubicBezTo>
                    <a:moveTo>
                      <a:pt x="472" y="5"/>
                    </a:moveTo>
                    <a:lnTo>
                      <a:pt x="472" y="5"/>
                    </a:lnTo>
                    <a:lnTo>
                      <a:pt x="466" y="5"/>
                    </a:lnTo>
                    <a:lnTo>
                      <a:pt x="472" y="5"/>
                    </a:lnTo>
                    <a:moveTo>
                      <a:pt x="285" y="5"/>
                    </a:moveTo>
                    <a:lnTo>
                      <a:pt x="285" y="5"/>
                    </a:lnTo>
                    <a:lnTo>
                      <a:pt x="292" y="5"/>
                    </a:lnTo>
                    <a:lnTo>
                      <a:pt x="285" y="5"/>
                    </a:lnTo>
                    <a:moveTo>
                      <a:pt x="478" y="5"/>
                    </a:moveTo>
                    <a:lnTo>
                      <a:pt x="478" y="5"/>
                    </a:lnTo>
                    <a:lnTo>
                      <a:pt x="472" y="5"/>
                    </a:lnTo>
                    <a:lnTo>
                      <a:pt x="478" y="5"/>
                    </a:lnTo>
                    <a:moveTo>
                      <a:pt x="280" y="5"/>
                    </a:moveTo>
                    <a:lnTo>
                      <a:pt x="280" y="5"/>
                    </a:lnTo>
                    <a:lnTo>
                      <a:pt x="285" y="5"/>
                    </a:lnTo>
                    <a:lnTo>
                      <a:pt x="280" y="5"/>
                    </a:lnTo>
                    <a:moveTo>
                      <a:pt x="483" y="5"/>
                    </a:moveTo>
                    <a:lnTo>
                      <a:pt x="483" y="5"/>
                    </a:lnTo>
                    <a:lnTo>
                      <a:pt x="478" y="5"/>
                    </a:lnTo>
                    <a:cubicBezTo>
                      <a:pt x="483" y="5"/>
                      <a:pt x="483" y="5"/>
                      <a:pt x="483" y="5"/>
                    </a:cubicBezTo>
                    <a:moveTo>
                      <a:pt x="274" y="5"/>
                    </a:moveTo>
                    <a:lnTo>
                      <a:pt x="274" y="5"/>
                    </a:lnTo>
                    <a:lnTo>
                      <a:pt x="280" y="5"/>
                    </a:lnTo>
                    <a:cubicBezTo>
                      <a:pt x="274" y="5"/>
                      <a:pt x="274" y="5"/>
                      <a:pt x="274" y="5"/>
                    </a:cubicBezTo>
                    <a:moveTo>
                      <a:pt x="268" y="5"/>
                    </a:moveTo>
                    <a:lnTo>
                      <a:pt x="268" y="5"/>
                    </a:lnTo>
                    <a:moveTo>
                      <a:pt x="490" y="5"/>
                    </a:moveTo>
                    <a:lnTo>
                      <a:pt x="490" y="5"/>
                    </a:lnTo>
                    <a:moveTo>
                      <a:pt x="501" y="5"/>
                    </a:moveTo>
                    <a:lnTo>
                      <a:pt x="501" y="5"/>
                    </a:lnTo>
                    <a:cubicBezTo>
                      <a:pt x="495" y="5"/>
                      <a:pt x="495" y="5"/>
                      <a:pt x="495" y="5"/>
                    </a:cubicBezTo>
                    <a:lnTo>
                      <a:pt x="501" y="5"/>
                    </a:lnTo>
                    <a:moveTo>
                      <a:pt x="256" y="5"/>
                    </a:moveTo>
                    <a:lnTo>
                      <a:pt x="256" y="5"/>
                    </a:lnTo>
                    <a:cubicBezTo>
                      <a:pt x="262" y="5"/>
                      <a:pt x="262" y="5"/>
                      <a:pt x="262" y="5"/>
                    </a:cubicBezTo>
                    <a:lnTo>
                      <a:pt x="256" y="5"/>
                    </a:lnTo>
                    <a:moveTo>
                      <a:pt x="507" y="5"/>
                    </a:moveTo>
                    <a:lnTo>
                      <a:pt x="507" y="5"/>
                    </a:lnTo>
                    <a:cubicBezTo>
                      <a:pt x="501" y="5"/>
                      <a:pt x="501" y="5"/>
                      <a:pt x="501" y="5"/>
                    </a:cubicBezTo>
                    <a:lnTo>
                      <a:pt x="507" y="5"/>
                    </a:lnTo>
                    <a:moveTo>
                      <a:pt x="251" y="5"/>
                    </a:moveTo>
                    <a:lnTo>
                      <a:pt x="251" y="5"/>
                    </a:lnTo>
                    <a:cubicBezTo>
                      <a:pt x="256" y="5"/>
                      <a:pt x="256" y="5"/>
                      <a:pt x="256" y="5"/>
                    </a:cubicBezTo>
                    <a:lnTo>
                      <a:pt x="251" y="5"/>
                    </a:lnTo>
                    <a:moveTo>
                      <a:pt x="513" y="5"/>
                    </a:moveTo>
                    <a:lnTo>
                      <a:pt x="513" y="5"/>
                    </a:lnTo>
                    <a:lnTo>
                      <a:pt x="507" y="5"/>
                    </a:lnTo>
                    <a:lnTo>
                      <a:pt x="513" y="5"/>
                    </a:lnTo>
                    <a:moveTo>
                      <a:pt x="245" y="5"/>
                    </a:moveTo>
                    <a:lnTo>
                      <a:pt x="245" y="5"/>
                    </a:lnTo>
                    <a:lnTo>
                      <a:pt x="251" y="5"/>
                    </a:lnTo>
                    <a:lnTo>
                      <a:pt x="245" y="5"/>
                    </a:lnTo>
                    <a:moveTo>
                      <a:pt x="519" y="5"/>
                    </a:moveTo>
                    <a:lnTo>
                      <a:pt x="519" y="5"/>
                    </a:lnTo>
                    <a:lnTo>
                      <a:pt x="513" y="5"/>
                    </a:lnTo>
                    <a:cubicBezTo>
                      <a:pt x="519" y="5"/>
                      <a:pt x="519" y="5"/>
                      <a:pt x="519" y="5"/>
                    </a:cubicBezTo>
                    <a:moveTo>
                      <a:pt x="239" y="5"/>
                    </a:moveTo>
                    <a:lnTo>
                      <a:pt x="239" y="5"/>
                    </a:lnTo>
                    <a:lnTo>
                      <a:pt x="245" y="5"/>
                    </a:lnTo>
                    <a:cubicBezTo>
                      <a:pt x="239" y="5"/>
                      <a:pt x="239" y="5"/>
                      <a:pt x="239" y="5"/>
                    </a:cubicBezTo>
                    <a:moveTo>
                      <a:pt x="524" y="5"/>
                    </a:moveTo>
                    <a:lnTo>
                      <a:pt x="524" y="5"/>
                    </a:lnTo>
                    <a:moveTo>
                      <a:pt x="233" y="5"/>
                    </a:moveTo>
                    <a:lnTo>
                      <a:pt x="233" y="5"/>
                    </a:lnTo>
                    <a:moveTo>
                      <a:pt x="536" y="5"/>
                    </a:moveTo>
                    <a:lnTo>
                      <a:pt x="536" y="5"/>
                    </a:lnTo>
                    <a:cubicBezTo>
                      <a:pt x="530" y="5"/>
                      <a:pt x="530" y="5"/>
                      <a:pt x="530" y="5"/>
                    </a:cubicBezTo>
                    <a:lnTo>
                      <a:pt x="536" y="5"/>
                    </a:lnTo>
                    <a:moveTo>
                      <a:pt x="222" y="5"/>
                    </a:moveTo>
                    <a:lnTo>
                      <a:pt x="222" y="5"/>
                    </a:lnTo>
                    <a:cubicBezTo>
                      <a:pt x="227" y="5"/>
                      <a:pt x="227" y="5"/>
                      <a:pt x="227" y="5"/>
                    </a:cubicBezTo>
                    <a:lnTo>
                      <a:pt x="222" y="5"/>
                    </a:lnTo>
                    <a:moveTo>
                      <a:pt x="548" y="5"/>
                    </a:moveTo>
                    <a:lnTo>
                      <a:pt x="548" y="5"/>
                    </a:lnTo>
                    <a:cubicBezTo>
                      <a:pt x="542" y="5"/>
                      <a:pt x="542" y="5"/>
                      <a:pt x="536" y="5"/>
                    </a:cubicBezTo>
                    <a:cubicBezTo>
                      <a:pt x="542" y="5"/>
                      <a:pt x="542" y="5"/>
                      <a:pt x="548" y="5"/>
                    </a:cubicBezTo>
                    <a:moveTo>
                      <a:pt x="210" y="5"/>
                    </a:moveTo>
                    <a:lnTo>
                      <a:pt x="210" y="5"/>
                    </a:lnTo>
                    <a:cubicBezTo>
                      <a:pt x="216" y="5"/>
                      <a:pt x="216" y="5"/>
                      <a:pt x="222" y="5"/>
                    </a:cubicBezTo>
                    <a:cubicBezTo>
                      <a:pt x="216" y="5"/>
                      <a:pt x="216" y="5"/>
                      <a:pt x="210" y="5"/>
                    </a:cubicBezTo>
                    <a:moveTo>
                      <a:pt x="553" y="5"/>
                    </a:moveTo>
                    <a:lnTo>
                      <a:pt x="553" y="5"/>
                    </a:lnTo>
                    <a:moveTo>
                      <a:pt x="204" y="5"/>
                    </a:moveTo>
                    <a:lnTo>
                      <a:pt x="204" y="5"/>
                    </a:lnTo>
                    <a:moveTo>
                      <a:pt x="565" y="5"/>
                    </a:moveTo>
                    <a:lnTo>
                      <a:pt x="565" y="5"/>
                    </a:lnTo>
                    <a:cubicBezTo>
                      <a:pt x="559" y="5"/>
                      <a:pt x="559" y="5"/>
                      <a:pt x="559" y="5"/>
                    </a:cubicBezTo>
                    <a:lnTo>
                      <a:pt x="565" y="5"/>
                    </a:lnTo>
                    <a:moveTo>
                      <a:pt x="193" y="5"/>
                    </a:moveTo>
                    <a:lnTo>
                      <a:pt x="193" y="5"/>
                    </a:lnTo>
                    <a:cubicBezTo>
                      <a:pt x="198" y="5"/>
                      <a:pt x="198" y="5"/>
                      <a:pt x="198" y="5"/>
                    </a:cubicBezTo>
                    <a:lnTo>
                      <a:pt x="193" y="5"/>
                    </a:lnTo>
                    <a:moveTo>
                      <a:pt x="186" y="5"/>
                    </a:moveTo>
                    <a:lnTo>
                      <a:pt x="186" y="5"/>
                    </a:lnTo>
                    <a:cubicBezTo>
                      <a:pt x="193" y="5"/>
                      <a:pt x="193" y="5"/>
                      <a:pt x="193" y="5"/>
                    </a:cubicBezTo>
                    <a:lnTo>
                      <a:pt x="186" y="5"/>
                    </a:lnTo>
                    <a:moveTo>
                      <a:pt x="571" y="5"/>
                    </a:moveTo>
                    <a:lnTo>
                      <a:pt x="571" y="5"/>
                    </a:lnTo>
                    <a:cubicBezTo>
                      <a:pt x="565" y="5"/>
                      <a:pt x="565" y="5"/>
                      <a:pt x="565" y="5"/>
                    </a:cubicBezTo>
                    <a:lnTo>
                      <a:pt x="571" y="5"/>
                    </a:lnTo>
                    <a:moveTo>
                      <a:pt x="577" y="5"/>
                    </a:moveTo>
                    <a:lnTo>
                      <a:pt x="577" y="5"/>
                    </a:lnTo>
                    <a:lnTo>
                      <a:pt x="571" y="5"/>
                    </a:lnTo>
                    <a:lnTo>
                      <a:pt x="577" y="5"/>
                    </a:lnTo>
                    <a:moveTo>
                      <a:pt x="181" y="5"/>
                    </a:moveTo>
                    <a:lnTo>
                      <a:pt x="181" y="5"/>
                    </a:lnTo>
                    <a:lnTo>
                      <a:pt x="186" y="5"/>
                    </a:lnTo>
                    <a:lnTo>
                      <a:pt x="181" y="5"/>
                    </a:lnTo>
                    <a:moveTo>
                      <a:pt x="583" y="5"/>
                    </a:moveTo>
                    <a:lnTo>
                      <a:pt x="583" y="5"/>
                    </a:lnTo>
                    <a:lnTo>
                      <a:pt x="577" y="5"/>
                    </a:lnTo>
                    <a:cubicBezTo>
                      <a:pt x="583" y="5"/>
                      <a:pt x="583" y="5"/>
                      <a:pt x="583" y="5"/>
                    </a:cubicBezTo>
                    <a:moveTo>
                      <a:pt x="175" y="5"/>
                    </a:moveTo>
                    <a:lnTo>
                      <a:pt x="175" y="5"/>
                    </a:lnTo>
                    <a:lnTo>
                      <a:pt x="181" y="5"/>
                    </a:lnTo>
                    <a:cubicBezTo>
                      <a:pt x="175" y="5"/>
                      <a:pt x="175" y="5"/>
                      <a:pt x="175" y="5"/>
                    </a:cubicBezTo>
                    <a:moveTo>
                      <a:pt x="589" y="5"/>
                    </a:moveTo>
                    <a:lnTo>
                      <a:pt x="589" y="5"/>
                    </a:lnTo>
                    <a:lnTo>
                      <a:pt x="583" y="5"/>
                    </a:lnTo>
                    <a:cubicBezTo>
                      <a:pt x="589" y="5"/>
                      <a:pt x="589" y="5"/>
                      <a:pt x="589" y="5"/>
                    </a:cubicBezTo>
                    <a:moveTo>
                      <a:pt x="169" y="5"/>
                    </a:moveTo>
                    <a:lnTo>
                      <a:pt x="169" y="5"/>
                    </a:lnTo>
                    <a:lnTo>
                      <a:pt x="175" y="5"/>
                    </a:lnTo>
                    <a:cubicBezTo>
                      <a:pt x="169" y="5"/>
                      <a:pt x="169" y="5"/>
                      <a:pt x="169" y="5"/>
                    </a:cubicBezTo>
                    <a:moveTo>
                      <a:pt x="594" y="5"/>
                    </a:moveTo>
                    <a:lnTo>
                      <a:pt x="594" y="5"/>
                    </a:lnTo>
                    <a:moveTo>
                      <a:pt x="164" y="5"/>
                    </a:moveTo>
                    <a:lnTo>
                      <a:pt x="164" y="5"/>
                    </a:lnTo>
                    <a:moveTo>
                      <a:pt x="157" y="5"/>
                    </a:moveTo>
                    <a:lnTo>
                      <a:pt x="157" y="5"/>
                    </a:lnTo>
                    <a:moveTo>
                      <a:pt x="600" y="5"/>
                    </a:moveTo>
                    <a:lnTo>
                      <a:pt x="600" y="5"/>
                    </a:lnTo>
                    <a:moveTo>
                      <a:pt x="152" y="5"/>
                    </a:moveTo>
                    <a:lnTo>
                      <a:pt x="152" y="5"/>
                    </a:lnTo>
                    <a:moveTo>
                      <a:pt x="606" y="5"/>
                    </a:moveTo>
                    <a:lnTo>
                      <a:pt x="606" y="5"/>
                    </a:lnTo>
                    <a:moveTo>
                      <a:pt x="140" y="5"/>
                    </a:moveTo>
                    <a:lnTo>
                      <a:pt x="140" y="5"/>
                    </a:lnTo>
                    <a:cubicBezTo>
                      <a:pt x="146" y="5"/>
                      <a:pt x="146" y="5"/>
                      <a:pt x="146" y="5"/>
                    </a:cubicBezTo>
                    <a:lnTo>
                      <a:pt x="140" y="5"/>
                    </a:lnTo>
                    <a:moveTo>
                      <a:pt x="618" y="5"/>
                    </a:moveTo>
                    <a:lnTo>
                      <a:pt x="618" y="5"/>
                    </a:lnTo>
                    <a:cubicBezTo>
                      <a:pt x="612" y="5"/>
                      <a:pt x="612" y="5"/>
                      <a:pt x="612" y="5"/>
                    </a:cubicBezTo>
                    <a:lnTo>
                      <a:pt x="618" y="5"/>
                    </a:lnTo>
                    <a:moveTo>
                      <a:pt x="641" y="5"/>
                    </a:moveTo>
                    <a:lnTo>
                      <a:pt x="641" y="5"/>
                    </a:lnTo>
                    <a:lnTo>
                      <a:pt x="635" y="5"/>
                    </a:lnTo>
                    <a:cubicBezTo>
                      <a:pt x="641" y="5"/>
                      <a:pt x="641" y="5"/>
                      <a:pt x="641" y="5"/>
                    </a:cubicBezTo>
                    <a:moveTo>
                      <a:pt x="117" y="5"/>
                    </a:moveTo>
                    <a:lnTo>
                      <a:pt x="117" y="5"/>
                    </a:lnTo>
                    <a:lnTo>
                      <a:pt x="123" y="5"/>
                    </a:lnTo>
                    <a:cubicBezTo>
                      <a:pt x="117" y="5"/>
                      <a:pt x="117" y="5"/>
                      <a:pt x="117" y="5"/>
                    </a:cubicBezTo>
                    <a:moveTo>
                      <a:pt x="111" y="5"/>
                    </a:moveTo>
                    <a:lnTo>
                      <a:pt x="111" y="5"/>
                    </a:lnTo>
                    <a:moveTo>
                      <a:pt x="647" y="5"/>
                    </a:moveTo>
                    <a:lnTo>
                      <a:pt x="647" y="5"/>
                    </a:lnTo>
                    <a:moveTo>
                      <a:pt x="105" y="5"/>
                    </a:moveTo>
                    <a:lnTo>
                      <a:pt x="105" y="5"/>
                    </a:lnTo>
                    <a:moveTo>
                      <a:pt x="653" y="5"/>
                    </a:moveTo>
                    <a:lnTo>
                      <a:pt x="653" y="5"/>
                    </a:lnTo>
                    <a:moveTo>
                      <a:pt x="99" y="5"/>
                    </a:moveTo>
                    <a:lnTo>
                      <a:pt x="99" y="5"/>
                    </a:lnTo>
                    <a:moveTo>
                      <a:pt x="658" y="5"/>
                    </a:moveTo>
                    <a:lnTo>
                      <a:pt x="658" y="5"/>
                    </a:lnTo>
                    <a:moveTo>
                      <a:pt x="94" y="5"/>
                    </a:moveTo>
                    <a:lnTo>
                      <a:pt x="94" y="5"/>
                    </a:lnTo>
                    <a:moveTo>
                      <a:pt x="664" y="5"/>
                    </a:moveTo>
                    <a:lnTo>
                      <a:pt x="664" y="5"/>
                    </a:lnTo>
                    <a:moveTo>
                      <a:pt x="87" y="5"/>
                    </a:moveTo>
                    <a:lnTo>
                      <a:pt x="87" y="5"/>
                    </a:lnTo>
                    <a:moveTo>
                      <a:pt x="670" y="5"/>
                    </a:moveTo>
                    <a:lnTo>
                      <a:pt x="670" y="5"/>
                    </a:lnTo>
                    <a:moveTo>
                      <a:pt x="76" y="5"/>
                    </a:moveTo>
                    <a:lnTo>
                      <a:pt x="76" y="5"/>
                    </a:lnTo>
                    <a:lnTo>
                      <a:pt x="82" y="5"/>
                    </a:lnTo>
                    <a:lnTo>
                      <a:pt x="76" y="5"/>
                    </a:lnTo>
                    <a:moveTo>
                      <a:pt x="682" y="5"/>
                    </a:moveTo>
                    <a:lnTo>
                      <a:pt x="682" y="5"/>
                    </a:lnTo>
                    <a:lnTo>
                      <a:pt x="676" y="5"/>
                    </a:lnTo>
                    <a:lnTo>
                      <a:pt x="682" y="5"/>
                    </a:lnTo>
                    <a:moveTo>
                      <a:pt x="70" y="5"/>
                    </a:moveTo>
                    <a:lnTo>
                      <a:pt x="70" y="5"/>
                    </a:lnTo>
                    <a:lnTo>
                      <a:pt x="76" y="5"/>
                    </a:lnTo>
                    <a:cubicBezTo>
                      <a:pt x="70" y="5"/>
                      <a:pt x="70" y="5"/>
                      <a:pt x="70" y="5"/>
                    </a:cubicBezTo>
                    <a:moveTo>
                      <a:pt x="687" y="5"/>
                    </a:moveTo>
                    <a:lnTo>
                      <a:pt x="687" y="5"/>
                    </a:lnTo>
                    <a:lnTo>
                      <a:pt x="682" y="5"/>
                    </a:lnTo>
                    <a:cubicBezTo>
                      <a:pt x="687" y="5"/>
                      <a:pt x="687" y="5"/>
                      <a:pt x="687" y="5"/>
                    </a:cubicBezTo>
                    <a:moveTo>
                      <a:pt x="693" y="5"/>
                    </a:moveTo>
                    <a:lnTo>
                      <a:pt x="693" y="5"/>
                    </a:lnTo>
                    <a:moveTo>
                      <a:pt x="64" y="5"/>
                    </a:moveTo>
                    <a:lnTo>
                      <a:pt x="64" y="5"/>
                    </a:lnTo>
                    <a:moveTo>
                      <a:pt x="29" y="5"/>
                    </a:moveTo>
                    <a:lnTo>
                      <a:pt x="29" y="5"/>
                    </a:lnTo>
                    <a:moveTo>
                      <a:pt x="728" y="5"/>
                    </a:moveTo>
                    <a:lnTo>
                      <a:pt x="728" y="5"/>
                    </a:lnTo>
                    <a:moveTo>
                      <a:pt x="24" y="5"/>
                    </a:moveTo>
                    <a:lnTo>
                      <a:pt x="24" y="5"/>
                    </a:lnTo>
                    <a:moveTo>
                      <a:pt x="734" y="5"/>
                    </a:moveTo>
                    <a:lnTo>
                      <a:pt x="734" y="5"/>
                    </a:lnTo>
                    <a:moveTo>
                      <a:pt x="12" y="0"/>
                    </a:moveTo>
                    <a:lnTo>
                      <a:pt x="12" y="0"/>
                    </a:lnTo>
                    <a:cubicBezTo>
                      <a:pt x="18" y="0"/>
                      <a:pt x="18" y="0"/>
                      <a:pt x="18" y="0"/>
                    </a:cubicBezTo>
                    <a:lnTo>
                      <a:pt x="12" y="0"/>
                    </a:lnTo>
                    <a:moveTo>
                      <a:pt x="746" y="0"/>
                    </a:moveTo>
                    <a:lnTo>
                      <a:pt x="746" y="0"/>
                    </a:lnTo>
                    <a:cubicBezTo>
                      <a:pt x="740" y="0"/>
                      <a:pt x="740" y="0"/>
                      <a:pt x="740" y="0"/>
                    </a:cubicBezTo>
                    <a:lnTo>
                      <a:pt x="746" y="0"/>
                    </a:lnTo>
                    <a:moveTo>
                      <a:pt x="6" y="0"/>
                    </a:moveTo>
                    <a:lnTo>
                      <a:pt x="6" y="0"/>
                    </a:lnTo>
                    <a:lnTo>
                      <a:pt x="12" y="0"/>
                    </a:lnTo>
                    <a:cubicBezTo>
                      <a:pt x="6" y="0"/>
                      <a:pt x="6" y="0"/>
                      <a:pt x="6" y="0"/>
                    </a:cubicBezTo>
                    <a:moveTo>
                      <a:pt x="752" y="0"/>
                    </a:moveTo>
                    <a:lnTo>
                      <a:pt x="752" y="0"/>
                    </a:lnTo>
                    <a:lnTo>
                      <a:pt x="746" y="0"/>
                    </a:lnTo>
                    <a:cubicBezTo>
                      <a:pt x="752" y="0"/>
                      <a:pt x="752" y="0"/>
                      <a:pt x="752" y="0"/>
                    </a:cubicBezTo>
                    <a:moveTo>
                      <a:pt x="0" y="0"/>
                    </a:moveTo>
                    <a:lnTo>
                      <a:pt x="0" y="0"/>
                    </a:lnTo>
                    <a:moveTo>
                      <a:pt x="757" y="0"/>
                    </a:moveTo>
                    <a:lnTo>
                      <a:pt x="757" y="0"/>
                    </a:lnTo>
                    <a:close/>
                  </a:path>
                </a:pathLst>
              </a:custGeom>
              <a:solidFill>
                <a:schemeClr val="accent3"/>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8" name="Google Shape;1578;p30"/>
              <p:cNvSpPr/>
              <p:nvPr/>
            </p:nvSpPr>
            <p:spPr>
              <a:xfrm>
                <a:off x="-4559344" y="3885136"/>
                <a:ext cx="1482210" cy="257695"/>
              </a:xfrm>
              <a:custGeom>
                <a:rect b="b" l="l" r="r" t="t"/>
                <a:pathLst>
                  <a:path extrusionOk="0" h="1519" w="8737">
                    <a:moveTo>
                      <a:pt x="8737" y="0"/>
                    </a:moveTo>
                    <a:lnTo>
                      <a:pt x="8737" y="0"/>
                    </a:lnTo>
                    <a:cubicBezTo>
                      <a:pt x="8318" y="798"/>
                      <a:pt x="6524" y="1397"/>
                      <a:pt x="4369" y="1397"/>
                    </a:cubicBezTo>
                    <a:cubicBezTo>
                      <a:pt x="2214" y="1397"/>
                      <a:pt x="419" y="798"/>
                      <a:pt x="0" y="0"/>
                    </a:cubicBezTo>
                    <a:cubicBezTo>
                      <a:pt x="262" y="809"/>
                      <a:pt x="1922" y="1444"/>
                      <a:pt x="3990" y="1514"/>
                    </a:cubicBezTo>
                    <a:lnTo>
                      <a:pt x="3990" y="1514"/>
                    </a:lnTo>
                    <a:cubicBezTo>
                      <a:pt x="3996" y="1514"/>
                      <a:pt x="3996" y="1514"/>
                      <a:pt x="3996" y="1514"/>
                    </a:cubicBezTo>
                    <a:lnTo>
                      <a:pt x="4002" y="1514"/>
                    </a:lnTo>
                    <a:lnTo>
                      <a:pt x="4002" y="1514"/>
                    </a:lnTo>
                    <a:cubicBezTo>
                      <a:pt x="4008" y="1514"/>
                      <a:pt x="4008" y="1514"/>
                      <a:pt x="4008" y="1514"/>
                    </a:cubicBezTo>
                    <a:lnTo>
                      <a:pt x="4014" y="1519"/>
                    </a:lnTo>
                    <a:lnTo>
                      <a:pt x="4014" y="1519"/>
                    </a:lnTo>
                    <a:lnTo>
                      <a:pt x="4019" y="1519"/>
                    </a:lnTo>
                    <a:lnTo>
                      <a:pt x="4019" y="1519"/>
                    </a:lnTo>
                    <a:cubicBezTo>
                      <a:pt x="4031" y="1519"/>
                      <a:pt x="4043" y="1519"/>
                      <a:pt x="4054" y="1519"/>
                    </a:cubicBezTo>
                    <a:lnTo>
                      <a:pt x="4054" y="1519"/>
                    </a:lnTo>
                    <a:cubicBezTo>
                      <a:pt x="4060" y="1519"/>
                      <a:pt x="4060" y="1519"/>
                      <a:pt x="4060" y="1519"/>
                    </a:cubicBezTo>
                    <a:lnTo>
                      <a:pt x="4066" y="1519"/>
                    </a:lnTo>
                    <a:lnTo>
                      <a:pt x="4066" y="1519"/>
                    </a:lnTo>
                    <a:lnTo>
                      <a:pt x="4072" y="1519"/>
                    </a:lnTo>
                    <a:lnTo>
                      <a:pt x="4077" y="1519"/>
                    </a:lnTo>
                    <a:lnTo>
                      <a:pt x="4077" y="1519"/>
                    </a:lnTo>
                    <a:lnTo>
                      <a:pt x="4084" y="1519"/>
                    </a:lnTo>
                    <a:lnTo>
                      <a:pt x="4084" y="1519"/>
                    </a:lnTo>
                    <a:lnTo>
                      <a:pt x="4089" y="1519"/>
                    </a:lnTo>
                    <a:lnTo>
                      <a:pt x="4089" y="1519"/>
                    </a:lnTo>
                    <a:lnTo>
                      <a:pt x="4095" y="1519"/>
                    </a:lnTo>
                    <a:lnTo>
                      <a:pt x="4095" y="1519"/>
                    </a:lnTo>
                    <a:lnTo>
                      <a:pt x="4101" y="1519"/>
                    </a:lnTo>
                    <a:lnTo>
                      <a:pt x="4101" y="1519"/>
                    </a:lnTo>
                    <a:cubicBezTo>
                      <a:pt x="4107" y="1519"/>
                      <a:pt x="4107" y="1519"/>
                      <a:pt x="4107" y="1519"/>
                    </a:cubicBezTo>
                    <a:lnTo>
                      <a:pt x="4113" y="1519"/>
                    </a:lnTo>
                    <a:cubicBezTo>
                      <a:pt x="4118" y="1519"/>
                      <a:pt x="4124" y="1519"/>
                      <a:pt x="4130" y="1519"/>
                    </a:cubicBezTo>
                    <a:cubicBezTo>
                      <a:pt x="4136" y="1519"/>
                      <a:pt x="4136" y="1519"/>
                      <a:pt x="4136" y="1519"/>
                    </a:cubicBezTo>
                    <a:lnTo>
                      <a:pt x="4142" y="1519"/>
                    </a:lnTo>
                    <a:lnTo>
                      <a:pt x="4142" y="1519"/>
                    </a:lnTo>
                    <a:lnTo>
                      <a:pt x="4147" y="1519"/>
                    </a:lnTo>
                    <a:lnTo>
                      <a:pt x="4147" y="1519"/>
                    </a:lnTo>
                    <a:lnTo>
                      <a:pt x="4154" y="1519"/>
                    </a:lnTo>
                    <a:lnTo>
                      <a:pt x="4154" y="1519"/>
                    </a:lnTo>
                    <a:lnTo>
                      <a:pt x="4159" y="1519"/>
                    </a:lnTo>
                    <a:lnTo>
                      <a:pt x="4165" y="1519"/>
                    </a:lnTo>
                    <a:lnTo>
                      <a:pt x="4165" y="1519"/>
                    </a:lnTo>
                    <a:lnTo>
                      <a:pt x="4171" y="1519"/>
                    </a:lnTo>
                    <a:lnTo>
                      <a:pt x="4171" y="1519"/>
                    </a:lnTo>
                    <a:lnTo>
                      <a:pt x="4176" y="1519"/>
                    </a:lnTo>
                    <a:lnTo>
                      <a:pt x="4176" y="1519"/>
                    </a:lnTo>
                    <a:cubicBezTo>
                      <a:pt x="4183" y="1519"/>
                      <a:pt x="4183" y="1519"/>
                      <a:pt x="4183" y="1519"/>
                    </a:cubicBezTo>
                    <a:lnTo>
                      <a:pt x="4183" y="1519"/>
                    </a:lnTo>
                    <a:cubicBezTo>
                      <a:pt x="4188" y="1519"/>
                      <a:pt x="4188" y="1519"/>
                      <a:pt x="4188" y="1519"/>
                    </a:cubicBezTo>
                    <a:lnTo>
                      <a:pt x="4194" y="1519"/>
                    </a:lnTo>
                    <a:lnTo>
                      <a:pt x="4194" y="1519"/>
                    </a:lnTo>
                    <a:cubicBezTo>
                      <a:pt x="4200" y="1519"/>
                      <a:pt x="4200" y="1519"/>
                      <a:pt x="4200" y="1519"/>
                    </a:cubicBezTo>
                    <a:cubicBezTo>
                      <a:pt x="4206" y="1519"/>
                      <a:pt x="4206" y="1519"/>
                      <a:pt x="4212" y="1519"/>
                    </a:cubicBezTo>
                    <a:lnTo>
                      <a:pt x="4212" y="1519"/>
                    </a:lnTo>
                    <a:cubicBezTo>
                      <a:pt x="4217" y="1519"/>
                      <a:pt x="4217" y="1519"/>
                      <a:pt x="4217" y="1519"/>
                    </a:cubicBezTo>
                    <a:lnTo>
                      <a:pt x="4223" y="1519"/>
                    </a:lnTo>
                    <a:lnTo>
                      <a:pt x="4223" y="1519"/>
                    </a:lnTo>
                    <a:cubicBezTo>
                      <a:pt x="4229" y="1519"/>
                      <a:pt x="4229" y="1519"/>
                      <a:pt x="4229" y="1519"/>
                    </a:cubicBezTo>
                    <a:lnTo>
                      <a:pt x="4235" y="1519"/>
                    </a:lnTo>
                    <a:lnTo>
                      <a:pt x="4235" y="1519"/>
                    </a:lnTo>
                    <a:lnTo>
                      <a:pt x="4241" y="1519"/>
                    </a:lnTo>
                    <a:lnTo>
                      <a:pt x="4241" y="1519"/>
                    </a:lnTo>
                    <a:cubicBezTo>
                      <a:pt x="4246" y="1519"/>
                      <a:pt x="4246" y="1519"/>
                      <a:pt x="4246" y="1519"/>
                    </a:cubicBezTo>
                    <a:lnTo>
                      <a:pt x="4246" y="1519"/>
                    </a:lnTo>
                    <a:cubicBezTo>
                      <a:pt x="4252" y="1519"/>
                      <a:pt x="4252" y="1519"/>
                      <a:pt x="4252" y="1519"/>
                    </a:cubicBezTo>
                    <a:lnTo>
                      <a:pt x="4258" y="1519"/>
                    </a:lnTo>
                    <a:lnTo>
                      <a:pt x="4258" y="1519"/>
                    </a:lnTo>
                    <a:cubicBezTo>
                      <a:pt x="4264" y="1519"/>
                      <a:pt x="4264" y="1519"/>
                      <a:pt x="4264" y="1519"/>
                    </a:cubicBezTo>
                    <a:lnTo>
                      <a:pt x="4270" y="1519"/>
                    </a:lnTo>
                    <a:lnTo>
                      <a:pt x="4270" y="1519"/>
                    </a:lnTo>
                    <a:lnTo>
                      <a:pt x="4275" y="1519"/>
                    </a:lnTo>
                    <a:lnTo>
                      <a:pt x="4275" y="1519"/>
                    </a:lnTo>
                    <a:lnTo>
                      <a:pt x="4282" y="1519"/>
                    </a:lnTo>
                    <a:lnTo>
                      <a:pt x="4287" y="1519"/>
                    </a:lnTo>
                    <a:cubicBezTo>
                      <a:pt x="4287" y="1519"/>
                      <a:pt x="4293" y="1519"/>
                      <a:pt x="4299" y="1519"/>
                    </a:cubicBezTo>
                    <a:lnTo>
                      <a:pt x="4299" y="1519"/>
                    </a:lnTo>
                    <a:lnTo>
                      <a:pt x="4305" y="1519"/>
                    </a:lnTo>
                    <a:lnTo>
                      <a:pt x="4305" y="1519"/>
                    </a:lnTo>
                    <a:cubicBezTo>
                      <a:pt x="4311" y="1519"/>
                      <a:pt x="4311" y="1519"/>
                      <a:pt x="4311" y="1519"/>
                    </a:cubicBezTo>
                    <a:lnTo>
                      <a:pt x="4316" y="1519"/>
                    </a:lnTo>
                    <a:lnTo>
                      <a:pt x="4316" y="1519"/>
                    </a:lnTo>
                    <a:lnTo>
                      <a:pt x="4322" y="1519"/>
                    </a:lnTo>
                    <a:lnTo>
                      <a:pt x="4322" y="1519"/>
                    </a:lnTo>
                    <a:cubicBezTo>
                      <a:pt x="4328" y="1519"/>
                      <a:pt x="4328" y="1519"/>
                      <a:pt x="4328" y="1519"/>
                    </a:cubicBezTo>
                    <a:lnTo>
                      <a:pt x="4334" y="1519"/>
                    </a:lnTo>
                    <a:lnTo>
                      <a:pt x="4334" y="1519"/>
                    </a:lnTo>
                    <a:lnTo>
                      <a:pt x="4340" y="1519"/>
                    </a:lnTo>
                    <a:lnTo>
                      <a:pt x="4340" y="1519"/>
                    </a:lnTo>
                    <a:cubicBezTo>
                      <a:pt x="4345" y="1519"/>
                      <a:pt x="4345" y="1519"/>
                      <a:pt x="4345" y="1519"/>
                    </a:cubicBezTo>
                    <a:lnTo>
                      <a:pt x="4345" y="1519"/>
                    </a:lnTo>
                    <a:cubicBezTo>
                      <a:pt x="4351" y="1519"/>
                      <a:pt x="4351" y="1519"/>
                      <a:pt x="4351" y="1519"/>
                    </a:cubicBezTo>
                    <a:lnTo>
                      <a:pt x="4357" y="1519"/>
                    </a:lnTo>
                    <a:lnTo>
                      <a:pt x="4357" y="1519"/>
                    </a:lnTo>
                    <a:cubicBezTo>
                      <a:pt x="4363" y="1519"/>
                      <a:pt x="4363" y="1519"/>
                      <a:pt x="4363" y="1519"/>
                    </a:cubicBezTo>
                    <a:lnTo>
                      <a:pt x="4369" y="1519"/>
                    </a:lnTo>
                    <a:lnTo>
                      <a:pt x="4369" y="1519"/>
                    </a:lnTo>
                    <a:lnTo>
                      <a:pt x="4369" y="1519"/>
                    </a:lnTo>
                    <a:lnTo>
                      <a:pt x="4374" y="1519"/>
                    </a:lnTo>
                    <a:lnTo>
                      <a:pt x="4381" y="1519"/>
                    </a:lnTo>
                    <a:lnTo>
                      <a:pt x="4381" y="1519"/>
                    </a:lnTo>
                    <a:cubicBezTo>
                      <a:pt x="4386" y="1519"/>
                      <a:pt x="4386" y="1519"/>
                      <a:pt x="4386" y="1519"/>
                    </a:cubicBezTo>
                    <a:lnTo>
                      <a:pt x="4392" y="1519"/>
                    </a:lnTo>
                    <a:lnTo>
                      <a:pt x="4392" y="1519"/>
                    </a:lnTo>
                    <a:lnTo>
                      <a:pt x="4398" y="1519"/>
                    </a:lnTo>
                    <a:lnTo>
                      <a:pt x="4398" y="1519"/>
                    </a:lnTo>
                    <a:lnTo>
                      <a:pt x="4403" y="1519"/>
                    </a:lnTo>
                    <a:lnTo>
                      <a:pt x="4403" y="1519"/>
                    </a:lnTo>
                    <a:cubicBezTo>
                      <a:pt x="4410" y="1519"/>
                      <a:pt x="4410" y="1519"/>
                      <a:pt x="4410" y="1519"/>
                    </a:cubicBezTo>
                    <a:lnTo>
                      <a:pt x="4415" y="1519"/>
                    </a:lnTo>
                    <a:lnTo>
                      <a:pt x="4415" y="1519"/>
                    </a:lnTo>
                    <a:lnTo>
                      <a:pt x="4421" y="1519"/>
                    </a:lnTo>
                    <a:lnTo>
                      <a:pt x="4421" y="1519"/>
                    </a:lnTo>
                    <a:cubicBezTo>
                      <a:pt x="4427" y="1519"/>
                      <a:pt x="4427" y="1519"/>
                      <a:pt x="4427" y="1519"/>
                    </a:cubicBezTo>
                    <a:lnTo>
                      <a:pt x="4433" y="1519"/>
                    </a:lnTo>
                    <a:lnTo>
                      <a:pt x="4433" y="1519"/>
                    </a:lnTo>
                    <a:lnTo>
                      <a:pt x="4439" y="1519"/>
                    </a:lnTo>
                    <a:lnTo>
                      <a:pt x="4439" y="1519"/>
                    </a:lnTo>
                    <a:cubicBezTo>
                      <a:pt x="4444" y="1519"/>
                      <a:pt x="4450" y="1519"/>
                      <a:pt x="4450" y="1519"/>
                    </a:cubicBezTo>
                    <a:cubicBezTo>
                      <a:pt x="4456" y="1519"/>
                      <a:pt x="4456" y="1519"/>
                      <a:pt x="4456" y="1519"/>
                    </a:cubicBezTo>
                    <a:lnTo>
                      <a:pt x="4462" y="1519"/>
                    </a:lnTo>
                    <a:lnTo>
                      <a:pt x="4462" y="1519"/>
                    </a:lnTo>
                    <a:lnTo>
                      <a:pt x="4468" y="1519"/>
                    </a:lnTo>
                    <a:lnTo>
                      <a:pt x="4468" y="1519"/>
                    </a:lnTo>
                    <a:cubicBezTo>
                      <a:pt x="4473" y="1519"/>
                      <a:pt x="4473" y="1519"/>
                      <a:pt x="4473" y="1519"/>
                    </a:cubicBezTo>
                    <a:lnTo>
                      <a:pt x="4480" y="1519"/>
                    </a:lnTo>
                    <a:lnTo>
                      <a:pt x="4480" y="1519"/>
                    </a:lnTo>
                    <a:lnTo>
                      <a:pt x="4485" y="1519"/>
                    </a:lnTo>
                    <a:lnTo>
                      <a:pt x="4491" y="1519"/>
                    </a:lnTo>
                    <a:lnTo>
                      <a:pt x="4491" y="1519"/>
                    </a:lnTo>
                    <a:lnTo>
                      <a:pt x="4497" y="1519"/>
                    </a:lnTo>
                    <a:lnTo>
                      <a:pt x="4497" y="1519"/>
                    </a:lnTo>
                    <a:lnTo>
                      <a:pt x="4503" y="1519"/>
                    </a:lnTo>
                    <a:lnTo>
                      <a:pt x="4503" y="1519"/>
                    </a:lnTo>
                    <a:cubicBezTo>
                      <a:pt x="4509" y="1519"/>
                      <a:pt x="4509" y="1519"/>
                      <a:pt x="4509" y="1519"/>
                    </a:cubicBezTo>
                    <a:lnTo>
                      <a:pt x="4514" y="1519"/>
                    </a:lnTo>
                    <a:lnTo>
                      <a:pt x="4514" y="1519"/>
                    </a:lnTo>
                    <a:lnTo>
                      <a:pt x="4520" y="1519"/>
                    </a:lnTo>
                    <a:lnTo>
                      <a:pt x="4526" y="1519"/>
                    </a:lnTo>
                    <a:lnTo>
                      <a:pt x="4526" y="1519"/>
                    </a:lnTo>
                    <a:cubicBezTo>
                      <a:pt x="4532" y="1519"/>
                      <a:pt x="4532" y="1519"/>
                      <a:pt x="4538" y="1519"/>
                    </a:cubicBezTo>
                    <a:lnTo>
                      <a:pt x="4543" y="1519"/>
                    </a:lnTo>
                    <a:lnTo>
                      <a:pt x="4543" y="1519"/>
                    </a:lnTo>
                    <a:lnTo>
                      <a:pt x="4549" y="1519"/>
                    </a:lnTo>
                    <a:lnTo>
                      <a:pt x="4555" y="1519"/>
                    </a:lnTo>
                    <a:lnTo>
                      <a:pt x="4555" y="1519"/>
                    </a:lnTo>
                    <a:lnTo>
                      <a:pt x="4561" y="1519"/>
                    </a:lnTo>
                    <a:lnTo>
                      <a:pt x="4561" y="1519"/>
                    </a:lnTo>
                    <a:lnTo>
                      <a:pt x="4567" y="1519"/>
                    </a:lnTo>
                    <a:lnTo>
                      <a:pt x="4567" y="1519"/>
                    </a:lnTo>
                    <a:cubicBezTo>
                      <a:pt x="4573" y="1519"/>
                      <a:pt x="4573" y="1519"/>
                      <a:pt x="4573" y="1519"/>
                    </a:cubicBezTo>
                    <a:lnTo>
                      <a:pt x="4573" y="1519"/>
                    </a:lnTo>
                    <a:cubicBezTo>
                      <a:pt x="4579" y="1519"/>
                      <a:pt x="4579" y="1519"/>
                      <a:pt x="4579" y="1519"/>
                    </a:cubicBezTo>
                    <a:lnTo>
                      <a:pt x="4584" y="1519"/>
                    </a:lnTo>
                    <a:lnTo>
                      <a:pt x="4584" y="1519"/>
                    </a:lnTo>
                    <a:cubicBezTo>
                      <a:pt x="4590" y="1519"/>
                      <a:pt x="4590" y="1519"/>
                      <a:pt x="4590" y="1519"/>
                    </a:cubicBezTo>
                    <a:lnTo>
                      <a:pt x="4590" y="1519"/>
                    </a:lnTo>
                    <a:cubicBezTo>
                      <a:pt x="4596" y="1519"/>
                      <a:pt x="4596" y="1519"/>
                      <a:pt x="4596" y="1519"/>
                    </a:cubicBezTo>
                    <a:lnTo>
                      <a:pt x="4596" y="1519"/>
                    </a:lnTo>
                    <a:cubicBezTo>
                      <a:pt x="4602" y="1519"/>
                      <a:pt x="4602" y="1519"/>
                      <a:pt x="4602" y="1519"/>
                    </a:cubicBezTo>
                    <a:lnTo>
                      <a:pt x="4608" y="1519"/>
                    </a:lnTo>
                    <a:cubicBezTo>
                      <a:pt x="4613" y="1519"/>
                      <a:pt x="4619" y="1519"/>
                      <a:pt x="4625" y="1519"/>
                    </a:cubicBezTo>
                    <a:cubicBezTo>
                      <a:pt x="4631" y="1519"/>
                      <a:pt x="4631" y="1519"/>
                      <a:pt x="4631" y="1519"/>
                    </a:cubicBezTo>
                    <a:lnTo>
                      <a:pt x="4637" y="1519"/>
                    </a:lnTo>
                    <a:lnTo>
                      <a:pt x="4637" y="1519"/>
                    </a:lnTo>
                    <a:lnTo>
                      <a:pt x="4643" y="1519"/>
                    </a:lnTo>
                    <a:lnTo>
                      <a:pt x="4643" y="1519"/>
                    </a:lnTo>
                    <a:lnTo>
                      <a:pt x="4648" y="1519"/>
                    </a:lnTo>
                    <a:lnTo>
                      <a:pt x="4648" y="1519"/>
                    </a:lnTo>
                    <a:lnTo>
                      <a:pt x="4654" y="1519"/>
                    </a:lnTo>
                    <a:lnTo>
                      <a:pt x="4654" y="1519"/>
                    </a:lnTo>
                    <a:cubicBezTo>
                      <a:pt x="4660" y="1519"/>
                      <a:pt x="4660" y="1519"/>
                      <a:pt x="4660" y="1519"/>
                    </a:cubicBezTo>
                    <a:lnTo>
                      <a:pt x="4660" y="1519"/>
                    </a:lnTo>
                    <a:cubicBezTo>
                      <a:pt x="4666" y="1519"/>
                      <a:pt x="4666" y="1519"/>
                      <a:pt x="4666" y="1519"/>
                    </a:cubicBezTo>
                    <a:lnTo>
                      <a:pt x="4672" y="1519"/>
                    </a:lnTo>
                    <a:lnTo>
                      <a:pt x="4672" y="1519"/>
                    </a:lnTo>
                    <a:cubicBezTo>
                      <a:pt x="4677" y="1519"/>
                      <a:pt x="4677" y="1519"/>
                      <a:pt x="4677" y="1519"/>
                    </a:cubicBezTo>
                    <a:lnTo>
                      <a:pt x="4683" y="1519"/>
                    </a:lnTo>
                    <a:lnTo>
                      <a:pt x="4683" y="1519"/>
                    </a:lnTo>
                    <a:cubicBezTo>
                      <a:pt x="4695" y="1519"/>
                      <a:pt x="4707" y="1519"/>
                      <a:pt x="4718" y="1519"/>
                    </a:cubicBezTo>
                    <a:lnTo>
                      <a:pt x="4718" y="1519"/>
                    </a:lnTo>
                    <a:cubicBezTo>
                      <a:pt x="4724" y="1519"/>
                      <a:pt x="4724" y="1519"/>
                      <a:pt x="4724" y="1519"/>
                    </a:cubicBezTo>
                    <a:lnTo>
                      <a:pt x="4724" y="1519"/>
                    </a:lnTo>
                    <a:cubicBezTo>
                      <a:pt x="4730" y="1514"/>
                      <a:pt x="4730" y="1514"/>
                      <a:pt x="4730" y="1514"/>
                    </a:cubicBezTo>
                    <a:lnTo>
                      <a:pt x="4736" y="1514"/>
                    </a:lnTo>
                    <a:lnTo>
                      <a:pt x="4736" y="1514"/>
                    </a:lnTo>
                    <a:cubicBezTo>
                      <a:pt x="4742" y="1514"/>
                      <a:pt x="4742" y="1514"/>
                      <a:pt x="4742" y="1514"/>
                    </a:cubicBezTo>
                    <a:lnTo>
                      <a:pt x="4747" y="1514"/>
                    </a:lnTo>
                    <a:lnTo>
                      <a:pt x="4747" y="1514"/>
                    </a:lnTo>
                    <a:cubicBezTo>
                      <a:pt x="6815" y="1444"/>
                      <a:pt x="8476" y="809"/>
                      <a:pt x="8737"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79" name="Google Shape;1579;p30"/>
              <p:cNvSpPr/>
              <p:nvPr/>
            </p:nvSpPr>
            <p:spPr>
              <a:xfrm>
                <a:off x="-4402251" y="3590629"/>
                <a:ext cx="1168023" cy="460423"/>
              </a:xfrm>
              <a:custGeom>
                <a:rect b="b" l="l" r="r" t="t"/>
                <a:pathLst>
                  <a:path extrusionOk="0" h="2714" w="6885">
                    <a:moveTo>
                      <a:pt x="2889" y="0"/>
                    </a:moveTo>
                    <a:lnTo>
                      <a:pt x="2889" y="0"/>
                    </a:lnTo>
                    <a:cubicBezTo>
                      <a:pt x="1247" y="105"/>
                      <a:pt x="0" y="670"/>
                      <a:pt x="0" y="1345"/>
                    </a:cubicBezTo>
                    <a:cubicBezTo>
                      <a:pt x="0" y="2103"/>
                      <a:pt x="1538" y="2714"/>
                      <a:pt x="3443" y="2714"/>
                    </a:cubicBezTo>
                    <a:cubicBezTo>
                      <a:pt x="5347" y="2714"/>
                      <a:pt x="6885" y="2103"/>
                      <a:pt x="6885" y="1345"/>
                    </a:cubicBezTo>
                    <a:cubicBezTo>
                      <a:pt x="6885" y="693"/>
                      <a:pt x="5720" y="140"/>
                      <a:pt x="4165" y="12"/>
                    </a:cubicBezTo>
                    <a:cubicBezTo>
                      <a:pt x="4165" y="180"/>
                      <a:pt x="4165" y="180"/>
                      <a:pt x="4165" y="180"/>
                    </a:cubicBezTo>
                    <a:lnTo>
                      <a:pt x="4165" y="180"/>
                    </a:lnTo>
                    <a:cubicBezTo>
                      <a:pt x="3927" y="163"/>
                      <a:pt x="3687" y="157"/>
                      <a:pt x="3443" y="157"/>
                    </a:cubicBezTo>
                    <a:cubicBezTo>
                      <a:pt x="3257" y="157"/>
                      <a:pt x="3070" y="163"/>
                      <a:pt x="2889" y="169"/>
                    </a:cubicBezTo>
                    <a:cubicBezTo>
                      <a:pt x="2889" y="0"/>
                      <a:pt x="2889" y="0"/>
                      <a:pt x="2889"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0" name="Google Shape;1580;p30"/>
              <p:cNvSpPr/>
              <p:nvPr/>
            </p:nvSpPr>
            <p:spPr>
              <a:xfrm>
                <a:off x="-3912142" y="3617263"/>
                <a:ext cx="216470" cy="604624"/>
              </a:xfrm>
              <a:custGeom>
                <a:rect b="b" l="l" r="r" t="t"/>
                <a:pathLst>
                  <a:path extrusionOk="0" h="3564" w="1276">
                    <a:moveTo>
                      <a:pt x="0" y="12"/>
                    </a:moveTo>
                    <a:lnTo>
                      <a:pt x="0" y="12"/>
                    </a:lnTo>
                    <a:cubicBezTo>
                      <a:pt x="0" y="76"/>
                      <a:pt x="0" y="76"/>
                      <a:pt x="0" y="76"/>
                    </a:cubicBezTo>
                    <a:cubicBezTo>
                      <a:pt x="0" y="3086"/>
                      <a:pt x="0" y="3086"/>
                      <a:pt x="0" y="3086"/>
                    </a:cubicBezTo>
                    <a:cubicBezTo>
                      <a:pt x="0" y="3547"/>
                      <a:pt x="0" y="3547"/>
                      <a:pt x="0" y="3547"/>
                    </a:cubicBezTo>
                    <a:cubicBezTo>
                      <a:pt x="181" y="3558"/>
                      <a:pt x="368" y="3564"/>
                      <a:pt x="554" y="3564"/>
                    </a:cubicBezTo>
                    <a:cubicBezTo>
                      <a:pt x="798" y="3564"/>
                      <a:pt x="1038" y="3553"/>
                      <a:pt x="1276" y="3541"/>
                    </a:cubicBezTo>
                    <a:cubicBezTo>
                      <a:pt x="1276" y="3075"/>
                      <a:pt x="1276" y="3075"/>
                      <a:pt x="1276" y="3075"/>
                    </a:cubicBezTo>
                    <a:cubicBezTo>
                      <a:pt x="1276" y="88"/>
                      <a:pt x="1276" y="88"/>
                      <a:pt x="1276" y="88"/>
                    </a:cubicBezTo>
                    <a:cubicBezTo>
                      <a:pt x="1276" y="23"/>
                      <a:pt x="1276" y="23"/>
                      <a:pt x="1276" y="23"/>
                    </a:cubicBezTo>
                    <a:cubicBezTo>
                      <a:pt x="1038" y="6"/>
                      <a:pt x="798" y="0"/>
                      <a:pt x="554" y="0"/>
                    </a:cubicBezTo>
                    <a:cubicBezTo>
                      <a:pt x="368" y="0"/>
                      <a:pt x="181" y="6"/>
                      <a:pt x="0" y="12"/>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581" name="Google Shape;1581;p30"/>
          <p:cNvGrpSpPr/>
          <p:nvPr/>
        </p:nvGrpSpPr>
        <p:grpSpPr>
          <a:xfrm rot="351759">
            <a:off x="-1394" y="3724805"/>
            <a:ext cx="2463623" cy="1976241"/>
            <a:chOff x="6470956" y="1184716"/>
            <a:chExt cx="1646890" cy="1321084"/>
          </a:xfrm>
        </p:grpSpPr>
        <p:sp>
          <p:nvSpPr>
            <p:cNvPr id="1582" name="Google Shape;1582;p30"/>
            <p:cNvSpPr/>
            <p:nvPr/>
          </p:nvSpPr>
          <p:spPr>
            <a:xfrm rot="-1900965">
              <a:off x="6540723" y="1529515"/>
              <a:ext cx="390365" cy="376437"/>
            </a:xfrm>
            <a:custGeom>
              <a:rect b="b" l="l" r="r" t="t"/>
              <a:pathLst>
                <a:path extrusionOk="0" h="4784" w="4961">
                  <a:moveTo>
                    <a:pt x="2995" y="4784"/>
                  </a:moveTo>
                  <a:lnTo>
                    <a:pt x="2995" y="4784"/>
                  </a:lnTo>
                  <a:cubicBezTo>
                    <a:pt x="2980" y="4784"/>
                    <a:pt x="2970" y="4779"/>
                    <a:pt x="2960" y="4768"/>
                  </a:cubicBezTo>
                  <a:cubicBezTo>
                    <a:pt x="2739" y="4533"/>
                    <a:pt x="2458" y="4141"/>
                    <a:pt x="2157" y="3725"/>
                  </a:cubicBezTo>
                  <a:cubicBezTo>
                    <a:pt x="1751" y="3163"/>
                    <a:pt x="1289" y="2531"/>
                    <a:pt x="918" y="2195"/>
                  </a:cubicBezTo>
                  <a:cubicBezTo>
                    <a:pt x="131" y="1493"/>
                    <a:pt x="131" y="1493"/>
                    <a:pt x="131" y="1493"/>
                  </a:cubicBezTo>
                  <a:cubicBezTo>
                    <a:pt x="56" y="1423"/>
                    <a:pt x="10" y="1327"/>
                    <a:pt x="0" y="1222"/>
                  </a:cubicBezTo>
                  <a:cubicBezTo>
                    <a:pt x="-5" y="1117"/>
                    <a:pt x="31" y="1016"/>
                    <a:pt x="100" y="941"/>
                  </a:cubicBezTo>
                  <a:cubicBezTo>
                    <a:pt x="828" y="128"/>
                    <a:pt x="828" y="128"/>
                    <a:pt x="828" y="128"/>
                  </a:cubicBezTo>
                  <a:cubicBezTo>
                    <a:pt x="973" y="-32"/>
                    <a:pt x="1219" y="-42"/>
                    <a:pt x="1380" y="98"/>
                  </a:cubicBezTo>
                  <a:cubicBezTo>
                    <a:pt x="2162" y="805"/>
                    <a:pt x="2162" y="805"/>
                    <a:pt x="2162" y="805"/>
                  </a:cubicBezTo>
                  <a:cubicBezTo>
                    <a:pt x="2619" y="1212"/>
                    <a:pt x="3336" y="1618"/>
                    <a:pt x="3968" y="1974"/>
                  </a:cubicBezTo>
                  <a:cubicBezTo>
                    <a:pt x="4344" y="2190"/>
                    <a:pt x="4701" y="2391"/>
                    <a:pt x="4942" y="2561"/>
                  </a:cubicBezTo>
                  <a:cubicBezTo>
                    <a:pt x="4951" y="2567"/>
                    <a:pt x="4957" y="2582"/>
                    <a:pt x="4961" y="2592"/>
                  </a:cubicBezTo>
                  <a:cubicBezTo>
                    <a:pt x="4961" y="2607"/>
                    <a:pt x="4957" y="2617"/>
                    <a:pt x="4946" y="2627"/>
                  </a:cubicBezTo>
                  <a:cubicBezTo>
                    <a:pt x="3030" y="4768"/>
                    <a:pt x="3030" y="4768"/>
                    <a:pt x="3030" y="4768"/>
                  </a:cubicBezTo>
                  <a:cubicBezTo>
                    <a:pt x="3020" y="4779"/>
                    <a:pt x="3010" y="4784"/>
                    <a:pt x="2995" y="4784"/>
                  </a:cubicBezTo>
                  <a:moveTo>
                    <a:pt x="1114" y="88"/>
                  </a:moveTo>
                  <a:lnTo>
                    <a:pt x="1114" y="88"/>
                  </a:lnTo>
                  <a:cubicBezTo>
                    <a:pt x="1034" y="88"/>
                    <a:pt x="953" y="124"/>
                    <a:pt x="898" y="184"/>
                  </a:cubicBezTo>
                  <a:cubicBezTo>
                    <a:pt x="166" y="1001"/>
                    <a:pt x="166" y="1001"/>
                    <a:pt x="166" y="1001"/>
                  </a:cubicBezTo>
                  <a:cubicBezTo>
                    <a:pt x="110" y="1062"/>
                    <a:pt x="85" y="1137"/>
                    <a:pt x="91" y="1217"/>
                  </a:cubicBezTo>
                  <a:cubicBezTo>
                    <a:pt x="96" y="1297"/>
                    <a:pt x="131" y="1372"/>
                    <a:pt x="191" y="1423"/>
                  </a:cubicBezTo>
                  <a:cubicBezTo>
                    <a:pt x="978" y="2130"/>
                    <a:pt x="978" y="2130"/>
                    <a:pt x="978" y="2130"/>
                  </a:cubicBezTo>
                  <a:cubicBezTo>
                    <a:pt x="1360" y="2471"/>
                    <a:pt x="1821" y="3108"/>
                    <a:pt x="2227" y="3675"/>
                  </a:cubicBezTo>
                  <a:cubicBezTo>
                    <a:pt x="2514" y="4066"/>
                    <a:pt x="2779" y="4438"/>
                    <a:pt x="2995" y="4668"/>
                  </a:cubicBezTo>
                  <a:cubicBezTo>
                    <a:pt x="4846" y="2607"/>
                    <a:pt x="4846" y="2607"/>
                    <a:pt x="4846" y="2607"/>
                  </a:cubicBezTo>
                  <a:cubicBezTo>
                    <a:pt x="4610" y="2441"/>
                    <a:pt x="4274" y="2255"/>
                    <a:pt x="3923" y="2055"/>
                  </a:cubicBezTo>
                  <a:cubicBezTo>
                    <a:pt x="3286" y="1693"/>
                    <a:pt x="2568" y="1287"/>
                    <a:pt x="2107" y="871"/>
                  </a:cubicBezTo>
                  <a:cubicBezTo>
                    <a:pt x="1320" y="168"/>
                    <a:pt x="1320" y="168"/>
                    <a:pt x="1320" y="168"/>
                  </a:cubicBezTo>
                  <a:cubicBezTo>
                    <a:pt x="1264" y="113"/>
                    <a:pt x="1189" y="88"/>
                    <a:pt x="1114" y="88"/>
                  </a:cubicBezTo>
                  <a:close/>
                </a:path>
              </a:pathLst>
            </a:custGeom>
            <a:solidFill>
              <a:schemeClr val="lt1"/>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3" name="Google Shape;1583;p30"/>
            <p:cNvSpPr/>
            <p:nvPr/>
          </p:nvSpPr>
          <p:spPr>
            <a:xfrm rot="-1900965">
              <a:off x="6536692" y="1565007"/>
              <a:ext cx="283823" cy="274381"/>
            </a:xfrm>
            <a:custGeom>
              <a:rect b="b" l="l" r="r" t="t"/>
              <a:pathLst>
                <a:path extrusionOk="0" h="3487" w="3607">
                  <a:moveTo>
                    <a:pt x="0" y="1179"/>
                  </a:moveTo>
                  <a:lnTo>
                    <a:pt x="2528" y="3487"/>
                  </a:lnTo>
                  <a:lnTo>
                    <a:pt x="3607" y="2303"/>
                  </a:lnTo>
                  <a:lnTo>
                    <a:pt x="1078" y="0"/>
                  </a:lnTo>
                  <a:lnTo>
                    <a:pt x="0" y="1179"/>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4" name="Google Shape;1584;p30"/>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5" name="Google Shape;1585;p30"/>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6" name="Google Shape;1586;p30"/>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7" name="Google Shape;1587;p30"/>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8" name="Google Shape;1588;p30"/>
            <p:cNvSpPr/>
            <p:nvPr/>
          </p:nvSpPr>
          <p:spPr>
            <a:xfrm rot="-1900965">
              <a:off x="6945714" y="1378055"/>
              <a:ext cx="1001368" cy="934405"/>
            </a:xfrm>
            <a:custGeom>
              <a:rect b="b" l="l" r="r" t="t"/>
              <a:pathLst>
                <a:path extrusionOk="0" h="11875" w="12726">
                  <a:moveTo>
                    <a:pt x="9590" y="10920"/>
                  </a:moveTo>
                  <a:lnTo>
                    <a:pt x="9590" y="10920"/>
                  </a:lnTo>
                  <a:cubicBezTo>
                    <a:pt x="8903" y="10394"/>
                    <a:pt x="6766" y="7775"/>
                    <a:pt x="5437" y="6561"/>
                  </a:cubicBezTo>
                  <a:cubicBezTo>
                    <a:pt x="3316" y="4626"/>
                    <a:pt x="772" y="3161"/>
                    <a:pt x="0" y="2173"/>
                  </a:cubicBezTo>
                  <a:cubicBezTo>
                    <a:pt x="1981" y="0"/>
                    <a:pt x="1981" y="0"/>
                    <a:pt x="1981" y="0"/>
                  </a:cubicBezTo>
                  <a:cubicBezTo>
                    <a:pt x="2974" y="527"/>
                    <a:pt x="4555" y="2910"/>
                    <a:pt x="6851" y="5011"/>
                  </a:cubicBezTo>
                  <a:cubicBezTo>
                    <a:pt x="8186" y="6225"/>
                    <a:pt x="10869" y="8016"/>
                    <a:pt x="11571" y="8753"/>
                  </a:cubicBezTo>
                  <a:cubicBezTo>
                    <a:pt x="12274" y="9486"/>
                    <a:pt x="13227" y="10619"/>
                    <a:pt x="12414" y="11507"/>
                  </a:cubicBezTo>
                  <a:cubicBezTo>
                    <a:pt x="11602" y="12400"/>
                    <a:pt x="10278" y="11452"/>
                    <a:pt x="9590" y="10920"/>
                  </a:cubicBez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89" name="Google Shape;1589;p30"/>
            <p:cNvSpPr/>
            <p:nvPr/>
          </p:nvSpPr>
          <p:spPr>
            <a:xfrm rot="-1900965">
              <a:off x="7348021" y="1774231"/>
              <a:ext cx="143210" cy="135892"/>
            </a:xfrm>
            <a:custGeom>
              <a:rect b="b" l="l" r="r" t="t"/>
              <a:pathLst>
                <a:path extrusionOk="0" h="1727" w="1820">
                  <a:moveTo>
                    <a:pt x="1727" y="1609"/>
                  </a:moveTo>
                  <a:lnTo>
                    <a:pt x="1727" y="1609"/>
                  </a:lnTo>
                  <a:cubicBezTo>
                    <a:pt x="1512" y="1850"/>
                    <a:pt x="965" y="1709"/>
                    <a:pt x="513" y="1298"/>
                  </a:cubicBezTo>
                  <a:cubicBezTo>
                    <a:pt x="62" y="886"/>
                    <a:pt x="-129" y="355"/>
                    <a:pt x="92" y="114"/>
                  </a:cubicBezTo>
                  <a:cubicBezTo>
                    <a:pt x="308" y="-122"/>
                    <a:pt x="855" y="19"/>
                    <a:pt x="1306" y="430"/>
                  </a:cubicBezTo>
                  <a:cubicBezTo>
                    <a:pt x="1758" y="841"/>
                    <a:pt x="1948" y="1373"/>
                    <a:pt x="1727" y="1609"/>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0" name="Google Shape;1590;p30"/>
            <p:cNvSpPr/>
            <p:nvPr/>
          </p:nvSpPr>
          <p:spPr>
            <a:xfrm rot="-1900965">
              <a:off x="7351239" y="1773318"/>
              <a:ext cx="137544" cy="128181"/>
            </a:xfrm>
            <a:custGeom>
              <a:rect b="b" l="l" r="r" t="t"/>
              <a:pathLst>
                <a:path extrusionOk="0" h="1629" w="1748">
                  <a:moveTo>
                    <a:pt x="1103" y="570"/>
                  </a:moveTo>
                  <a:lnTo>
                    <a:pt x="1103" y="570"/>
                  </a:lnTo>
                  <a:cubicBezTo>
                    <a:pt x="1721" y="1137"/>
                    <a:pt x="1636" y="1629"/>
                    <a:pt x="1636" y="1629"/>
                  </a:cubicBezTo>
                  <a:cubicBezTo>
                    <a:pt x="1645" y="1624"/>
                    <a:pt x="1650" y="1619"/>
                    <a:pt x="1655" y="1609"/>
                  </a:cubicBezTo>
                  <a:cubicBezTo>
                    <a:pt x="1876" y="1373"/>
                    <a:pt x="1686" y="841"/>
                    <a:pt x="1234" y="430"/>
                  </a:cubicBezTo>
                  <a:cubicBezTo>
                    <a:pt x="783" y="19"/>
                    <a:pt x="236" y="-122"/>
                    <a:pt x="20" y="114"/>
                  </a:cubicBezTo>
                  <a:cubicBezTo>
                    <a:pt x="10" y="124"/>
                    <a:pt x="5" y="129"/>
                    <a:pt x="0" y="139"/>
                  </a:cubicBezTo>
                  <a:cubicBezTo>
                    <a:pt x="0" y="139"/>
                    <a:pt x="487" y="8"/>
                    <a:pt x="1103" y="57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1" name="Google Shape;1591;p30"/>
            <p:cNvSpPr/>
            <p:nvPr/>
          </p:nvSpPr>
          <p:spPr>
            <a:xfrm rot="-1900965">
              <a:off x="7348021" y="1774231"/>
              <a:ext cx="143210" cy="135892"/>
            </a:xfrm>
            <a:custGeom>
              <a:rect b="b" l="l" r="r" t="t"/>
              <a:pathLst>
                <a:path extrusionOk="0" h="1727" w="1820">
                  <a:moveTo>
                    <a:pt x="1306" y="430"/>
                  </a:moveTo>
                  <a:lnTo>
                    <a:pt x="1306" y="430"/>
                  </a:lnTo>
                  <a:cubicBezTo>
                    <a:pt x="855" y="19"/>
                    <a:pt x="308" y="-122"/>
                    <a:pt x="92" y="114"/>
                  </a:cubicBezTo>
                  <a:cubicBezTo>
                    <a:pt x="-129" y="355"/>
                    <a:pt x="62" y="886"/>
                    <a:pt x="513" y="1298"/>
                  </a:cubicBezTo>
                  <a:cubicBezTo>
                    <a:pt x="965" y="1709"/>
                    <a:pt x="1512" y="1850"/>
                    <a:pt x="1727" y="1609"/>
                  </a:cubicBezTo>
                  <a:cubicBezTo>
                    <a:pt x="1948" y="1373"/>
                    <a:pt x="1758" y="841"/>
                    <a:pt x="1306" y="430"/>
                  </a:cubicBezTo>
                  <a:moveTo>
                    <a:pt x="559" y="1248"/>
                  </a:moveTo>
                  <a:lnTo>
                    <a:pt x="559" y="1248"/>
                  </a:lnTo>
                  <a:cubicBezTo>
                    <a:pt x="157" y="881"/>
                    <a:pt x="-8" y="415"/>
                    <a:pt x="182" y="204"/>
                  </a:cubicBezTo>
                  <a:cubicBezTo>
                    <a:pt x="378" y="-12"/>
                    <a:pt x="860" y="114"/>
                    <a:pt x="1261" y="480"/>
                  </a:cubicBezTo>
                  <a:cubicBezTo>
                    <a:pt x="1657" y="846"/>
                    <a:pt x="1828" y="1313"/>
                    <a:pt x="1632" y="1524"/>
                  </a:cubicBezTo>
                  <a:cubicBezTo>
                    <a:pt x="1442" y="1734"/>
                    <a:pt x="960" y="1614"/>
                    <a:pt x="559" y="1248"/>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2" name="Google Shape;1592;p30"/>
            <p:cNvSpPr/>
            <p:nvPr/>
          </p:nvSpPr>
          <p:spPr>
            <a:xfrm rot="-1900965">
              <a:off x="7366784" y="1805304"/>
              <a:ext cx="61140" cy="65546"/>
            </a:xfrm>
            <a:custGeom>
              <a:rect b="b" l="l" r="r" t="t"/>
              <a:pathLst>
                <a:path extrusionOk="0" h="833" w="777">
                  <a:moveTo>
                    <a:pt x="777" y="85"/>
                  </a:moveTo>
                  <a:lnTo>
                    <a:pt x="777" y="85"/>
                  </a:lnTo>
                  <a:cubicBezTo>
                    <a:pt x="732" y="55"/>
                    <a:pt x="692" y="25"/>
                    <a:pt x="647" y="0"/>
                  </a:cubicBezTo>
                  <a:cubicBezTo>
                    <a:pt x="0" y="708"/>
                    <a:pt x="0" y="708"/>
                    <a:pt x="0" y="708"/>
                  </a:cubicBezTo>
                  <a:cubicBezTo>
                    <a:pt x="30" y="753"/>
                    <a:pt x="60" y="793"/>
                    <a:pt x="95" y="833"/>
                  </a:cubicBezTo>
                  <a:lnTo>
                    <a:pt x="777" y="85"/>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3" name="Google Shape;1593;p30"/>
            <p:cNvSpPr/>
            <p:nvPr/>
          </p:nvSpPr>
          <p:spPr>
            <a:xfrm rot="-1900965">
              <a:off x="7414081" y="1815162"/>
              <a:ext cx="58858" cy="63107"/>
            </a:xfrm>
            <a:custGeom>
              <a:rect b="b" l="l" r="r" t="t"/>
              <a:pathLst>
                <a:path extrusionOk="0" h="802" w="748">
                  <a:moveTo>
                    <a:pt x="748" y="90"/>
                  </a:moveTo>
                  <a:lnTo>
                    <a:pt x="748" y="90"/>
                  </a:lnTo>
                  <a:cubicBezTo>
                    <a:pt x="723" y="60"/>
                    <a:pt x="703" y="30"/>
                    <a:pt x="678" y="0"/>
                  </a:cubicBezTo>
                  <a:cubicBezTo>
                    <a:pt x="0" y="737"/>
                    <a:pt x="0" y="737"/>
                    <a:pt x="0" y="737"/>
                  </a:cubicBezTo>
                  <a:cubicBezTo>
                    <a:pt x="35" y="762"/>
                    <a:pt x="66" y="782"/>
                    <a:pt x="101" y="802"/>
                  </a:cubicBezTo>
                  <a:lnTo>
                    <a:pt x="748" y="90"/>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4" name="Google Shape;1594;p30"/>
            <p:cNvSpPr/>
            <p:nvPr/>
          </p:nvSpPr>
          <p:spPr>
            <a:xfrm rot="-1900965">
              <a:off x="6985976" y="1519946"/>
              <a:ext cx="1000974" cy="781202"/>
            </a:xfrm>
            <a:custGeom>
              <a:rect b="b" l="l" r="r" t="t"/>
              <a:pathLst>
                <a:path extrusionOk="0" h="9928" w="12721">
                  <a:moveTo>
                    <a:pt x="12721" y="8923"/>
                  </a:moveTo>
                  <a:lnTo>
                    <a:pt x="12721" y="8923"/>
                  </a:lnTo>
                  <a:cubicBezTo>
                    <a:pt x="12670" y="9029"/>
                    <a:pt x="12600" y="9134"/>
                    <a:pt x="12505" y="9239"/>
                  </a:cubicBezTo>
                  <a:cubicBezTo>
                    <a:pt x="11692" y="10127"/>
                    <a:pt x="10383" y="9189"/>
                    <a:pt x="9701" y="8667"/>
                  </a:cubicBezTo>
                  <a:cubicBezTo>
                    <a:pt x="8677" y="7885"/>
                    <a:pt x="6952" y="5502"/>
                    <a:pt x="5632" y="4303"/>
                  </a:cubicBezTo>
                  <a:cubicBezTo>
                    <a:pt x="3531" y="2383"/>
                    <a:pt x="1394" y="1540"/>
                    <a:pt x="205" y="0"/>
                  </a:cubicBezTo>
                  <a:cubicBezTo>
                    <a:pt x="0" y="226"/>
                    <a:pt x="0" y="226"/>
                    <a:pt x="0" y="226"/>
                  </a:cubicBezTo>
                  <a:cubicBezTo>
                    <a:pt x="772" y="1214"/>
                    <a:pt x="3316" y="2679"/>
                    <a:pt x="5437" y="4614"/>
                  </a:cubicBezTo>
                  <a:cubicBezTo>
                    <a:pt x="6766" y="5828"/>
                    <a:pt x="8903" y="8447"/>
                    <a:pt x="9590" y="8973"/>
                  </a:cubicBezTo>
                  <a:cubicBezTo>
                    <a:pt x="10278" y="9505"/>
                    <a:pt x="11602" y="10453"/>
                    <a:pt x="12414" y="9560"/>
                  </a:cubicBezTo>
                  <a:cubicBezTo>
                    <a:pt x="12600" y="9360"/>
                    <a:pt x="12695" y="9144"/>
                    <a:pt x="12721" y="8923"/>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5" name="Google Shape;1595;p30"/>
            <p:cNvSpPr/>
            <p:nvPr/>
          </p:nvSpPr>
          <p:spPr>
            <a:xfrm rot="-1900965">
              <a:off x="6949476" y="1595099"/>
              <a:ext cx="258722" cy="244716"/>
            </a:xfrm>
            <a:custGeom>
              <a:rect b="b" l="l" r="r" t="t"/>
              <a:pathLst>
                <a:path extrusionOk="0" h="3110" w="3288">
                  <a:moveTo>
                    <a:pt x="439" y="0"/>
                  </a:moveTo>
                  <a:lnTo>
                    <a:pt x="439" y="0"/>
                  </a:lnTo>
                  <a:cubicBezTo>
                    <a:pt x="324" y="0"/>
                    <a:pt x="234" y="50"/>
                    <a:pt x="154" y="136"/>
                  </a:cubicBezTo>
                  <a:cubicBezTo>
                    <a:pt x="-102" y="422"/>
                    <a:pt x="-142" y="728"/>
                    <a:pt x="866" y="1645"/>
                  </a:cubicBezTo>
                  <a:cubicBezTo>
                    <a:pt x="1764" y="2468"/>
                    <a:pt x="2822" y="3110"/>
                    <a:pt x="3158" y="3110"/>
                  </a:cubicBezTo>
                  <a:cubicBezTo>
                    <a:pt x="3198" y="3110"/>
                    <a:pt x="3224" y="3100"/>
                    <a:pt x="3244" y="3081"/>
                  </a:cubicBezTo>
                  <a:cubicBezTo>
                    <a:pt x="3418" y="2890"/>
                    <a:pt x="3113" y="2554"/>
                    <a:pt x="1724" y="983"/>
                  </a:cubicBezTo>
                  <a:cubicBezTo>
                    <a:pt x="1091" y="271"/>
                    <a:pt x="705" y="0"/>
                    <a:pt x="439"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6" name="Google Shape;1596;p30"/>
            <p:cNvSpPr/>
            <p:nvPr/>
          </p:nvSpPr>
          <p:spPr>
            <a:xfrm rot="-1900965">
              <a:off x="7672885" y="1724098"/>
              <a:ext cx="296964" cy="267220"/>
            </a:xfrm>
            <a:custGeom>
              <a:rect b="b" l="l" r="r" t="t"/>
              <a:pathLst>
                <a:path extrusionOk="0" h="3396" w="3774">
                  <a:moveTo>
                    <a:pt x="159" y="0"/>
                  </a:moveTo>
                  <a:lnTo>
                    <a:pt x="159" y="0"/>
                  </a:lnTo>
                  <a:cubicBezTo>
                    <a:pt x="99" y="0"/>
                    <a:pt x="59" y="20"/>
                    <a:pt x="24" y="65"/>
                  </a:cubicBezTo>
                  <a:cubicBezTo>
                    <a:pt x="-142" y="246"/>
                    <a:pt x="570" y="1300"/>
                    <a:pt x="1579" y="2217"/>
                  </a:cubicBezTo>
                  <a:cubicBezTo>
                    <a:pt x="2386" y="2955"/>
                    <a:pt x="3109" y="3396"/>
                    <a:pt x="3495" y="3396"/>
                  </a:cubicBezTo>
                  <a:cubicBezTo>
                    <a:pt x="3595" y="3396"/>
                    <a:pt x="3671" y="3371"/>
                    <a:pt x="3721" y="3311"/>
                  </a:cubicBezTo>
                  <a:cubicBezTo>
                    <a:pt x="3982" y="3030"/>
                    <a:pt x="3259" y="2107"/>
                    <a:pt x="2160" y="1304"/>
                  </a:cubicBezTo>
                  <a:cubicBezTo>
                    <a:pt x="826" y="326"/>
                    <a:pt x="379" y="0"/>
                    <a:pt x="159"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7" name="Google Shape;1597;p30"/>
            <p:cNvSpPr/>
            <p:nvPr/>
          </p:nvSpPr>
          <p:spPr>
            <a:xfrm rot="-1900965">
              <a:off x="7032237" y="1379292"/>
              <a:ext cx="754606" cy="688745"/>
            </a:xfrm>
            <a:custGeom>
              <a:rect b="b" l="l" r="r" t="t"/>
              <a:pathLst>
                <a:path extrusionOk="0" h="8753" w="9590">
                  <a:moveTo>
                    <a:pt x="4780" y="5106"/>
                  </a:moveTo>
                  <a:lnTo>
                    <a:pt x="4780" y="5106"/>
                  </a:lnTo>
                  <a:cubicBezTo>
                    <a:pt x="5889" y="6114"/>
                    <a:pt x="8888" y="8016"/>
                    <a:pt x="9590" y="8753"/>
                  </a:cubicBezTo>
                  <a:cubicBezTo>
                    <a:pt x="8888" y="8016"/>
                    <a:pt x="6205" y="6225"/>
                    <a:pt x="4870" y="5011"/>
                  </a:cubicBezTo>
                  <a:cubicBezTo>
                    <a:pt x="2574" y="2910"/>
                    <a:pt x="993" y="527"/>
                    <a:pt x="0" y="0"/>
                  </a:cubicBezTo>
                  <a:cubicBezTo>
                    <a:pt x="993" y="527"/>
                    <a:pt x="2994" y="3477"/>
                    <a:pt x="4780" y="5106"/>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8" name="Google Shape;1598;p30"/>
            <p:cNvSpPr/>
            <p:nvPr/>
          </p:nvSpPr>
          <p:spPr>
            <a:xfrm rot="-1900965">
              <a:off x="6531560" y="1541607"/>
              <a:ext cx="345750" cy="199786"/>
            </a:xfrm>
            <a:custGeom>
              <a:rect b="b" l="l" r="r" t="t"/>
              <a:pathLst>
                <a:path extrusionOk="0" h="2539" w="4394">
                  <a:moveTo>
                    <a:pt x="837" y="55"/>
                  </a:moveTo>
                  <a:lnTo>
                    <a:pt x="837" y="55"/>
                  </a:lnTo>
                  <a:cubicBezTo>
                    <a:pt x="2292" y="1385"/>
                    <a:pt x="2292" y="1385"/>
                    <a:pt x="2292" y="1385"/>
                  </a:cubicBezTo>
                  <a:cubicBezTo>
                    <a:pt x="2678" y="1631"/>
                    <a:pt x="3110" y="1867"/>
                    <a:pt x="3491" y="2092"/>
                  </a:cubicBezTo>
                  <a:cubicBezTo>
                    <a:pt x="3541" y="2037"/>
                    <a:pt x="3541" y="2037"/>
                    <a:pt x="3541" y="2037"/>
                  </a:cubicBezTo>
                  <a:cubicBezTo>
                    <a:pt x="4229" y="2453"/>
                    <a:pt x="4229" y="2453"/>
                    <a:pt x="4229" y="2453"/>
                  </a:cubicBezTo>
                  <a:lnTo>
                    <a:pt x="4229" y="2453"/>
                  </a:lnTo>
                  <a:cubicBezTo>
                    <a:pt x="4324" y="2508"/>
                    <a:pt x="4324" y="2508"/>
                    <a:pt x="4324" y="2508"/>
                  </a:cubicBezTo>
                  <a:cubicBezTo>
                    <a:pt x="4374" y="2539"/>
                    <a:pt x="4374" y="2539"/>
                    <a:pt x="4374" y="2539"/>
                  </a:cubicBezTo>
                  <a:cubicBezTo>
                    <a:pt x="4394" y="2519"/>
                    <a:pt x="4394" y="2519"/>
                    <a:pt x="4394" y="2519"/>
                  </a:cubicBezTo>
                  <a:cubicBezTo>
                    <a:pt x="4158" y="2353"/>
                    <a:pt x="3822" y="2167"/>
                    <a:pt x="3471" y="1967"/>
                  </a:cubicBezTo>
                  <a:cubicBezTo>
                    <a:pt x="2834" y="1605"/>
                    <a:pt x="2116" y="1199"/>
                    <a:pt x="1655" y="783"/>
                  </a:cubicBezTo>
                  <a:cubicBezTo>
                    <a:pt x="868" y="80"/>
                    <a:pt x="868" y="80"/>
                    <a:pt x="868" y="80"/>
                  </a:cubicBezTo>
                  <a:cubicBezTo>
                    <a:pt x="858" y="71"/>
                    <a:pt x="847" y="61"/>
                    <a:pt x="837" y="55"/>
                  </a:cubicBezTo>
                  <a:moveTo>
                    <a:pt x="662" y="0"/>
                  </a:moveTo>
                  <a:lnTo>
                    <a:pt x="662" y="0"/>
                  </a:lnTo>
                  <a:cubicBezTo>
                    <a:pt x="582" y="0"/>
                    <a:pt x="501" y="36"/>
                    <a:pt x="446" y="96"/>
                  </a:cubicBezTo>
                  <a:cubicBezTo>
                    <a:pt x="0" y="592"/>
                    <a:pt x="0" y="592"/>
                    <a:pt x="0" y="592"/>
                  </a:cubicBezTo>
                  <a:cubicBezTo>
                    <a:pt x="0" y="663"/>
                    <a:pt x="25" y="733"/>
                    <a:pt x="70" y="798"/>
                  </a:cubicBezTo>
                  <a:cubicBezTo>
                    <a:pt x="266" y="582"/>
                    <a:pt x="266" y="582"/>
                    <a:pt x="266" y="582"/>
                  </a:cubicBezTo>
                  <a:cubicBezTo>
                    <a:pt x="250" y="527"/>
                    <a:pt x="260" y="462"/>
                    <a:pt x="316" y="406"/>
                  </a:cubicBezTo>
                  <a:cubicBezTo>
                    <a:pt x="521" y="176"/>
                    <a:pt x="521" y="176"/>
                    <a:pt x="521" y="176"/>
                  </a:cubicBezTo>
                  <a:cubicBezTo>
                    <a:pt x="561" y="131"/>
                    <a:pt x="607" y="111"/>
                    <a:pt x="652" y="111"/>
                  </a:cubicBezTo>
                  <a:cubicBezTo>
                    <a:pt x="662" y="111"/>
                    <a:pt x="677" y="111"/>
                    <a:pt x="692" y="115"/>
                  </a:cubicBezTo>
                  <a:cubicBezTo>
                    <a:pt x="777" y="20"/>
                    <a:pt x="777" y="20"/>
                    <a:pt x="777" y="20"/>
                  </a:cubicBezTo>
                  <a:cubicBezTo>
                    <a:pt x="742" y="10"/>
                    <a:pt x="702" y="0"/>
                    <a:pt x="66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599" name="Google Shape;1599;p30"/>
            <p:cNvSpPr/>
            <p:nvPr/>
          </p:nvSpPr>
          <p:spPr>
            <a:xfrm rot="-1900965">
              <a:off x="6561647" y="1579678"/>
              <a:ext cx="181530" cy="246762"/>
            </a:xfrm>
            <a:custGeom>
              <a:rect b="b" l="l" r="r" t="t"/>
              <a:pathLst>
                <a:path extrusionOk="0" h="3136" w="2307">
                  <a:moveTo>
                    <a:pt x="196" y="562"/>
                  </a:moveTo>
                  <a:lnTo>
                    <a:pt x="196" y="562"/>
                  </a:lnTo>
                  <a:cubicBezTo>
                    <a:pt x="0" y="778"/>
                    <a:pt x="0" y="778"/>
                    <a:pt x="0" y="778"/>
                  </a:cubicBezTo>
                  <a:cubicBezTo>
                    <a:pt x="15" y="803"/>
                    <a:pt x="35" y="823"/>
                    <a:pt x="55" y="843"/>
                  </a:cubicBezTo>
                  <a:cubicBezTo>
                    <a:pt x="858" y="1560"/>
                    <a:pt x="858" y="1560"/>
                    <a:pt x="858" y="1560"/>
                  </a:cubicBezTo>
                  <a:cubicBezTo>
                    <a:pt x="1244" y="1912"/>
                    <a:pt x="1726" y="2553"/>
                    <a:pt x="2162" y="3136"/>
                  </a:cubicBezTo>
                  <a:cubicBezTo>
                    <a:pt x="2307" y="2975"/>
                    <a:pt x="2307" y="2975"/>
                    <a:pt x="2307" y="2975"/>
                  </a:cubicBezTo>
                  <a:cubicBezTo>
                    <a:pt x="1996" y="2549"/>
                    <a:pt x="1660" y="2082"/>
                    <a:pt x="1354" y="1726"/>
                  </a:cubicBezTo>
                  <a:cubicBezTo>
                    <a:pt x="256" y="718"/>
                    <a:pt x="256" y="718"/>
                    <a:pt x="256" y="718"/>
                  </a:cubicBezTo>
                  <a:cubicBezTo>
                    <a:pt x="276" y="697"/>
                    <a:pt x="276" y="697"/>
                    <a:pt x="276" y="697"/>
                  </a:cubicBezTo>
                  <a:cubicBezTo>
                    <a:pt x="236" y="657"/>
                    <a:pt x="206" y="607"/>
                    <a:pt x="196" y="562"/>
                  </a:cubicBezTo>
                  <a:moveTo>
                    <a:pt x="707" y="0"/>
                  </a:moveTo>
                  <a:lnTo>
                    <a:pt x="707" y="0"/>
                  </a:lnTo>
                  <a:cubicBezTo>
                    <a:pt x="622" y="95"/>
                    <a:pt x="622" y="95"/>
                    <a:pt x="622" y="95"/>
                  </a:cubicBezTo>
                  <a:cubicBezTo>
                    <a:pt x="682" y="111"/>
                    <a:pt x="748" y="161"/>
                    <a:pt x="813" y="216"/>
                  </a:cubicBezTo>
                  <a:cubicBezTo>
                    <a:pt x="1510" y="843"/>
                    <a:pt x="1510" y="843"/>
                    <a:pt x="1510" y="843"/>
                  </a:cubicBezTo>
                  <a:cubicBezTo>
                    <a:pt x="1705" y="1019"/>
                    <a:pt x="1956" y="1194"/>
                    <a:pt x="2222" y="1365"/>
                  </a:cubicBezTo>
                  <a:cubicBezTo>
                    <a:pt x="767" y="35"/>
                    <a:pt x="767" y="35"/>
                    <a:pt x="767" y="35"/>
                  </a:cubicBezTo>
                  <a:cubicBezTo>
                    <a:pt x="748" y="20"/>
                    <a:pt x="727" y="10"/>
                    <a:pt x="707"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0" name="Google Shape;1600;p30"/>
            <p:cNvSpPr/>
            <p:nvPr/>
          </p:nvSpPr>
          <p:spPr>
            <a:xfrm rot="-1900965">
              <a:off x="6571145" y="1653106"/>
              <a:ext cx="86398" cy="80969"/>
            </a:xfrm>
            <a:custGeom>
              <a:rect b="b" l="l" r="r" t="t"/>
              <a:pathLst>
                <a:path extrusionOk="0" h="1029" w="1098">
                  <a:moveTo>
                    <a:pt x="20" y="0"/>
                  </a:moveTo>
                  <a:lnTo>
                    <a:pt x="20" y="0"/>
                  </a:lnTo>
                  <a:cubicBezTo>
                    <a:pt x="0" y="21"/>
                    <a:pt x="0" y="21"/>
                    <a:pt x="0" y="21"/>
                  </a:cubicBezTo>
                  <a:cubicBezTo>
                    <a:pt x="1098" y="1029"/>
                    <a:pt x="1098" y="1029"/>
                    <a:pt x="1098" y="1029"/>
                  </a:cubicBezTo>
                  <a:cubicBezTo>
                    <a:pt x="988" y="893"/>
                    <a:pt x="878" y="778"/>
                    <a:pt x="772" y="683"/>
                  </a:cubicBezTo>
                  <a:cubicBezTo>
                    <a:pt x="75" y="56"/>
                    <a:pt x="75" y="56"/>
                    <a:pt x="75" y="56"/>
                  </a:cubicBezTo>
                  <a:cubicBezTo>
                    <a:pt x="55" y="41"/>
                    <a:pt x="35" y="21"/>
                    <a:pt x="20" y="0"/>
                  </a:cubicBezTo>
                  <a:close/>
                </a:path>
              </a:pathLst>
            </a:custGeom>
            <a:solidFill>
              <a:srgbClr val="F8EAEE"/>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1" name="Google Shape;1601;p30"/>
            <p:cNvSpPr/>
            <p:nvPr/>
          </p:nvSpPr>
          <p:spPr>
            <a:xfrm rot="-1900965">
              <a:off x="6783416" y="1747918"/>
              <a:ext cx="21718" cy="26439"/>
            </a:xfrm>
            <a:custGeom>
              <a:rect b="b" l="l" r="r" t="t"/>
              <a:pathLst>
                <a:path extrusionOk="0" h="336" w="276">
                  <a:moveTo>
                    <a:pt x="145" y="0"/>
                  </a:moveTo>
                  <a:lnTo>
                    <a:pt x="145" y="0"/>
                  </a:lnTo>
                  <a:cubicBezTo>
                    <a:pt x="0" y="161"/>
                    <a:pt x="0" y="161"/>
                    <a:pt x="0" y="161"/>
                  </a:cubicBezTo>
                  <a:cubicBezTo>
                    <a:pt x="45" y="221"/>
                    <a:pt x="85" y="276"/>
                    <a:pt x="130" y="336"/>
                  </a:cubicBezTo>
                  <a:cubicBezTo>
                    <a:pt x="276" y="171"/>
                    <a:pt x="276" y="171"/>
                    <a:pt x="276" y="171"/>
                  </a:cubicBezTo>
                  <a:cubicBezTo>
                    <a:pt x="236" y="115"/>
                    <a:pt x="191" y="55"/>
                    <a:pt x="145"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2" name="Google Shape;1602;p30"/>
            <p:cNvSpPr/>
            <p:nvPr/>
          </p:nvSpPr>
          <p:spPr>
            <a:xfrm rot="-1900965">
              <a:off x="6775101" y="1633232"/>
              <a:ext cx="158318" cy="151157"/>
            </a:xfrm>
            <a:custGeom>
              <a:rect b="b" l="l" r="r" t="t"/>
              <a:pathLst>
                <a:path extrusionOk="0" h="1921" w="2012">
                  <a:moveTo>
                    <a:pt x="1294" y="1018"/>
                  </a:moveTo>
                  <a:lnTo>
                    <a:pt x="1294" y="1018"/>
                  </a:lnTo>
                  <a:cubicBezTo>
                    <a:pt x="648" y="1736"/>
                    <a:pt x="648" y="1736"/>
                    <a:pt x="648" y="1736"/>
                  </a:cubicBezTo>
                  <a:cubicBezTo>
                    <a:pt x="497" y="1580"/>
                    <a:pt x="327" y="1364"/>
                    <a:pt x="146" y="1129"/>
                  </a:cubicBezTo>
                  <a:cubicBezTo>
                    <a:pt x="0" y="1294"/>
                    <a:pt x="0" y="1294"/>
                    <a:pt x="0" y="1294"/>
                  </a:cubicBezTo>
                  <a:cubicBezTo>
                    <a:pt x="176" y="1525"/>
                    <a:pt x="341" y="1746"/>
                    <a:pt x="492" y="1921"/>
                  </a:cubicBezTo>
                  <a:cubicBezTo>
                    <a:pt x="1305" y="1028"/>
                    <a:pt x="1305" y="1028"/>
                    <a:pt x="1305" y="1028"/>
                  </a:cubicBezTo>
                  <a:cubicBezTo>
                    <a:pt x="1294" y="1018"/>
                    <a:pt x="1294" y="1018"/>
                    <a:pt x="1294" y="1018"/>
                  </a:cubicBezTo>
                  <a:moveTo>
                    <a:pt x="1962" y="471"/>
                  </a:moveTo>
                  <a:lnTo>
                    <a:pt x="1962" y="471"/>
                  </a:lnTo>
                  <a:cubicBezTo>
                    <a:pt x="2012" y="502"/>
                    <a:pt x="2012" y="502"/>
                    <a:pt x="2012" y="502"/>
                  </a:cubicBezTo>
                  <a:lnTo>
                    <a:pt x="2012" y="502"/>
                  </a:lnTo>
                  <a:cubicBezTo>
                    <a:pt x="1962" y="471"/>
                    <a:pt x="1962" y="471"/>
                    <a:pt x="1962" y="471"/>
                  </a:cubicBezTo>
                  <a:moveTo>
                    <a:pt x="1179" y="0"/>
                  </a:moveTo>
                  <a:lnTo>
                    <a:pt x="1179" y="0"/>
                  </a:lnTo>
                  <a:cubicBezTo>
                    <a:pt x="1129" y="55"/>
                    <a:pt x="1129" y="55"/>
                    <a:pt x="1129" y="55"/>
                  </a:cubicBezTo>
                  <a:cubicBezTo>
                    <a:pt x="1375" y="201"/>
                    <a:pt x="1601" y="341"/>
                    <a:pt x="1781" y="471"/>
                  </a:cubicBezTo>
                  <a:cubicBezTo>
                    <a:pt x="1746" y="517"/>
                    <a:pt x="1746" y="517"/>
                    <a:pt x="1746" y="517"/>
                  </a:cubicBezTo>
                  <a:cubicBezTo>
                    <a:pt x="1766" y="527"/>
                    <a:pt x="1766" y="527"/>
                    <a:pt x="1766" y="527"/>
                  </a:cubicBezTo>
                  <a:cubicBezTo>
                    <a:pt x="1867" y="416"/>
                    <a:pt x="1867" y="416"/>
                    <a:pt x="1867" y="416"/>
                  </a:cubicBezTo>
                  <a:cubicBezTo>
                    <a:pt x="1179" y="0"/>
                    <a:pt x="1179" y="0"/>
                    <a:pt x="11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3" name="Google Shape;1603;p30"/>
            <p:cNvSpPr/>
            <p:nvPr/>
          </p:nvSpPr>
          <p:spPr>
            <a:xfrm rot="-1900965">
              <a:off x="6822440" y="1652533"/>
              <a:ext cx="119604" cy="129518"/>
            </a:xfrm>
            <a:custGeom>
              <a:rect b="b" l="l" r="r" t="t"/>
              <a:pathLst>
                <a:path extrusionOk="0" h="1646" w="1520">
                  <a:moveTo>
                    <a:pt x="813" y="612"/>
                  </a:moveTo>
                  <a:lnTo>
                    <a:pt x="813" y="612"/>
                  </a:lnTo>
                  <a:cubicBezTo>
                    <a:pt x="0" y="1505"/>
                    <a:pt x="0" y="1505"/>
                    <a:pt x="0" y="1505"/>
                  </a:cubicBezTo>
                  <a:cubicBezTo>
                    <a:pt x="40" y="1556"/>
                    <a:pt x="80" y="1606"/>
                    <a:pt x="121" y="1646"/>
                  </a:cubicBezTo>
                  <a:cubicBezTo>
                    <a:pt x="943" y="733"/>
                    <a:pt x="943" y="733"/>
                    <a:pt x="943" y="733"/>
                  </a:cubicBezTo>
                  <a:cubicBezTo>
                    <a:pt x="813" y="612"/>
                    <a:pt x="813" y="612"/>
                    <a:pt x="813" y="612"/>
                  </a:cubicBezTo>
                  <a:moveTo>
                    <a:pt x="1375" y="0"/>
                  </a:moveTo>
                  <a:lnTo>
                    <a:pt x="1375" y="0"/>
                  </a:lnTo>
                  <a:cubicBezTo>
                    <a:pt x="1274" y="111"/>
                    <a:pt x="1274" y="111"/>
                    <a:pt x="1274" y="111"/>
                  </a:cubicBezTo>
                  <a:cubicBezTo>
                    <a:pt x="1420" y="201"/>
                    <a:pt x="1420" y="201"/>
                    <a:pt x="1420" y="201"/>
                  </a:cubicBezTo>
                  <a:cubicBezTo>
                    <a:pt x="1520" y="86"/>
                    <a:pt x="1520" y="86"/>
                    <a:pt x="1520" y="86"/>
                  </a:cubicBezTo>
                  <a:cubicBezTo>
                    <a:pt x="1470" y="55"/>
                    <a:pt x="1470" y="55"/>
                    <a:pt x="1470" y="55"/>
                  </a:cubicBezTo>
                  <a:cubicBezTo>
                    <a:pt x="1375" y="0"/>
                    <a:pt x="1375" y="0"/>
                    <a:pt x="1375"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4" name="Google Shape;1604;p30"/>
            <p:cNvSpPr/>
            <p:nvPr/>
          </p:nvSpPr>
          <p:spPr>
            <a:xfrm rot="-1900965">
              <a:off x="6863008" y="1654462"/>
              <a:ext cx="37140" cy="40209"/>
            </a:xfrm>
            <a:custGeom>
              <a:rect b="b" l="l" r="r" t="t"/>
              <a:pathLst>
                <a:path extrusionOk="0" h="511" w="472">
                  <a:moveTo>
                    <a:pt x="452" y="0"/>
                  </a:moveTo>
                  <a:lnTo>
                    <a:pt x="0" y="501"/>
                  </a:lnTo>
                  <a:lnTo>
                    <a:pt x="11" y="511"/>
                  </a:lnTo>
                  <a:lnTo>
                    <a:pt x="472" y="10"/>
                  </a:lnTo>
                  <a:lnTo>
                    <a:pt x="452"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5" name="Google Shape;1605;p30"/>
            <p:cNvSpPr/>
            <p:nvPr/>
          </p:nvSpPr>
          <p:spPr>
            <a:xfrm rot="-1900965">
              <a:off x="6863008" y="1654462"/>
              <a:ext cx="37140" cy="40209"/>
            </a:xfrm>
            <a:custGeom>
              <a:rect b="b" l="l" r="r" t="t"/>
              <a:pathLst>
                <a:path extrusionOk="0" h="511" w="472">
                  <a:moveTo>
                    <a:pt x="452" y="0"/>
                  </a:moveTo>
                  <a:lnTo>
                    <a:pt x="0" y="501"/>
                  </a:lnTo>
                  <a:lnTo>
                    <a:pt x="11" y="511"/>
                  </a:lnTo>
                  <a:lnTo>
                    <a:pt x="472" y="10"/>
                  </a:lnTo>
                  <a:lnTo>
                    <a:pt x="452"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6" name="Google Shape;1606;p30"/>
            <p:cNvSpPr/>
            <p:nvPr/>
          </p:nvSpPr>
          <p:spPr>
            <a:xfrm rot="-1900965">
              <a:off x="6865660" y="1651236"/>
              <a:ext cx="47763" cy="48943"/>
            </a:xfrm>
            <a:custGeom>
              <a:rect b="b" l="l" r="r" t="t"/>
              <a:pathLst>
                <a:path extrusionOk="0" h="622" w="607">
                  <a:moveTo>
                    <a:pt x="461" y="0"/>
                  </a:moveTo>
                  <a:lnTo>
                    <a:pt x="0" y="501"/>
                  </a:lnTo>
                  <a:lnTo>
                    <a:pt x="130" y="622"/>
                  </a:lnTo>
                  <a:lnTo>
                    <a:pt x="607" y="90"/>
                  </a:lnTo>
                  <a:lnTo>
                    <a:pt x="461"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7" name="Google Shape;1607;p30"/>
            <p:cNvSpPr/>
            <p:nvPr/>
          </p:nvSpPr>
          <p:spPr>
            <a:xfrm rot="-1900965">
              <a:off x="6865660" y="1651236"/>
              <a:ext cx="47763" cy="48943"/>
            </a:xfrm>
            <a:custGeom>
              <a:rect b="b" l="l" r="r" t="t"/>
              <a:pathLst>
                <a:path extrusionOk="0" h="622" w="607">
                  <a:moveTo>
                    <a:pt x="461" y="0"/>
                  </a:moveTo>
                  <a:lnTo>
                    <a:pt x="0" y="501"/>
                  </a:lnTo>
                  <a:lnTo>
                    <a:pt x="130" y="622"/>
                  </a:lnTo>
                  <a:lnTo>
                    <a:pt x="607" y="90"/>
                  </a:lnTo>
                  <a:lnTo>
                    <a:pt x="461"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8" name="Google Shape;1608;p30"/>
            <p:cNvSpPr/>
            <p:nvPr/>
          </p:nvSpPr>
          <p:spPr>
            <a:xfrm rot="-1900965">
              <a:off x="6521371" y="1735299"/>
              <a:ext cx="1180" cy="12590"/>
            </a:xfrm>
            <a:custGeom>
              <a:rect b="b" l="l" r="r" t="t"/>
              <a:pathLst>
                <a:path extrusionOk="0" h="160" w="15">
                  <a:moveTo>
                    <a:pt x="5" y="0"/>
                  </a:moveTo>
                  <a:lnTo>
                    <a:pt x="5" y="0"/>
                  </a:lnTo>
                  <a:cubicBezTo>
                    <a:pt x="-5" y="50"/>
                    <a:pt x="0" y="110"/>
                    <a:pt x="15" y="160"/>
                  </a:cubicBezTo>
                  <a:cubicBezTo>
                    <a:pt x="10" y="135"/>
                    <a:pt x="5" y="105"/>
                    <a:pt x="0" y="80"/>
                  </a:cubicBezTo>
                  <a:cubicBezTo>
                    <a:pt x="0" y="50"/>
                    <a:pt x="0" y="25"/>
                    <a:pt x="5" y="0"/>
                  </a:cubicBezTo>
                  <a:close/>
                </a:path>
              </a:pathLst>
            </a:custGeom>
            <a:solidFill>
              <a:srgbClr val="F7E6EA"/>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09" name="Google Shape;1609;p30"/>
            <p:cNvSpPr/>
            <p:nvPr/>
          </p:nvSpPr>
          <p:spPr>
            <a:xfrm rot="-1900965">
              <a:off x="6865894" y="1805015"/>
              <a:ext cx="23291" cy="25652"/>
            </a:xfrm>
            <a:custGeom>
              <a:rect b="b" l="l" r="r" t="t"/>
              <a:pathLst>
                <a:path extrusionOk="0" h="326" w="296">
                  <a:moveTo>
                    <a:pt x="291" y="0"/>
                  </a:moveTo>
                  <a:lnTo>
                    <a:pt x="291" y="0"/>
                  </a:lnTo>
                  <a:cubicBezTo>
                    <a:pt x="0" y="321"/>
                    <a:pt x="0" y="321"/>
                    <a:pt x="0" y="321"/>
                  </a:cubicBezTo>
                  <a:lnTo>
                    <a:pt x="5" y="326"/>
                  </a:lnTo>
                  <a:cubicBezTo>
                    <a:pt x="296" y="0"/>
                    <a:pt x="296" y="0"/>
                    <a:pt x="296" y="0"/>
                  </a:cubicBezTo>
                  <a:lnTo>
                    <a:pt x="291" y="0"/>
                  </a:lnTo>
                  <a:close/>
                </a:path>
              </a:pathLst>
            </a:custGeom>
            <a:solidFill>
              <a:srgbClr val="ECD6E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0" name="Google Shape;1610;p30"/>
            <p:cNvSpPr/>
            <p:nvPr/>
          </p:nvSpPr>
          <p:spPr>
            <a:xfrm rot="-1900965">
              <a:off x="6867310" y="1856279"/>
              <a:ext cx="2754" cy="2754"/>
            </a:xfrm>
            <a:custGeom>
              <a:rect b="b" l="l" r="r" t="t"/>
              <a:pathLst>
                <a:path extrusionOk="0" h="35" w="35">
                  <a:moveTo>
                    <a:pt x="0" y="0"/>
                  </a:moveTo>
                  <a:lnTo>
                    <a:pt x="0" y="0"/>
                  </a:lnTo>
                  <a:cubicBezTo>
                    <a:pt x="10" y="10"/>
                    <a:pt x="25" y="20"/>
                    <a:pt x="35" y="35"/>
                  </a:cubicBezTo>
                  <a:lnTo>
                    <a:pt x="35" y="35"/>
                  </a:lnTo>
                  <a:cubicBezTo>
                    <a:pt x="25" y="25"/>
                    <a:pt x="20" y="15"/>
                    <a:pt x="10" y="5"/>
                  </a:cubicBezTo>
                  <a:cubicBezTo>
                    <a:pt x="5" y="0"/>
                    <a:pt x="5" y="0"/>
                    <a:pt x="0" y="0"/>
                  </a:cubicBezTo>
                  <a:close/>
                </a:path>
              </a:pathLst>
            </a:custGeom>
            <a:solidFill>
              <a:srgbClr val="F7E6E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1" name="Google Shape;1611;p30"/>
            <p:cNvSpPr/>
            <p:nvPr/>
          </p:nvSpPr>
          <p:spPr>
            <a:xfrm rot="-1900965">
              <a:off x="6868142" y="1856437"/>
              <a:ext cx="1967" cy="2361"/>
            </a:xfrm>
            <a:custGeom>
              <a:rect b="b" l="l" r="r" t="t"/>
              <a:pathLst>
                <a:path extrusionOk="0" h="30" w="25">
                  <a:moveTo>
                    <a:pt x="0" y="0"/>
                  </a:moveTo>
                  <a:lnTo>
                    <a:pt x="0" y="0"/>
                  </a:lnTo>
                  <a:cubicBezTo>
                    <a:pt x="10" y="10"/>
                    <a:pt x="15" y="20"/>
                    <a:pt x="25" y="30"/>
                  </a:cubicBezTo>
                  <a:lnTo>
                    <a:pt x="25" y="30"/>
                  </a:lnTo>
                  <a:cubicBezTo>
                    <a:pt x="15" y="20"/>
                    <a:pt x="10" y="10"/>
                    <a:pt x="0" y="0"/>
                  </a:cubicBezTo>
                  <a:close/>
                </a:path>
              </a:pathLst>
            </a:custGeom>
            <a:solidFill>
              <a:srgbClr val="ECD6E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2" name="Google Shape;1612;p30"/>
            <p:cNvSpPr/>
            <p:nvPr/>
          </p:nvSpPr>
          <p:spPr>
            <a:xfrm rot="-1900965">
              <a:off x="6862810" y="1837646"/>
              <a:ext cx="17783" cy="18177"/>
            </a:xfrm>
            <a:custGeom>
              <a:rect b="b" l="l" r="r" t="t"/>
              <a:pathLst>
                <a:path extrusionOk="0" h="231" w="226">
                  <a:moveTo>
                    <a:pt x="221" y="0"/>
                  </a:moveTo>
                  <a:lnTo>
                    <a:pt x="221" y="0"/>
                  </a:lnTo>
                  <a:cubicBezTo>
                    <a:pt x="55" y="190"/>
                    <a:pt x="55" y="190"/>
                    <a:pt x="55" y="190"/>
                  </a:cubicBezTo>
                  <a:cubicBezTo>
                    <a:pt x="45" y="201"/>
                    <a:pt x="35" y="206"/>
                    <a:pt x="20" y="206"/>
                  </a:cubicBezTo>
                  <a:lnTo>
                    <a:pt x="20" y="206"/>
                  </a:lnTo>
                  <a:cubicBezTo>
                    <a:pt x="15" y="206"/>
                    <a:pt x="5" y="201"/>
                    <a:pt x="0" y="201"/>
                  </a:cubicBezTo>
                  <a:cubicBezTo>
                    <a:pt x="10" y="211"/>
                    <a:pt x="15" y="221"/>
                    <a:pt x="25" y="231"/>
                  </a:cubicBezTo>
                  <a:cubicBezTo>
                    <a:pt x="226" y="5"/>
                    <a:pt x="226" y="5"/>
                    <a:pt x="226" y="5"/>
                  </a:cubicBezTo>
                  <a:lnTo>
                    <a:pt x="221" y="0"/>
                  </a:lnTo>
                  <a:close/>
                </a:path>
              </a:pathLst>
            </a:custGeom>
            <a:solidFill>
              <a:srgbClr val="F7E6EA"/>
            </a:solidFill>
            <a:ln>
              <a:noFill/>
            </a:ln>
          </p:spPr>
          <p:txBody>
            <a:bodyPr anchorCtr="1" anchor="ctr" bIns="38150" lIns="90000" spcFirstLastPara="1" rIns="90000" wrap="square" tIns="38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3" name="Google Shape;1613;p30"/>
            <p:cNvSpPr/>
            <p:nvPr/>
          </p:nvSpPr>
          <p:spPr>
            <a:xfrm rot="-1900965">
              <a:off x="6570283" y="1617860"/>
              <a:ext cx="230946" cy="313803"/>
            </a:xfrm>
            <a:custGeom>
              <a:rect b="b" l="l" r="r" t="t"/>
              <a:pathLst>
                <a:path extrusionOk="0" h="3988" w="2935">
                  <a:moveTo>
                    <a:pt x="362" y="0"/>
                  </a:moveTo>
                  <a:lnTo>
                    <a:pt x="362" y="0"/>
                  </a:lnTo>
                  <a:cubicBezTo>
                    <a:pt x="76" y="321"/>
                    <a:pt x="76" y="321"/>
                    <a:pt x="76" y="321"/>
                  </a:cubicBezTo>
                  <a:cubicBezTo>
                    <a:pt x="20" y="382"/>
                    <a:pt x="-5" y="457"/>
                    <a:pt x="1" y="537"/>
                  </a:cubicBezTo>
                  <a:cubicBezTo>
                    <a:pt x="6" y="617"/>
                    <a:pt x="41" y="692"/>
                    <a:pt x="101" y="743"/>
                  </a:cubicBezTo>
                  <a:cubicBezTo>
                    <a:pt x="888" y="1450"/>
                    <a:pt x="888" y="1450"/>
                    <a:pt x="888" y="1450"/>
                  </a:cubicBezTo>
                  <a:cubicBezTo>
                    <a:pt x="1270" y="1791"/>
                    <a:pt x="1731" y="2428"/>
                    <a:pt x="2137" y="2995"/>
                  </a:cubicBezTo>
                  <a:cubicBezTo>
                    <a:pt x="2424" y="3386"/>
                    <a:pt x="2689" y="3758"/>
                    <a:pt x="2905" y="3988"/>
                  </a:cubicBezTo>
                  <a:cubicBezTo>
                    <a:pt x="2935" y="3958"/>
                    <a:pt x="2935" y="3958"/>
                    <a:pt x="2935" y="3958"/>
                  </a:cubicBezTo>
                  <a:cubicBezTo>
                    <a:pt x="2820" y="3803"/>
                    <a:pt x="2820" y="3803"/>
                    <a:pt x="2820" y="3803"/>
                  </a:cubicBezTo>
                  <a:lnTo>
                    <a:pt x="2820" y="3803"/>
                  </a:lnTo>
                  <a:cubicBezTo>
                    <a:pt x="2343" y="3156"/>
                    <a:pt x="2343" y="3156"/>
                    <a:pt x="2343" y="3156"/>
                  </a:cubicBezTo>
                  <a:cubicBezTo>
                    <a:pt x="2584" y="2890"/>
                    <a:pt x="2584" y="2890"/>
                    <a:pt x="2584" y="2890"/>
                  </a:cubicBezTo>
                  <a:cubicBezTo>
                    <a:pt x="2424" y="2744"/>
                    <a:pt x="2424" y="2744"/>
                    <a:pt x="2424" y="2744"/>
                  </a:cubicBezTo>
                  <a:lnTo>
                    <a:pt x="2424" y="2744"/>
                  </a:lnTo>
                  <a:cubicBezTo>
                    <a:pt x="71" y="597"/>
                    <a:pt x="71" y="597"/>
                    <a:pt x="71" y="597"/>
                  </a:cubicBezTo>
                  <a:cubicBezTo>
                    <a:pt x="432" y="206"/>
                    <a:pt x="432" y="206"/>
                    <a:pt x="432" y="206"/>
                  </a:cubicBezTo>
                  <a:cubicBezTo>
                    <a:pt x="387" y="141"/>
                    <a:pt x="362" y="71"/>
                    <a:pt x="362"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4" name="Google Shape;1614;p30"/>
            <p:cNvSpPr/>
            <p:nvPr/>
          </p:nvSpPr>
          <p:spPr>
            <a:xfrm rot="-1900965">
              <a:off x="6556004" y="1645735"/>
              <a:ext cx="198527" cy="199707"/>
            </a:xfrm>
            <a:custGeom>
              <a:rect b="b" l="l" r="r" t="t"/>
              <a:pathLst>
                <a:path extrusionOk="0" h="2538" w="2523">
                  <a:moveTo>
                    <a:pt x="361" y="0"/>
                  </a:moveTo>
                  <a:lnTo>
                    <a:pt x="361" y="0"/>
                  </a:lnTo>
                  <a:cubicBezTo>
                    <a:pt x="0" y="391"/>
                    <a:pt x="0" y="391"/>
                    <a:pt x="0" y="391"/>
                  </a:cubicBezTo>
                  <a:cubicBezTo>
                    <a:pt x="2353" y="2538"/>
                    <a:pt x="2353" y="2538"/>
                    <a:pt x="2353" y="2538"/>
                  </a:cubicBezTo>
                  <a:cubicBezTo>
                    <a:pt x="2523" y="2358"/>
                    <a:pt x="2523" y="2358"/>
                    <a:pt x="2523" y="2358"/>
                  </a:cubicBezTo>
                  <a:cubicBezTo>
                    <a:pt x="2087" y="1775"/>
                    <a:pt x="1605" y="1134"/>
                    <a:pt x="1219" y="782"/>
                  </a:cubicBezTo>
                  <a:cubicBezTo>
                    <a:pt x="416" y="65"/>
                    <a:pt x="416" y="65"/>
                    <a:pt x="416" y="65"/>
                  </a:cubicBezTo>
                  <a:cubicBezTo>
                    <a:pt x="396" y="45"/>
                    <a:pt x="376" y="25"/>
                    <a:pt x="361"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5" name="Google Shape;1615;p30"/>
            <p:cNvSpPr/>
            <p:nvPr/>
          </p:nvSpPr>
          <p:spPr>
            <a:xfrm rot="-1900965">
              <a:off x="6782879" y="1781289"/>
              <a:ext cx="12590" cy="11488"/>
            </a:xfrm>
            <a:custGeom>
              <a:rect b="b" l="l" r="r" t="t"/>
              <a:pathLst>
                <a:path extrusionOk="0" h="146" w="160">
                  <a:moveTo>
                    <a:pt x="0" y="0"/>
                  </a:moveTo>
                  <a:lnTo>
                    <a:pt x="0" y="0"/>
                  </a:lnTo>
                  <a:lnTo>
                    <a:pt x="160" y="146"/>
                  </a:lnTo>
                  <a:lnTo>
                    <a:pt x="0" y="0"/>
                  </a:lnTo>
                  <a:close/>
                </a:path>
              </a:pathLst>
            </a:custGeom>
            <a:solidFill>
              <a:srgbClr val="F6DCE1"/>
            </a:solidFill>
            <a:ln>
              <a:noFill/>
            </a:ln>
          </p:spPr>
          <p:txBody>
            <a:bodyPr anchorCtr="1" anchor="ctr" bIns="7550" lIns="90000" spcFirstLastPara="1" rIns="90000" wrap="square" tIns="7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6" name="Google Shape;1616;p30"/>
            <p:cNvSpPr/>
            <p:nvPr/>
          </p:nvSpPr>
          <p:spPr>
            <a:xfrm rot="-1900965">
              <a:off x="6782879" y="1781289"/>
              <a:ext cx="12590" cy="11488"/>
            </a:xfrm>
            <a:custGeom>
              <a:rect b="b" l="l" r="r" t="t"/>
              <a:pathLst>
                <a:path extrusionOk="0" h="146" w="160">
                  <a:moveTo>
                    <a:pt x="0" y="0"/>
                  </a:moveTo>
                  <a:lnTo>
                    <a:pt x="0" y="0"/>
                  </a:lnTo>
                  <a:lnTo>
                    <a:pt x="160" y="146"/>
                  </a:lnTo>
                  <a:lnTo>
                    <a:pt x="0" y="0"/>
                  </a:lnTo>
                  <a:close/>
                </a:path>
              </a:pathLst>
            </a:custGeom>
            <a:solidFill>
              <a:srgbClr val="F6DCE1"/>
            </a:solidFill>
            <a:ln>
              <a:noFill/>
            </a:ln>
          </p:spPr>
          <p:txBody>
            <a:bodyPr anchorCtr="1" anchor="ctr" bIns="7550" lIns="90000" spcFirstLastPara="1" rIns="90000" wrap="square" tIns="7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7" name="Google Shape;1617;p30"/>
            <p:cNvSpPr/>
            <p:nvPr/>
          </p:nvSpPr>
          <p:spPr>
            <a:xfrm rot="-1900965">
              <a:off x="6778339" y="1765287"/>
              <a:ext cx="23606" cy="25652"/>
            </a:xfrm>
            <a:custGeom>
              <a:rect b="b" l="l" r="r" t="t"/>
              <a:pathLst>
                <a:path extrusionOk="0" h="326" w="300">
                  <a:moveTo>
                    <a:pt x="170" y="0"/>
                  </a:moveTo>
                  <a:lnTo>
                    <a:pt x="170" y="0"/>
                  </a:lnTo>
                  <a:cubicBezTo>
                    <a:pt x="0" y="180"/>
                    <a:pt x="0" y="180"/>
                    <a:pt x="0" y="180"/>
                  </a:cubicBezTo>
                  <a:cubicBezTo>
                    <a:pt x="160" y="326"/>
                    <a:pt x="160" y="326"/>
                    <a:pt x="160" y="326"/>
                  </a:cubicBezTo>
                  <a:cubicBezTo>
                    <a:pt x="300" y="175"/>
                    <a:pt x="300" y="175"/>
                    <a:pt x="300" y="175"/>
                  </a:cubicBezTo>
                  <a:cubicBezTo>
                    <a:pt x="255" y="115"/>
                    <a:pt x="215" y="60"/>
                    <a:pt x="170"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8" name="Google Shape;1618;p30"/>
            <p:cNvSpPr/>
            <p:nvPr/>
          </p:nvSpPr>
          <p:spPr>
            <a:xfrm rot="-1900965">
              <a:off x="6792038" y="1764186"/>
              <a:ext cx="68694" cy="83723"/>
            </a:xfrm>
            <a:custGeom>
              <a:rect b="b" l="l" r="r" t="t"/>
              <a:pathLst>
                <a:path extrusionOk="0" h="1064" w="873">
                  <a:moveTo>
                    <a:pt x="381" y="0"/>
                  </a:moveTo>
                  <a:lnTo>
                    <a:pt x="381" y="0"/>
                  </a:lnTo>
                  <a:cubicBezTo>
                    <a:pt x="241" y="151"/>
                    <a:pt x="241" y="151"/>
                    <a:pt x="241" y="151"/>
                  </a:cubicBezTo>
                  <a:cubicBezTo>
                    <a:pt x="0" y="417"/>
                    <a:pt x="0" y="417"/>
                    <a:pt x="0" y="417"/>
                  </a:cubicBezTo>
                  <a:cubicBezTo>
                    <a:pt x="477" y="1064"/>
                    <a:pt x="477" y="1064"/>
                    <a:pt x="477" y="1064"/>
                  </a:cubicBezTo>
                  <a:lnTo>
                    <a:pt x="477" y="1064"/>
                  </a:lnTo>
                  <a:cubicBezTo>
                    <a:pt x="0" y="417"/>
                    <a:pt x="0" y="417"/>
                    <a:pt x="0" y="417"/>
                  </a:cubicBezTo>
                  <a:cubicBezTo>
                    <a:pt x="246" y="145"/>
                    <a:pt x="246" y="145"/>
                    <a:pt x="246" y="145"/>
                  </a:cubicBezTo>
                  <a:cubicBezTo>
                    <a:pt x="722" y="793"/>
                    <a:pt x="722" y="793"/>
                    <a:pt x="722" y="793"/>
                  </a:cubicBezTo>
                  <a:cubicBezTo>
                    <a:pt x="873" y="627"/>
                    <a:pt x="873" y="627"/>
                    <a:pt x="873" y="627"/>
                  </a:cubicBezTo>
                  <a:cubicBezTo>
                    <a:pt x="722" y="452"/>
                    <a:pt x="557" y="231"/>
                    <a:pt x="381" y="0"/>
                  </a:cubicBez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19" name="Google Shape;1619;p30"/>
            <p:cNvSpPr/>
            <p:nvPr/>
          </p:nvSpPr>
          <p:spPr>
            <a:xfrm rot="-1900965">
              <a:off x="6795919" y="1777865"/>
              <a:ext cx="56812" cy="72313"/>
            </a:xfrm>
            <a:custGeom>
              <a:rect b="b" l="l" r="r" t="t"/>
              <a:pathLst>
                <a:path extrusionOk="0" h="919" w="722">
                  <a:moveTo>
                    <a:pt x="246" y="0"/>
                  </a:moveTo>
                  <a:lnTo>
                    <a:pt x="0" y="272"/>
                  </a:lnTo>
                  <a:lnTo>
                    <a:pt x="477" y="919"/>
                  </a:lnTo>
                  <a:lnTo>
                    <a:pt x="722" y="648"/>
                  </a:lnTo>
                  <a:lnTo>
                    <a:pt x="246" y="0"/>
                  </a:lnTo>
                  <a:close/>
                </a:path>
              </a:pathLst>
            </a:custGeom>
            <a:solidFill>
              <a:srgbClr val="F6DCE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0" name="Google Shape;1620;p30"/>
            <p:cNvSpPr/>
            <p:nvPr/>
          </p:nvSpPr>
          <p:spPr>
            <a:xfrm rot="-1900965">
              <a:off x="6795919" y="1777865"/>
              <a:ext cx="56812" cy="72313"/>
            </a:xfrm>
            <a:custGeom>
              <a:rect b="b" l="l" r="r" t="t"/>
              <a:pathLst>
                <a:path extrusionOk="0" h="919" w="722">
                  <a:moveTo>
                    <a:pt x="246" y="0"/>
                  </a:moveTo>
                  <a:lnTo>
                    <a:pt x="0" y="272"/>
                  </a:lnTo>
                  <a:lnTo>
                    <a:pt x="477" y="919"/>
                  </a:lnTo>
                  <a:lnTo>
                    <a:pt x="722" y="648"/>
                  </a:lnTo>
                  <a:lnTo>
                    <a:pt x="246" y="0"/>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1" name="Google Shape;1621;p30"/>
            <p:cNvSpPr/>
            <p:nvPr/>
          </p:nvSpPr>
          <p:spPr>
            <a:xfrm rot="-1900965">
              <a:off x="6853612" y="1836710"/>
              <a:ext cx="9049" cy="12196"/>
            </a:xfrm>
            <a:custGeom>
              <a:rect b="b" l="l" r="r" t="t"/>
              <a:pathLst>
                <a:path extrusionOk="0" h="155" w="115">
                  <a:moveTo>
                    <a:pt x="0" y="0"/>
                  </a:moveTo>
                  <a:lnTo>
                    <a:pt x="0" y="0"/>
                  </a:lnTo>
                  <a:lnTo>
                    <a:pt x="115" y="155"/>
                  </a:lnTo>
                  <a:lnTo>
                    <a:pt x="115" y="155"/>
                  </a:lnTo>
                  <a:lnTo>
                    <a:pt x="0" y="0"/>
                  </a:lnTo>
                  <a:close/>
                </a:path>
              </a:pathLst>
            </a:custGeom>
            <a:solidFill>
              <a:srgbClr val="F6DCE1"/>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2" name="Google Shape;1622;p30"/>
            <p:cNvSpPr/>
            <p:nvPr/>
          </p:nvSpPr>
          <p:spPr>
            <a:xfrm rot="-1900965">
              <a:off x="6853612" y="1836710"/>
              <a:ext cx="9049" cy="12196"/>
            </a:xfrm>
            <a:custGeom>
              <a:rect b="b" l="l" r="r" t="t"/>
              <a:pathLst>
                <a:path extrusionOk="0" h="155" w="115">
                  <a:moveTo>
                    <a:pt x="0" y="0"/>
                  </a:moveTo>
                  <a:lnTo>
                    <a:pt x="0" y="0"/>
                  </a:lnTo>
                  <a:lnTo>
                    <a:pt x="115" y="155"/>
                  </a:lnTo>
                  <a:lnTo>
                    <a:pt x="115" y="155"/>
                  </a:lnTo>
                  <a:lnTo>
                    <a:pt x="0" y="0"/>
                  </a:lnTo>
                  <a:close/>
                </a:path>
              </a:pathLst>
            </a:custGeom>
            <a:solidFill>
              <a:srgbClr val="F6DCE1"/>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3" name="Google Shape;1623;p30"/>
            <p:cNvSpPr/>
            <p:nvPr/>
          </p:nvSpPr>
          <p:spPr>
            <a:xfrm rot="-1900965">
              <a:off x="6842224" y="1796580"/>
              <a:ext cx="40681" cy="46583"/>
            </a:xfrm>
            <a:custGeom>
              <a:rect b="b" l="l" r="r" t="t"/>
              <a:pathLst>
                <a:path extrusionOk="0" h="592" w="517">
                  <a:moveTo>
                    <a:pt x="0" y="437"/>
                  </a:moveTo>
                  <a:lnTo>
                    <a:pt x="0" y="437"/>
                  </a:lnTo>
                  <a:lnTo>
                    <a:pt x="0" y="437"/>
                  </a:lnTo>
                  <a:cubicBezTo>
                    <a:pt x="115" y="592"/>
                    <a:pt x="115" y="592"/>
                    <a:pt x="115" y="592"/>
                  </a:cubicBezTo>
                  <a:cubicBezTo>
                    <a:pt x="0" y="437"/>
                    <a:pt x="0" y="437"/>
                    <a:pt x="0" y="437"/>
                  </a:cubicBezTo>
                  <a:moveTo>
                    <a:pt x="396" y="0"/>
                  </a:moveTo>
                  <a:lnTo>
                    <a:pt x="396" y="0"/>
                  </a:lnTo>
                  <a:cubicBezTo>
                    <a:pt x="245" y="166"/>
                    <a:pt x="245" y="166"/>
                    <a:pt x="245" y="166"/>
                  </a:cubicBezTo>
                  <a:cubicBezTo>
                    <a:pt x="361" y="316"/>
                    <a:pt x="361" y="316"/>
                    <a:pt x="361" y="316"/>
                  </a:cubicBezTo>
                  <a:cubicBezTo>
                    <a:pt x="517" y="141"/>
                    <a:pt x="517" y="141"/>
                    <a:pt x="517" y="141"/>
                  </a:cubicBezTo>
                  <a:cubicBezTo>
                    <a:pt x="476" y="101"/>
                    <a:pt x="436" y="51"/>
                    <a:pt x="396" y="0"/>
                  </a:cubicBez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4" name="Google Shape;1624;p30"/>
            <p:cNvSpPr/>
            <p:nvPr/>
          </p:nvSpPr>
          <p:spPr>
            <a:xfrm rot="-1900965">
              <a:off x="6846569" y="1811892"/>
              <a:ext cx="28406" cy="33521"/>
            </a:xfrm>
            <a:custGeom>
              <a:rect b="b" l="l" r="r" t="t"/>
              <a:pathLst>
                <a:path extrusionOk="0" h="426" w="361">
                  <a:moveTo>
                    <a:pt x="245" y="0"/>
                  </a:moveTo>
                  <a:lnTo>
                    <a:pt x="0" y="271"/>
                  </a:lnTo>
                  <a:lnTo>
                    <a:pt x="115" y="426"/>
                  </a:lnTo>
                  <a:lnTo>
                    <a:pt x="361" y="150"/>
                  </a:lnTo>
                  <a:lnTo>
                    <a:pt x="245" y="0"/>
                  </a:lnTo>
                  <a:close/>
                </a:path>
              </a:pathLst>
            </a:custGeom>
            <a:solidFill>
              <a:srgbClr val="F6DCE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5" name="Google Shape;1625;p30"/>
            <p:cNvSpPr/>
            <p:nvPr/>
          </p:nvSpPr>
          <p:spPr>
            <a:xfrm rot="-1900965">
              <a:off x="6846569" y="1811892"/>
              <a:ext cx="28406" cy="33521"/>
            </a:xfrm>
            <a:custGeom>
              <a:rect b="b" l="l" r="r" t="t"/>
              <a:pathLst>
                <a:path extrusionOk="0" h="426" w="361">
                  <a:moveTo>
                    <a:pt x="245" y="0"/>
                  </a:moveTo>
                  <a:lnTo>
                    <a:pt x="0" y="271"/>
                  </a:lnTo>
                  <a:lnTo>
                    <a:pt x="115" y="426"/>
                  </a:lnTo>
                  <a:lnTo>
                    <a:pt x="361" y="150"/>
                  </a:lnTo>
                  <a:lnTo>
                    <a:pt x="245" y="0"/>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6" name="Google Shape;1626;p30"/>
            <p:cNvSpPr/>
            <p:nvPr/>
          </p:nvSpPr>
          <p:spPr>
            <a:xfrm rot="-1900965">
              <a:off x="6540723" y="1529515"/>
              <a:ext cx="390365" cy="376437"/>
            </a:xfrm>
            <a:custGeom>
              <a:rect b="b" l="l" r="r" t="t"/>
              <a:pathLst>
                <a:path extrusionOk="0" h="4784" w="4961">
                  <a:moveTo>
                    <a:pt x="2995" y="4784"/>
                  </a:moveTo>
                  <a:lnTo>
                    <a:pt x="2995" y="4784"/>
                  </a:lnTo>
                  <a:cubicBezTo>
                    <a:pt x="2980" y="4784"/>
                    <a:pt x="2970" y="4779"/>
                    <a:pt x="2960" y="4768"/>
                  </a:cubicBezTo>
                  <a:cubicBezTo>
                    <a:pt x="2739" y="4533"/>
                    <a:pt x="2458" y="4141"/>
                    <a:pt x="2157" y="3725"/>
                  </a:cubicBezTo>
                  <a:cubicBezTo>
                    <a:pt x="1751" y="3163"/>
                    <a:pt x="1289" y="2531"/>
                    <a:pt x="918" y="2195"/>
                  </a:cubicBezTo>
                  <a:cubicBezTo>
                    <a:pt x="131" y="1493"/>
                    <a:pt x="131" y="1493"/>
                    <a:pt x="131" y="1493"/>
                  </a:cubicBezTo>
                  <a:cubicBezTo>
                    <a:pt x="56" y="1423"/>
                    <a:pt x="10" y="1327"/>
                    <a:pt x="0" y="1222"/>
                  </a:cubicBezTo>
                  <a:cubicBezTo>
                    <a:pt x="-5" y="1117"/>
                    <a:pt x="31" y="1016"/>
                    <a:pt x="100" y="941"/>
                  </a:cubicBezTo>
                  <a:cubicBezTo>
                    <a:pt x="828" y="128"/>
                    <a:pt x="828" y="128"/>
                    <a:pt x="828" y="128"/>
                  </a:cubicBezTo>
                  <a:cubicBezTo>
                    <a:pt x="973" y="-32"/>
                    <a:pt x="1219" y="-42"/>
                    <a:pt x="1380" y="98"/>
                  </a:cubicBezTo>
                  <a:cubicBezTo>
                    <a:pt x="2162" y="805"/>
                    <a:pt x="2162" y="805"/>
                    <a:pt x="2162" y="805"/>
                  </a:cubicBezTo>
                  <a:cubicBezTo>
                    <a:pt x="2619" y="1212"/>
                    <a:pt x="3336" y="1618"/>
                    <a:pt x="3968" y="1974"/>
                  </a:cubicBezTo>
                  <a:cubicBezTo>
                    <a:pt x="4344" y="2190"/>
                    <a:pt x="4701" y="2391"/>
                    <a:pt x="4942" y="2561"/>
                  </a:cubicBezTo>
                  <a:cubicBezTo>
                    <a:pt x="4951" y="2567"/>
                    <a:pt x="4957" y="2582"/>
                    <a:pt x="4961" y="2592"/>
                  </a:cubicBezTo>
                  <a:cubicBezTo>
                    <a:pt x="4961" y="2607"/>
                    <a:pt x="4957" y="2617"/>
                    <a:pt x="4946" y="2627"/>
                  </a:cubicBezTo>
                  <a:cubicBezTo>
                    <a:pt x="3030" y="4768"/>
                    <a:pt x="3030" y="4768"/>
                    <a:pt x="3030" y="4768"/>
                  </a:cubicBezTo>
                  <a:cubicBezTo>
                    <a:pt x="3020" y="4779"/>
                    <a:pt x="3010" y="4784"/>
                    <a:pt x="2995" y="4784"/>
                  </a:cubicBezTo>
                  <a:moveTo>
                    <a:pt x="1114" y="88"/>
                  </a:moveTo>
                  <a:lnTo>
                    <a:pt x="1114" y="88"/>
                  </a:lnTo>
                  <a:cubicBezTo>
                    <a:pt x="1034" y="88"/>
                    <a:pt x="953" y="124"/>
                    <a:pt x="898" y="184"/>
                  </a:cubicBezTo>
                  <a:cubicBezTo>
                    <a:pt x="166" y="1001"/>
                    <a:pt x="166" y="1001"/>
                    <a:pt x="166" y="1001"/>
                  </a:cubicBezTo>
                  <a:cubicBezTo>
                    <a:pt x="110" y="1062"/>
                    <a:pt x="85" y="1137"/>
                    <a:pt x="91" y="1217"/>
                  </a:cubicBezTo>
                  <a:cubicBezTo>
                    <a:pt x="96" y="1297"/>
                    <a:pt x="131" y="1372"/>
                    <a:pt x="191" y="1423"/>
                  </a:cubicBezTo>
                  <a:cubicBezTo>
                    <a:pt x="978" y="2130"/>
                    <a:pt x="978" y="2130"/>
                    <a:pt x="978" y="2130"/>
                  </a:cubicBezTo>
                  <a:cubicBezTo>
                    <a:pt x="1360" y="2471"/>
                    <a:pt x="1821" y="3108"/>
                    <a:pt x="2227" y="3675"/>
                  </a:cubicBezTo>
                  <a:cubicBezTo>
                    <a:pt x="2514" y="4066"/>
                    <a:pt x="2779" y="4438"/>
                    <a:pt x="2995" y="4668"/>
                  </a:cubicBezTo>
                  <a:cubicBezTo>
                    <a:pt x="4846" y="2607"/>
                    <a:pt x="4846" y="2607"/>
                    <a:pt x="4846" y="2607"/>
                  </a:cubicBezTo>
                  <a:cubicBezTo>
                    <a:pt x="4610" y="2441"/>
                    <a:pt x="4274" y="2255"/>
                    <a:pt x="3923" y="2055"/>
                  </a:cubicBezTo>
                  <a:cubicBezTo>
                    <a:pt x="3286" y="1693"/>
                    <a:pt x="2568" y="1287"/>
                    <a:pt x="2107" y="871"/>
                  </a:cubicBezTo>
                  <a:cubicBezTo>
                    <a:pt x="1320" y="168"/>
                    <a:pt x="1320" y="168"/>
                    <a:pt x="1320" y="168"/>
                  </a:cubicBezTo>
                  <a:cubicBezTo>
                    <a:pt x="1264" y="113"/>
                    <a:pt x="1189" y="88"/>
                    <a:pt x="1114" y="88"/>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7" name="Google Shape;1627;p30"/>
            <p:cNvSpPr/>
            <p:nvPr/>
          </p:nvSpPr>
          <p:spPr>
            <a:xfrm rot="-1900965">
              <a:off x="6553133" y="1564381"/>
              <a:ext cx="254316" cy="172481"/>
            </a:xfrm>
            <a:custGeom>
              <a:rect b="b" l="l" r="r" t="t"/>
              <a:pathLst>
                <a:path extrusionOk="0" h="2192" w="3232">
                  <a:moveTo>
                    <a:pt x="2033" y="1274"/>
                  </a:moveTo>
                  <a:lnTo>
                    <a:pt x="2033" y="1274"/>
                  </a:lnTo>
                  <a:cubicBezTo>
                    <a:pt x="2881" y="2046"/>
                    <a:pt x="2881" y="2046"/>
                    <a:pt x="2881" y="2046"/>
                  </a:cubicBezTo>
                  <a:lnTo>
                    <a:pt x="2881" y="2046"/>
                  </a:lnTo>
                  <a:cubicBezTo>
                    <a:pt x="3042" y="2192"/>
                    <a:pt x="3042" y="2192"/>
                    <a:pt x="3042" y="2192"/>
                  </a:cubicBezTo>
                  <a:cubicBezTo>
                    <a:pt x="3232" y="1981"/>
                    <a:pt x="3232" y="1981"/>
                    <a:pt x="3232" y="1981"/>
                  </a:cubicBezTo>
                  <a:cubicBezTo>
                    <a:pt x="2851" y="1756"/>
                    <a:pt x="2419" y="1520"/>
                    <a:pt x="2033" y="1274"/>
                  </a:cubicBezTo>
                  <a:moveTo>
                    <a:pt x="393" y="0"/>
                  </a:moveTo>
                  <a:lnTo>
                    <a:pt x="393" y="0"/>
                  </a:lnTo>
                  <a:cubicBezTo>
                    <a:pt x="348" y="0"/>
                    <a:pt x="302" y="20"/>
                    <a:pt x="262" y="65"/>
                  </a:cubicBezTo>
                  <a:cubicBezTo>
                    <a:pt x="57" y="295"/>
                    <a:pt x="57" y="295"/>
                    <a:pt x="57" y="295"/>
                  </a:cubicBezTo>
                  <a:cubicBezTo>
                    <a:pt x="1" y="351"/>
                    <a:pt x="-9" y="416"/>
                    <a:pt x="7" y="471"/>
                  </a:cubicBezTo>
                  <a:cubicBezTo>
                    <a:pt x="433" y="4"/>
                    <a:pt x="433" y="4"/>
                    <a:pt x="433" y="4"/>
                  </a:cubicBezTo>
                  <a:cubicBezTo>
                    <a:pt x="418" y="0"/>
                    <a:pt x="403" y="0"/>
                    <a:pt x="393"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8" name="Google Shape;1628;p30"/>
            <p:cNvSpPr/>
            <p:nvPr/>
          </p:nvSpPr>
          <p:spPr>
            <a:xfrm rot="-1900965">
              <a:off x="6585146" y="1571488"/>
              <a:ext cx="226146" cy="226618"/>
            </a:xfrm>
            <a:custGeom>
              <a:rect b="b" l="l" r="r" t="t"/>
              <a:pathLst>
                <a:path extrusionOk="0" h="2880" w="2874">
                  <a:moveTo>
                    <a:pt x="426" y="0"/>
                  </a:moveTo>
                  <a:lnTo>
                    <a:pt x="426" y="0"/>
                  </a:lnTo>
                  <a:cubicBezTo>
                    <a:pt x="0" y="467"/>
                    <a:pt x="0" y="467"/>
                    <a:pt x="0" y="467"/>
                  </a:cubicBezTo>
                  <a:cubicBezTo>
                    <a:pt x="10" y="512"/>
                    <a:pt x="40" y="562"/>
                    <a:pt x="80" y="602"/>
                  </a:cubicBezTo>
                  <a:cubicBezTo>
                    <a:pt x="536" y="106"/>
                    <a:pt x="536" y="106"/>
                    <a:pt x="536" y="106"/>
                  </a:cubicBezTo>
                  <a:cubicBezTo>
                    <a:pt x="2578" y="1967"/>
                    <a:pt x="2578" y="1967"/>
                    <a:pt x="2578" y="1967"/>
                  </a:cubicBezTo>
                  <a:cubicBezTo>
                    <a:pt x="2101" y="2489"/>
                    <a:pt x="2101" y="2489"/>
                    <a:pt x="2101" y="2489"/>
                  </a:cubicBezTo>
                  <a:cubicBezTo>
                    <a:pt x="1158" y="1631"/>
                    <a:pt x="1158" y="1631"/>
                    <a:pt x="1158" y="1631"/>
                  </a:cubicBezTo>
                  <a:cubicBezTo>
                    <a:pt x="1464" y="1987"/>
                    <a:pt x="1800" y="2454"/>
                    <a:pt x="2111" y="2880"/>
                  </a:cubicBezTo>
                  <a:cubicBezTo>
                    <a:pt x="2874" y="2042"/>
                    <a:pt x="2874" y="2042"/>
                    <a:pt x="2874" y="2042"/>
                  </a:cubicBezTo>
                  <a:cubicBezTo>
                    <a:pt x="2026" y="1270"/>
                    <a:pt x="2026" y="1270"/>
                    <a:pt x="2026" y="1270"/>
                  </a:cubicBezTo>
                  <a:cubicBezTo>
                    <a:pt x="1760" y="1099"/>
                    <a:pt x="1509" y="924"/>
                    <a:pt x="1314" y="748"/>
                  </a:cubicBezTo>
                  <a:cubicBezTo>
                    <a:pt x="617" y="121"/>
                    <a:pt x="617" y="121"/>
                    <a:pt x="617" y="121"/>
                  </a:cubicBezTo>
                  <a:cubicBezTo>
                    <a:pt x="552" y="66"/>
                    <a:pt x="486" y="16"/>
                    <a:pt x="426"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29" name="Google Shape;1629;p30"/>
            <p:cNvSpPr/>
            <p:nvPr/>
          </p:nvSpPr>
          <p:spPr>
            <a:xfrm rot="-1900965">
              <a:off x="6571755" y="1582199"/>
              <a:ext cx="196559" cy="187511"/>
            </a:xfrm>
            <a:custGeom>
              <a:rect b="b" l="l" r="r" t="t"/>
              <a:pathLst>
                <a:path extrusionOk="0" h="2383" w="2498">
                  <a:moveTo>
                    <a:pt x="456" y="0"/>
                  </a:moveTo>
                  <a:lnTo>
                    <a:pt x="456" y="0"/>
                  </a:lnTo>
                  <a:cubicBezTo>
                    <a:pt x="0" y="496"/>
                    <a:pt x="0" y="496"/>
                    <a:pt x="0" y="496"/>
                  </a:cubicBezTo>
                  <a:cubicBezTo>
                    <a:pt x="15" y="517"/>
                    <a:pt x="35" y="537"/>
                    <a:pt x="55" y="552"/>
                  </a:cubicBezTo>
                  <a:cubicBezTo>
                    <a:pt x="752" y="1179"/>
                    <a:pt x="752" y="1179"/>
                    <a:pt x="752" y="1179"/>
                  </a:cubicBezTo>
                  <a:cubicBezTo>
                    <a:pt x="858" y="1274"/>
                    <a:pt x="968" y="1389"/>
                    <a:pt x="1078" y="1525"/>
                  </a:cubicBezTo>
                  <a:cubicBezTo>
                    <a:pt x="2021" y="2383"/>
                    <a:pt x="2021" y="2383"/>
                    <a:pt x="2021" y="2383"/>
                  </a:cubicBezTo>
                  <a:cubicBezTo>
                    <a:pt x="2498" y="1861"/>
                    <a:pt x="2498" y="1861"/>
                    <a:pt x="2498" y="1861"/>
                  </a:cubicBezTo>
                  <a:cubicBezTo>
                    <a:pt x="456" y="0"/>
                    <a:pt x="456" y="0"/>
                    <a:pt x="456"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0" name="Google Shape;1630;p30"/>
            <p:cNvSpPr/>
            <p:nvPr/>
          </p:nvSpPr>
          <p:spPr>
            <a:xfrm rot="-1900965">
              <a:off x="6768599" y="1668477"/>
              <a:ext cx="72707" cy="79395"/>
            </a:xfrm>
            <a:custGeom>
              <a:rect b="b" l="l" r="r" t="t"/>
              <a:pathLst>
                <a:path extrusionOk="0" h="1009" w="924">
                  <a:moveTo>
                    <a:pt x="763" y="0"/>
                  </a:moveTo>
                  <a:lnTo>
                    <a:pt x="763" y="0"/>
                  </a:lnTo>
                  <a:cubicBezTo>
                    <a:pt x="0" y="838"/>
                    <a:pt x="0" y="838"/>
                    <a:pt x="0" y="838"/>
                  </a:cubicBezTo>
                  <a:cubicBezTo>
                    <a:pt x="46" y="893"/>
                    <a:pt x="91" y="953"/>
                    <a:pt x="131" y="1009"/>
                  </a:cubicBezTo>
                  <a:cubicBezTo>
                    <a:pt x="924" y="146"/>
                    <a:pt x="924" y="146"/>
                    <a:pt x="924" y="146"/>
                  </a:cubicBezTo>
                  <a:cubicBezTo>
                    <a:pt x="763" y="0"/>
                    <a:pt x="763" y="0"/>
                    <a:pt x="763"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1" name="Google Shape;1631;p30"/>
            <p:cNvSpPr/>
            <p:nvPr/>
          </p:nvSpPr>
          <p:spPr>
            <a:xfrm rot="-1900965">
              <a:off x="6794556" y="1641014"/>
              <a:ext cx="128653" cy="132272"/>
            </a:xfrm>
            <a:custGeom>
              <a:rect b="b" l="l" r="r" t="t"/>
              <a:pathLst>
                <a:path extrusionOk="0" h="1681" w="1635">
                  <a:moveTo>
                    <a:pt x="983" y="0"/>
                  </a:moveTo>
                  <a:lnTo>
                    <a:pt x="983" y="0"/>
                  </a:lnTo>
                  <a:cubicBezTo>
                    <a:pt x="793" y="211"/>
                    <a:pt x="793" y="211"/>
                    <a:pt x="793" y="211"/>
                  </a:cubicBezTo>
                  <a:cubicBezTo>
                    <a:pt x="0" y="1074"/>
                    <a:pt x="0" y="1074"/>
                    <a:pt x="0" y="1074"/>
                  </a:cubicBezTo>
                  <a:cubicBezTo>
                    <a:pt x="181" y="1309"/>
                    <a:pt x="351" y="1525"/>
                    <a:pt x="502" y="1681"/>
                  </a:cubicBezTo>
                  <a:cubicBezTo>
                    <a:pt x="1148" y="963"/>
                    <a:pt x="1148" y="963"/>
                    <a:pt x="1148" y="963"/>
                  </a:cubicBezTo>
                  <a:cubicBezTo>
                    <a:pt x="577" y="447"/>
                    <a:pt x="577" y="447"/>
                    <a:pt x="577" y="447"/>
                  </a:cubicBezTo>
                  <a:cubicBezTo>
                    <a:pt x="928" y="60"/>
                    <a:pt x="928" y="60"/>
                    <a:pt x="928" y="60"/>
                  </a:cubicBezTo>
                  <a:cubicBezTo>
                    <a:pt x="1600" y="462"/>
                    <a:pt x="1600" y="462"/>
                    <a:pt x="1600" y="462"/>
                  </a:cubicBezTo>
                  <a:cubicBezTo>
                    <a:pt x="1635" y="416"/>
                    <a:pt x="1635" y="416"/>
                    <a:pt x="1635" y="416"/>
                  </a:cubicBezTo>
                  <a:cubicBezTo>
                    <a:pt x="1455" y="286"/>
                    <a:pt x="1229" y="146"/>
                    <a:pt x="983"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32" name="Google Shape;1632;p30"/>
            <p:cNvSpPr/>
            <p:nvPr/>
          </p:nvSpPr>
          <p:spPr>
            <a:xfrm rot="-1900965">
              <a:off x="6813029" y="1637458"/>
              <a:ext cx="80497" cy="71054"/>
            </a:xfrm>
            <a:custGeom>
              <a:rect b="b" l="l" r="r" t="t"/>
              <a:pathLst>
                <a:path extrusionOk="0" h="903" w="1023">
                  <a:moveTo>
                    <a:pt x="351" y="0"/>
                  </a:moveTo>
                  <a:lnTo>
                    <a:pt x="0" y="387"/>
                  </a:lnTo>
                  <a:lnTo>
                    <a:pt x="571" y="903"/>
                  </a:lnTo>
                  <a:lnTo>
                    <a:pt x="1023" y="402"/>
                  </a:lnTo>
                  <a:lnTo>
                    <a:pt x="351"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pic>
        <p:nvPicPr>
          <p:cNvPr id="1633" name="Google Shape;1633;p30"/>
          <p:cNvPicPr preferRelativeResize="0"/>
          <p:nvPr/>
        </p:nvPicPr>
        <p:blipFill rotWithShape="1">
          <a:blip r:embed="rId3">
            <a:alphaModFix/>
          </a:blip>
          <a:srcRect b="27501" l="12286" r="12014" t="18266"/>
          <a:stretch/>
        </p:blipFill>
        <p:spPr>
          <a:xfrm>
            <a:off x="4156200" y="302050"/>
            <a:ext cx="2292600" cy="2190000"/>
          </a:xfrm>
          <a:prstGeom prst="roundRect">
            <a:avLst>
              <a:gd fmla="val 16667" name="adj"/>
            </a:avLst>
          </a:prstGeom>
          <a:noFill/>
          <a:ln>
            <a:noFill/>
          </a:ln>
        </p:spPr>
      </p:pic>
      <p:pic>
        <p:nvPicPr>
          <p:cNvPr id="1634" name="Google Shape;1634;p30"/>
          <p:cNvPicPr preferRelativeResize="0"/>
          <p:nvPr/>
        </p:nvPicPr>
        <p:blipFill rotWithShape="1">
          <a:blip r:embed="rId4">
            <a:alphaModFix/>
          </a:blip>
          <a:srcRect b="36151" l="3592" r="3601" t="0"/>
          <a:stretch/>
        </p:blipFill>
        <p:spPr>
          <a:xfrm>
            <a:off x="6490875" y="302050"/>
            <a:ext cx="2148300" cy="2217600"/>
          </a:xfrm>
          <a:prstGeom prst="roundRect">
            <a:avLst>
              <a:gd fmla="val 16667" name="adj"/>
            </a:avLst>
          </a:prstGeom>
          <a:noFill/>
          <a:ln>
            <a:noFill/>
          </a:ln>
        </p:spPr>
      </p:pic>
      <p:pic>
        <p:nvPicPr>
          <p:cNvPr id="1635" name="Google Shape;1635;p30"/>
          <p:cNvPicPr preferRelativeResize="0"/>
          <p:nvPr/>
        </p:nvPicPr>
        <p:blipFill rotWithShape="1">
          <a:blip r:embed="rId5">
            <a:alphaModFix/>
          </a:blip>
          <a:srcRect b="14807" l="4988" r="0" t="0"/>
          <a:stretch/>
        </p:blipFill>
        <p:spPr>
          <a:xfrm>
            <a:off x="4116900" y="2529900"/>
            <a:ext cx="2331900" cy="2324100"/>
          </a:xfrm>
          <a:prstGeom prst="roundRect">
            <a:avLst>
              <a:gd fmla="val 16667" name="adj"/>
            </a:avLst>
          </a:prstGeom>
          <a:noFill/>
          <a:ln>
            <a:noFill/>
          </a:ln>
        </p:spPr>
      </p:pic>
      <p:pic>
        <p:nvPicPr>
          <p:cNvPr id="1636" name="Google Shape;1636;p30"/>
          <p:cNvPicPr preferRelativeResize="0"/>
          <p:nvPr/>
        </p:nvPicPr>
        <p:blipFill rotWithShape="1">
          <a:blip r:embed="rId6">
            <a:alphaModFix/>
          </a:blip>
          <a:srcRect b="28851" l="1812" r="1812" t="6533"/>
          <a:stretch/>
        </p:blipFill>
        <p:spPr>
          <a:xfrm>
            <a:off x="6490875" y="2538911"/>
            <a:ext cx="2292600" cy="2306100"/>
          </a:xfrm>
          <a:prstGeom prst="roundRect">
            <a:avLst>
              <a:gd fmla="val 16667" name="adj"/>
            </a:avLst>
          </a:prstGeom>
          <a:noFill/>
          <a:ln>
            <a:noFill/>
          </a:ln>
        </p:spPr>
      </p:pic>
      <p:sp>
        <p:nvSpPr>
          <p:cNvPr id="1637" name="Google Shape;1637;p30"/>
          <p:cNvSpPr txBox="1"/>
          <p:nvPr>
            <p:ph idx="2" type="title"/>
          </p:nvPr>
        </p:nvSpPr>
        <p:spPr>
          <a:xfrm>
            <a:off x="3270075" y="350150"/>
            <a:ext cx="16887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Samika Gandhi</a:t>
            </a:r>
            <a:endParaRPr sz="1500"/>
          </a:p>
        </p:txBody>
      </p:sp>
      <p:sp>
        <p:nvSpPr>
          <p:cNvPr id="1638" name="Google Shape;1638;p30"/>
          <p:cNvSpPr txBox="1"/>
          <p:nvPr>
            <p:ph idx="2" type="title"/>
          </p:nvPr>
        </p:nvSpPr>
        <p:spPr>
          <a:xfrm>
            <a:off x="7527375" y="350150"/>
            <a:ext cx="15363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Anokhi Sheth</a:t>
            </a:r>
            <a:endParaRPr sz="1500"/>
          </a:p>
        </p:txBody>
      </p:sp>
      <p:sp>
        <p:nvSpPr>
          <p:cNvPr id="1639" name="Google Shape;1639;p30"/>
          <p:cNvSpPr txBox="1"/>
          <p:nvPr>
            <p:ph idx="2" type="title"/>
          </p:nvPr>
        </p:nvSpPr>
        <p:spPr>
          <a:xfrm>
            <a:off x="3353225" y="4450400"/>
            <a:ext cx="17763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Anaya Bawiskar</a:t>
            </a:r>
            <a:endParaRPr sz="1500"/>
          </a:p>
        </p:txBody>
      </p:sp>
      <p:sp>
        <p:nvSpPr>
          <p:cNvPr id="1640" name="Google Shape;1640;p30"/>
          <p:cNvSpPr txBox="1"/>
          <p:nvPr>
            <p:ph idx="2" type="title"/>
          </p:nvPr>
        </p:nvSpPr>
        <p:spPr>
          <a:xfrm>
            <a:off x="7063875" y="4450400"/>
            <a:ext cx="1999800" cy="2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MaryGrace Wahby</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31"/>
          <p:cNvSpPr txBox="1"/>
          <p:nvPr>
            <p:ph type="title"/>
          </p:nvPr>
        </p:nvSpPr>
        <p:spPr>
          <a:xfrm>
            <a:off x="721775" y="2716600"/>
            <a:ext cx="4668900" cy="91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Problem</a:t>
            </a:r>
            <a:endParaRPr/>
          </a:p>
        </p:txBody>
      </p:sp>
      <p:sp>
        <p:nvSpPr>
          <p:cNvPr id="1646" name="Google Shape;1646;p31"/>
          <p:cNvSpPr txBox="1"/>
          <p:nvPr>
            <p:ph idx="2" type="title"/>
          </p:nvPr>
        </p:nvSpPr>
        <p:spPr>
          <a:xfrm>
            <a:off x="721775" y="1591200"/>
            <a:ext cx="2208900" cy="104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cxnSp>
        <p:nvCxnSpPr>
          <p:cNvPr id="1647" name="Google Shape;1647;p31"/>
          <p:cNvCxnSpPr/>
          <p:nvPr/>
        </p:nvCxnSpPr>
        <p:spPr>
          <a:xfrm>
            <a:off x="715100" y="2743438"/>
            <a:ext cx="0" cy="860700"/>
          </a:xfrm>
          <a:prstGeom prst="straightConnector1">
            <a:avLst/>
          </a:prstGeom>
          <a:noFill/>
          <a:ln cap="flat" cmpd="sng" w="9525">
            <a:solidFill>
              <a:schemeClr val="dk1"/>
            </a:solidFill>
            <a:prstDash val="solid"/>
            <a:round/>
            <a:headEnd len="med" w="med" type="none"/>
            <a:tailEnd len="med" w="med" type="none"/>
          </a:ln>
        </p:spPr>
      </p:cxnSp>
      <p:grpSp>
        <p:nvGrpSpPr>
          <p:cNvPr id="1648" name="Google Shape;1648;p31"/>
          <p:cNvGrpSpPr/>
          <p:nvPr/>
        </p:nvGrpSpPr>
        <p:grpSpPr>
          <a:xfrm>
            <a:off x="4214075" y="853275"/>
            <a:ext cx="567000" cy="567000"/>
            <a:chOff x="6816400" y="1061650"/>
            <a:chExt cx="567000" cy="567000"/>
          </a:xfrm>
        </p:grpSpPr>
        <p:sp>
          <p:nvSpPr>
            <p:cNvPr id="1649" name="Google Shape;1649;p31"/>
            <p:cNvSpPr/>
            <p:nvPr/>
          </p:nvSpPr>
          <p:spPr>
            <a:xfrm>
              <a:off x="6816400" y="1061650"/>
              <a:ext cx="567000" cy="567000"/>
            </a:xfrm>
            <a:prstGeom prst="ellipse">
              <a:avLst/>
            </a:prstGeom>
            <a:solidFill>
              <a:srgbClr val="FFFFFF">
                <a:alpha val="601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1650" name="Google Shape;1650;p31"/>
            <p:cNvSpPr/>
            <p:nvPr/>
          </p:nvSpPr>
          <p:spPr>
            <a:xfrm>
              <a:off x="6899681" y="1144931"/>
              <a:ext cx="400200" cy="400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grpSp>
      <p:grpSp>
        <p:nvGrpSpPr>
          <p:cNvPr id="1651" name="Google Shape;1651;p31"/>
          <p:cNvGrpSpPr/>
          <p:nvPr/>
        </p:nvGrpSpPr>
        <p:grpSpPr>
          <a:xfrm>
            <a:off x="4890249" y="1118182"/>
            <a:ext cx="1509917" cy="1046815"/>
            <a:chOff x="-4566130" y="2793615"/>
            <a:chExt cx="3288863" cy="2481781"/>
          </a:xfrm>
        </p:grpSpPr>
        <p:grpSp>
          <p:nvGrpSpPr>
            <p:cNvPr id="1652" name="Google Shape;1652;p31"/>
            <p:cNvGrpSpPr/>
            <p:nvPr/>
          </p:nvGrpSpPr>
          <p:grpSpPr>
            <a:xfrm>
              <a:off x="-2773218" y="2793615"/>
              <a:ext cx="1495952" cy="900319"/>
              <a:chOff x="-3224393" y="4375077"/>
              <a:chExt cx="1495952" cy="900319"/>
            </a:xfrm>
          </p:grpSpPr>
          <p:sp>
            <p:nvSpPr>
              <p:cNvPr id="1653" name="Google Shape;1653;p31"/>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chemeClr val="accent3"/>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4" name="Google Shape;1654;p31"/>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5" name="Google Shape;1655;p31"/>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6" name="Google Shape;1656;p31"/>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7" name="Google Shape;1657;p31"/>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8" name="Google Shape;1658;p31"/>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59" name="Google Shape;1659;p31"/>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0" name="Google Shape;1660;p31"/>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1" name="Google Shape;1661;p31"/>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2" name="Google Shape;1662;p31"/>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3" name="Google Shape;1663;p31"/>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4" name="Google Shape;1664;p31"/>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5" name="Google Shape;1665;p31"/>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6" name="Google Shape;1666;p31"/>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7" name="Google Shape;1667;p31"/>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8" name="Google Shape;1668;p31"/>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69" name="Google Shape;1669;p31"/>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0" name="Google Shape;1670;p31"/>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1" name="Google Shape;1671;p31"/>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2" name="Google Shape;1672;p31"/>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3" name="Google Shape;1673;p31"/>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4" name="Google Shape;1674;p31"/>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5" name="Google Shape;1675;p31"/>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6" name="Google Shape;1676;p31"/>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77" name="Google Shape;1677;p31"/>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678" name="Google Shape;1678;p31"/>
            <p:cNvGrpSpPr/>
            <p:nvPr/>
          </p:nvGrpSpPr>
          <p:grpSpPr>
            <a:xfrm>
              <a:off x="-3224393" y="4375077"/>
              <a:ext cx="1495952" cy="900319"/>
              <a:chOff x="-3224393" y="4375077"/>
              <a:chExt cx="1495952" cy="900319"/>
            </a:xfrm>
          </p:grpSpPr>
          <p:sp>
            <p:nvSpPr>
              <p:cNvPr id="1679" name="Google Shape;1679;p31"/>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chemeClr val="accent3"/>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0" name="Google Shape;1680;p31"/>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1" name="Google Shape;1681;p31"/>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2" name="Google Shape;1682;p31"/>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3" name="Google Shape;1683;p31"/>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4" name="Google Shape;1684;p31"/>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5" name="Google Shape;1685;p31"/>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6" name="Google Shape;1686;p31"/>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7" name="Google Shape;1687;p31"/>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8" name="Google Shape;1688;p31"/>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89" name="Google Shape;1689;p31"/>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0" name="Google Shape;1690;p31"/>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1" name="Google Shape;1691;p31"/>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2" name="Google Shape;1692;p31"/>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3" name="Google Shape;1693;p31"/>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4" name="Google Shape;1694;p31"/>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5" name="Google Shape;1695;p31"/>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6" name="Google Shape;1696;p31"/>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7" name="Google Shape;1697;p31"/>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8" name="Google Shape;1698;p31"/>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699" name="Google Shape;1699;p31"/>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0" name="Google Shape;1700;p31"/>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1" name="Google Shape;1701;p31"/>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2" name="Google Shape;1702;p31"/>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3" name="Google Shape;1703;p31"/>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704" name="Google Shape;1704;p31"/>
            <p:cNvSpPr/>
            <p:nvPr/>
          </p:nvSpPr>
          <p:spPr>
            <a:xfrm>
              <a:off x="-3853783" y="4446159"/>
              <a:ext cx="57341" cy="0"/>
            </a:xfrm>
            <a:custGeom>
              <a:rect b="b" l="l" r="r" t="t"/>
              <a:pathLst>
                <a:path extrusionOk="0" h="120000" w="338">
                  <a:moveTo>
                    <a:pt x="215" y="0"/>
                  </a:moveTo>
                  <a:lnTo>
                    <a:pt x="215" y="0"/>
                  </a:lnTo>
                  <a:lnTo>
                    <a:pt x="210" y="0"/>
                  </a:lnTo>
                  <a:lnTo>
                    <a:pt x="215" y="0"/>
                  </a:lnTo>
                  <a:moveTo>
                    <a:pt x="204" y="0"/>
                  </a:moveTo>
                  <a:lnTo>
                    <a:pt x="204" y="0"/>
                  </a:lnTo>
                  <a:lnTo>
                    <a:pt x="210" y="0"/>
                  </a:lnTo>
                  <a:lnTo>
                    <a:pt x="204" y="0"/>
                  </a:lnTo>
                  <a:moveTo>
                    <a:pt x="222" y="0"/>
                  </a:moveTo>
                  <a:lnTo>
                    <a:pt x="222" y="0"/>
                  </a:lnTo>
                  <a:moveTo>
                    <a:pt x="198" y="0"/>
                  </a:moveTo>
                  <a:lnTo>
                    <a:pt x="198" y="0"/>
                  </a:lnTo>
                  <a:moveTo>
                    <a:pt x="233" y="0"/>
                  </a:moveTo>
                  <a:lnTo>
                    <a:pt x="233" y="0"/>
                  </a:lnTo>
                  <a:cubicBezTo>
                    <a:pt x="227" y="0"/>
                    <a:pt x="227" y="0"/>
                    <a:pt x="227" y="0"/>
                  </a:cubicBezTo>
                  <a:lnTo>
                    <a:pt x="233" y="0"/>
                  </a:lnTo>
                  <a:moveTo>
                    <a:pt x="186" y="0"/>
                  </a:moveTo>
                  <a:lnTo>
                    <a:pt x="186" y="0"/>
                  </a:lnTo>
                  <a:cubicBezTo>
                    <a:pt x="192" y="0"/>
                    <a:pt x="192" y="0"/>
                    <a:pt x="192" y="0"/>
                  </a:cubicBezTo>
                  <a:lnTo>
                    <a:pt x="186" y="0"/>
                  </a:lnTo>
                  <a:moveTo>
                    <a:pt x="239" y="0"/>
                  </a:moveTo>
                  <a:lnTo>
                    <a:pt x="239" y="0"/>
                  </a:lnTo>
                  <a:cubicBezTo>
                    <a:pt x="233" y="0"/>
                    <a:pt x="233" y="0"/>
                    <a:pt x="233" y="0"/>
                  </a:cubicBezTo>
                  <a:lnTo>
                    <a:pt x="239" y="0"/>
                  </a:lnTo>
                  <a:moveTo>
                    <a:pt x="181" y="0"/>
                  </a:moveTo>
                  <a:lnTo>
                    <a:pt x="181" y="0"/>
                  </a:lnTo>
                  <a:cubicBezTo>
                    <a:pt x="186" y="0"/>
                    <a:pt x="186" y="0"/>
                    <a:pt x="186" y="0"/>
                  </a:cubicBezTo>
                  <a:lnTo>
                    <a:pt x="181" y="0"/>
                  </a:lnTo>
                  <a:moveTo>
                    <a:pt x="244" y="0"/>
                  </a:moveTo>
                  <a:lnTo>
                    <a:pt x="244" y="0"/>
                  </a:lnTo>
                  <a:lnTo>
                    <a:pt x="239" y="0"/>
                  </a:lnTo>
                  <a:lnTo>
                    <a:pt x="244" y="0"/>
                  </a:lnTo>
                  <a:moveTo>
                    <a:pt x="175" y="0"/>
                  </a:moveTo>
                  <a:lnTo>
                    <a:pt x="175" y="0"/>
                  </a:lnTo>
                  <a:lnTo>
                    <a:pt x="181" y="0"/>
                  </a:lnTo>
                  <a:lnTo>
                    <a:pt x="175" y="0"/>
                  </a:lnTo>
                  <a:moveTo>
                    <a:pt x="251" y="0"/>
                  </a:moveTo>
                  <a:lnTo>
                    <a:pt x="251" y="0"/>
                  </a:lnTo>
                  <a:lnTo>
                    <a:pt x="244" y="0"/>
                  </a:lnTo>
                  <a:cubicBezTo>
                    <a:pt x="251" y="0"/>
                    <a:pt x="251" y="0"/>
                    <a:pt x="251" y="0"/>
                  </a:cubicBezTo>
                  <a:moveTo>
                    <a:pt x="169" y="0"/>
                  </a:moveTo>
                  <a:lnTo>
                    <a:pt x="169" y="0"/>
                  </a:lnTo>
                  <a:lnTo>
                    <a:pt x="175" y="0"/>
                  </a:lnTo>
                  <a:cubicBezTo>
                    <a:pt x="169" y="0"/>
                    <a:pt x="169" y="0"/>
                    <a:pt x="169" y="0"/>
                  </a:cubicBezTo>
                  <a:moveTo>
                    <a:pt x="256" y="0"/>
                  </a:moveTo>
                  <a:lnTo>
                    <a:pt x="256" y="0"/>
                  </a:lnTo>
                  <a:moveTo>
                    <a:pt x="163" y="0"/>
                  </a:moveTo>
                  <a:lnTo>
                    <a:pt x="163" y="0"/>
                  </a:lnTo>
                  <a:moveTo>
                    <a:pt x="262" y="0"/>
                  </a:moveTo>
                  <a:lnTo>
                    <a:pt x="262" y="0"/>
                  </a:lnTo>
                  <a:moveTo>
                    <a:pt x="157" y="0"/>
                  </a:moveTo>
                  <a:lnTo>
                    <a:pt x="157" y="0"/>
                  </a:lnTo>
                  <a:moveTo>
                    <a:pt x="268" y="0"/>
                  </a:moveTo>
                  <a:lnTo>
                    <a:pt x="268" y="0"/>
                  </a:lnTo>
                  <a:moveTo>
                    <a:pt x="152" y="0"/>
                  </a:moveTo>
                  <a:lnTo>
                    <a:pt x="152" y="0"/>
                  </a:lnTo>
                  <a:moveTo>
                    <a:pt x="280" y="0"/>
                  </a:moveTo>
                  <a:lnTo>
                    <a:pt x="280" y="0"/>
                  </a:lnTo>
                  <a:cubicBezTo>
                    <a:pt x="274" y="0"/>
                    <a:pt x="274" y="0"/>
                    <a:pt x="274" y="0"/>
                  </a:cubicBezTo>
                  <a:lnTo>
                    <a:pt x="280" y="0"/>
                  </a:lnTo>
                  <a:moveTo>
                    <a:pt x="140" y="0"/>
                  </a:moveTo>
                  <a:lnTo>
                    <a:pt x="140" y="0"/>
                  </a:lnTo>
                  <a:lnTo>
                    <a:pt x="146" y="0"/>
                  </a:lnTo>
                  <a:lnTo>
                    <a:pt x="140" y="0"/>
                  </a:lnTo>
                  <a:moveTo>
                    <a:pt x="134" y="0"/>
                  </a:moveTo>
                  <a:lnTo>
                    <a:pt x="134" y="0"/>
                  </a:lnTo>
                  <a:lnTo>
                    <a:pt x="140" y="0"/>
                  </a:lnTo>
                  <a:cubicBezTo>
                    <a:pt x="134" y="0"/>
                    <a:pt x="134" y="0"/>
                    <a:pt x="134" y="0"/>
                  </a:cubicBezTo>
                  <a:moveTo>
                    <a:pt x="303" y="0"/>
                  </a:moveTo>
                  <a:lnTo>
                    <a:pt x="303" y="0"/>
                  </a:lnTo>
                  <a:lnTo>
                    <a:pt x="297" y="0"/>
                  </a:lnTo>
                  <a:lnTo>
                    <a:pt x="303" y="0"/>
                  </a:lnTo>
                  <a:moveTo>
                    <a:pt x="116" y="0"/>
                  </a:moveTo>
                  <a:lnTo>
                    <a:pt x="116" y="0"/>
                  </a:lnTo>
                  <a:lnTo>
                    <a:pt x="123" y="0"/>
                  </a:lnTo>
                  <a:lnTo>
                    <a:pt x="116" y="0"/>
                  </a:lnTo>
                  <a:moveTo>
                    <a:pt x="309" y="0"/>
                  </a:moveTo>
                  <a:lnTo>
                    <a:pt x="309" y="0"/>
                  </a:lnTo>
                  <a:lnTo>
                    <a:pt x="303" y="0"/>
                  </a:lnTo>
                  <a:cubicBezTo>
                    <a:pt x="309" y="0"/>
                    <a:pt x="309" y="0"/>
                    <a:pt x="309" y="0"/>
                  </a:cubicBezTo>
                  <a:moveTo>
                    <a:pt x="111" y="0"/>
                  </a:moveTo>
                  <a:lnTo>
                    <a:pt x="111" y="0"/>
                  </a:lnTo>
                  <a:lnTo>
                    <a:pt x="116" y="0"/>
                  </a:lnTo>
                  <a:lnTo>
                    <a:pt x="111" y="0"/>
                  </a:lnTo>
                  <a:moveTo>
                    <a:pt x="314" y="0"/>
                  </a:moveTo>
                  <a:lnTo>
                    <a:pt x="314" y="0"/>
                  </a:lnTo>
                  <a:moveTo>
                    <a:pt x="105" y="0"/>
                  </a:moveTo>
                  <a:lnTo>
                    <a:pt x="105" y="0"/>
                  </a:lnTo>
                  <a:lnTo>
                    <a:pt x="111" y="0"/>
                  </a:lnTo>
                  <a:cubicBezTo>
                    <a:pt x="105" y="0"/>
                    <a:pt x="105" y="0"/>
                    <a:pt x="105" y="0"/>
                  </a:cubicBezTo>
                  <a:moveTo>
                    <a:pt x="321" y="0"/>
                  </a:moveTo>
                  <a:lnTo>
                    <a:pt x="321" y="0"/>
                  </a:lnTo>
                  <a:moveTo>
                    <a:pt x="99" y="0"/>
                  </a:moveTo>
                  <a:lnTo>
                    <a:pt x="99" y="0"/>
                  </a:lnTo>
                  <a:moveTo>
                    <a:pt x="326" y="0"/>
                  </a:moveTo>
                  <a:lnTo>
                    <a:pt x="326" y="0"/>
                  </a:lnTo>
                  <a:moveTo>
                    <a:pt x="93" y="0"/>
                  </a:moveTo>
                  <a:lnTo>
                    <a:pt x="93" y="0"/>
                  </a:lnTo>
                  <a:moveTo>
                    <a:pt x="332" y="0"/>
                  </a:moveTo>
                  <a:lnTo>
                    <a:pt x="332" y="0"/>
                  </a:lnTo>
                  <a:moveTo>
                    <a:pt x="87" y="0"/>
                  </a:moveTo>
                  <a:lnTo>
                    <a:pt x="87" y="0"/>
                  </a:lnTo>
                  <a:moveTo>
                    <a:pt x="338" y="0"/>
                  </a:moveTo>
                  <a:lnTo>
                    <a:pt x="338" y="0"/>
                  </a:lnTo>
                  <a:moveTo>
                    <a:pt x="76" y="0"/>
                  </a:moveTo>
                  <a:lnTo>
                    <a:pt x="76" y="0"/>
                  </a:lnTo>
                  <a:lnTo>
                    <a:pt x="82" y="0"/>
                  </a:lnTo>
                  <a:lnTo>
                    <a:pt x="76" y="0"/>
                  </a:lnTo>
                  <a:moveTo>
                    <a:pt x="70" y="0"/>
                  </a:moveTo>
                  <a:lnTo>
                    <a:pt x="70" y="0"/>
                  </a:lnTo>
                  <a:lnTo>
                    <a:pt x="76" y="0"/>
                  </a:lnTo>
                  <a:lnTo>
                    <a:pt x="70" y="0"/>
                  </a:lnTo>
                  <a:moveTo>
                    <a:pt x="64" y="0"/>
                  </a:moveTo>
                  <a:lnTo>
                    <a:pt x="64" y="0"/>
                  </a:lnTo>
                  <a:moveTo>
                    <a:pt x="47" y="0"/>
                  </a:moveTo>
                  <a:lnTo>
                    <a:pt x="47" y="0"/>
                  </a:lnTo>
                  <a:moveTo>
                    <a:pt x="41" y="0"/>
                  </a:moveTo>
                  <a:lnTo>
                    <a:pt x="41" y="0"/>
                  </a:lnTo>
                  <a:moveTo>
                    <a:pt x="35" y="0"/>
                  </a:moveTo>
                  <a:lnTo>
                    <a:pt x="35" y="0"/>
                  </a:lnTo>
                  <a:moveTo>
                    <a:pt x="29" y="0"/>
                  </a:moveTo>
                  <a:lnTo>
                    <a:pt x="29" y="0"/>
                  </a:lnTo>
                  <a:moveTo>
                    <a:pt x="24" y="0"/>
                  </a:moveTo>
                  <a:lnTo>
                    <a:pt x="24" y="0"/>
                  </a:lnTo>
                  <a:moveTo>
                    <a:pt x="17" y="0"/>
                  </a:moveTo>
                  <a:lnTo>
                    <a:pt x="17" y="0"/>
                  </a:lnTo>
                  <a:moveTo>
                    <a:pt x="6" y="0"/>
                  </a:moveTo>
                  <a:lnTo>
                    <a:pt x="6" y="0"/>
                  </a:lnTo>
                  <a:lnTo>
                    <a:pt x="12" y="0"/>
                  </a:lnTo>
                  <a:cubicBezTo>
                    <a:pt x="6" y="0"/>
                    <a:pt x="6" y="0"/>
                    <a:pt x="6" y="0"/>
                  </a:cubicBezTo>
                  <a:moveTo>
                    <a:pt x="0" y="0"/>
                  </a:moveTo>
                  <a:lnTo>
                    <a:pt x="0" y="0"/>
                  </a:lnTo>
                  <a:close/>
                </a:path>
              </a:pathLst>
            </a:custGeom>
            <a:solidFill>
              <a:schemeClr val="accent3"/>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5" name="Google Shape;1705;p31"/>
            <p:cNvSpPr/>
            <p:nvPr/>
          </p:nvSpPr>
          <p:spPr>
            <a:xfrm>
              <a:off x="-4369679" y="4325710"/>
              <a:ext cx="1007028" cy="120450"/>
            </a:xfrm>
            <a:custGeom>
              <a:rect b="b" l="l" r="r" t="t"/>
              <a:pathLst>
                <a:path extrusionOk="0" h="710" w="5936">
                  <a:moveTo>
                    <a:pt x="0" y="0"/>
                  </a:moveTo>
                  <a:lnTo>
                    <a:pt x="0" y="0"/>
                  </a:lnTo>
                  <a:cubicBezTo>
                    <a:pt x="0" y="139"/>
                    <a:pt x="0" y="139"/>
                    <a:pt x="0" y="139"/>
                  </a:cubicBezTo>
                  <a:cubicBezTo>
                    <a:pt x="764" y="472"/>
                    <a:pt x="1841" y="687"/>
                    <a:pt x="3041" y="710"/>
                  </a:cubicBezTo>
                  <a:lnTo>
                    <a:pt x="3041" y="710"/>
                  </a:lnTo>
                  <a:cubicBezTo>
                    <a:pt x="3047" y="710"/>
                    <a:pt x="3047" y="710"/>
                    <a:pt x="3047" y="710"/>
                  </a:cubicBezTo>
                  <a:lnTo>
                    <a:pt x="3053" y="710"/>
                  </a:lnTo>
                  <a:lnTo>
                    <a:pt x="3058" y="710"/>
                  </a:lnTo>
                  <a:lnTo>
                    <a:pt x="3058" y="710"/>
                  </a:lnTo>
                  <a:lnTo>
                    <a:pt x="3065" y="710"/>
                  </a:lnTo>
                  <a:lnTo>
                    <a:pt x="3065" y="710"/>
                  </a:lnTo>
                  <a:lnTo>
                    <a:pt x="3070" y="710"/>
                  </a:lnTo>
                  <a:lnTo>
                    <a:pt x="3070" y="710"/>
                  </a:lnTo>
                  <a:lnTo>
                    <a:pt x="3076" y="710"/>
                  </a:lnTo>
                  <a:lnTo>
                    <a:pt x="3076" y="710"/>
                  </a:lnTo>
                  <a:lnTo>
                    <a:pt x="3082" y="710"/>
                  </a:lnTo>
                  <a:lnTo>
                    <a:pt x="3082" y="710"/>
                  </a:lnTo>
                  <a:cubicBezTo>
                    <a:pt x="3088" y="710"/>
                    <a:pt x="3088" y="710"/>
                    <a:pt x="3088" y="710"/>
                  </a:cubicBezTo>
                  <a:lnTo>
                    <a:pt x="3088" y="710"/>
                  </a:lnTo>
                  <a:cubicBezTo>
                    <a:pt x="3094" y="710"/>
                    <a:pt x="3099" y="710"/>
                    <a:pt x="3105" y="710"/>
                  </a:cubicBezTo>
                  <a:lnTo>
                    <a:pt x="3105" y="710"/>
                  </a:lnTo>
                  <a:cubicBezTo>
                    <a:pt x="3111" y="710"/>
                    <a:pt x="3111" y="710"/>
                    <a:pt x="3111" y="710"/>
                  </a:cubicBezTo>
                  <a:lnTo>
                    <a:pt x="3117" y="710"/>
                  </a:lnTo>
                  <a:lnTo>
                    <a:pt x="3117" y="710"/>
                  </a:lnTo>
                  <a:lnTo>
                    <a:pt x="3123" y="710"/>
                  </a:lnTo>
                  <a:lnTo>
                    <a:pt x="3128" y="710"/>
                  </a:lnTo>
                  <a:lnTo>
                    <a:pt x="3128" y="710"/>
                  </a:lnTo>
                  <a:lnTo>
                    <a:pt x="3134" y="710"/>
                  </a:lnTo>
                  <a:lnTo>
                    <a:pt x="3134" y="710"/>
                  </a:lnTo>
                  <a:lnTo>
                    <a:pt x="3140" y="710"/>
                  </a:lnTo>
                  <a:lnTo>
                    <a:pt x="3140" y="710"/>
                  </a:lnTo>
                  <a:lnTo>
                    <a:pt x="3146" y="710"/>
                  </a:lnTo>
                  <a:lnTo>
                    <a:pt x="3152" y="710"/>
                  </a:lnTo>
                  <a:lnTo>
                    <a:pt x="3152" y="710"/>
                  </a:lnTo>
                  <a:lnTo>
                    <a:pt x="3157" y="710"/>
                  </a:lnTo>
                  <a:lnTo>
                    <a:pt x="3157" y="710"/>
                  </a:lnTo>
                  <a:lnTo>
                    <a:pt x="3164" y="710"/>
                  </a:lnTo>
                  <a:cubicBezTo>
                    <a:pt x="3164" y="710"/>
                    <a:pt x="3169" y="710"/>
                    <a:pt x="3175" y="710"/>
                  </a:cubicBezTo>
                  <a:lnTo>
                    <a:pt x="3181" y="710"/>
                  </a:lnTo>
                  <a:lnTo>
                    <a:pt x="3181" y="710"/>
                  </a:lnTo>
                  <a:lnTo>
                    <a:pt x="3187" y="710"/>
                  </a:lnTo>
                  <a:lnTo>
                    <a:pt x="3193" y="710"/>
                  </a:lnTo>
                  <a:lnTo>
                    <a:pt x="3193" y="710"/>
                  </a:lnTo>
                  <a:lnTo>
                    <a:pt x="3198" y="710"/>
                  </a:lnTo>
                  <a:lnTo>
                    <a:pt x="3198" y="710"/>
                  </a:lnTo>
                  <a:lnTo>
                    <a:pt x="3204" y="710"/>
                  </a:lnTo>
                  <a:lnTo>
                    <a:pt x="3204" y="710"/>
                  </a:lnTo>
                  <a:cubicBezTo>
                    <a:pt x="3210" y="710"/>
                    <a:pt x="3210" y="710"/>
                    <a:pt x="3210" y="710"/>
                  </a:cubicBezTo>
                  <a:lnTo>
                    <a:pt x="3216" y="710"/>
                  </a:lnTo>
                  <a:lnTo>
                    <a:pt x="3216" y="710"/>
                  </a:lnTo>
                  <a:lnTo>
                    <a:pt x="3222" y="710"/>
                  </a:lnTo>
                  <a:lnTo>
                    <a:pt x="3222" y="710"/>
                  </a:lnTo>
                  <a:cubicBezTo>
                    <a:pt x="3227" y="710"/>
                    <a:pt x="3227" y="710"/>
                    <a:pt x="3227" y="710"/>
                  </a:cubicBezTo>
                  <a:lnTo>
                    <a:pt x="3227" y="710"/>
                  </a:lnTo>
                  <a:cubicBezTo>
                    <a:pt x="3233" y="710"/>
                    <a:pt x="3233" y="710"/>
                    <a:pt x="3233" y="710"/>
                  </a:cubicBezTo>
                  <a:lnTo>
                    <a:pt x="3239" y="710"/>
                  </a:lnTo>
                  <a:lnTo>
                    <a:pt x="3239" y="710"/>
                  </a:lnTo>
                  <a:cubicBezTo>
                    <a:pt x="3245" y="710"/>
                    <a:pt x="3245" y="710"/>
                    <a:pt x="3245" y="710"/>
                  </a:cubicBezTo>
                  <a:lnTo>
                    <a:pt x="3251" y="710"/>
                  </a:lnTo>
                  <a:lnTo>
                    <a:pt x="3251" y="710"/>
                  </a:lnTo>
                  <a:lnTo>
                    <a:pt x="3251" y="710"/>
                  </a:lnTo>
                  <a:lnTo>
                    <a:pt x="3256" y="710"/>
                  </a:lnTo>
                  <a:lnTo>
                    <a:pt x="3263" y="710"/>
                  </a:lnTo>
                  <a:lnTo>
                    <a:pt x="3263" y="710"/>
                  </a:lnTo>
                  <a:cubicBezTo>
                    <a:pt x="3268" y="710"/>
                    <a:pt x="3268" y="710"/>
                    <a:pt x="3268" y="710"/>
                  </a:cubicBezTo>
                  <a:lnTo>
                    <a:pt x="3274" y="710"/>
                  </a:lnTo>
                  <a:lnTo>
                    <a:pt x="3274" y="710"/>
                  </a:lnTo>
                  <a:lnTo>
                    <a:pt x="3280" y="710"/>
                  </a:lnTo>
                  <a:lnTo>
                    <a:pt x="3280" y="710"/>
                  </a:lnTo>
                  <a:lnTo>
                    <a:pt x="3285" y="710"/>
                  </a:lnTo>
                  <a:lnTo>
                    <a:pt x="3285" y="710"/>
                  </a:lnTo>
                  <a:cubicBezTo>
                    <a:pt x="3292" y="710"/>
                    <a:pt x="3292" y="710"/>
                    <a:pt x="3292" y="710"/>
                  </a:cubicBezTo>
                  <a:lnTo>
                    <a:pt x="3297" y="710"/>
                  </a:lnTo>
                  <a:lnTo>
                    <a:pt x="3297" y="710"/>
                  </a:lnTo>
                  <a:lnTo>
                    <a:pt x="3303" y="710"/>
                  </a:lnTo>
                  <a:lnTo>
                    <a:pt x="3303" y="710"/>
                  </a:lnTo>
                  <a:cubicBezTo>
                    <a:pt x="3309" y="710"/>
                    <a:pt x="3309" y="710"/>
                    <a:pt x="3309" y="710"/>
                  </a:cubicBezTo>
                  <a:lnTo>
                    <a:pt x="3309" y="710"/>
                  </a:lnTo>
                  <a:cubicBezTo>
                    <a:pt x="3315" y="710"/>
                    <a:pt x="3315" y="710"/>
                    <a:pt x="3315" y="710"/>
                  </a:cubicBezTo>
                  <a:lnTo>
                    <a:pt x="3321" y="710"/>
                  </a:lnTo>
                  <a:cubicBezTo>
                    <a:pt x="3326" y="710"/>
                    <a:pt x="3332" y="710"/>
                    <a:pt x="3338" y="710"/>
                  </a:cubicBezTo>
                  <a:lnTo>
                    <a:pt x="3344" y="710"/>
                  </a:lnTo>
                  <a:lnTo>
                    <a:pt x="3344" y="710"/>
                  </a:lnTo>
                  <a:cubicBezTo>
                    <a:pt x="3350" y="710"/>
                    <a:pt x="3350" y="710"/>
                    <a:pt x="3350" y="710"/>
                  </a:cubicBezTo>
                  <a:lnTo>
                    <a:pt x="3355" y="710"/>
                  </a:lnTo>
                  <a:lnTo>
                    <a:pt x="3355" y="710"/>
                  </a:lnTo>
                  <a:lnTo>
                    <a:pt x="3362" y="710"/>
                  </a:lnTo>
                  <a:lnTo>
                    <a:pt x="3362" y="710"/>
                  </a:lnTo>
                  <a:lnTo>
                    <a:pt x="3367" y="710"/>
                  </a:lnTo>
                  <a:lnTo>
                    <a:pt x="3367" y="710"/>
                  </a:lnTo>
                  <a:lnTo>
                    <a:pt x="3373" y="710"/>
                  </a:lnTo>
                  <a:lnTo>
                    <a:pt x="3373" y="710"/>
                  </a:lnTo>
                  <a:cubicBezTo>
                    <a:pt x="3379" y="710"/>
                    <a:pt x="3379" y="710"/>
                    <a:pt x="3379" y="710"/>
                  </a:cubicBezTo>
                  <a:lnTo>
                    <a:pt x="3379" y="710"/>
                  </a:lnTo>
                  <a:cubicBezTo>
                    <a:pt x="4340" y="699"/>
                    <a:pt x="5225" y="565"/>
                    <a:pt x="5936" y="349"/>
                  </a:cubicBezTo>
                  <a:cubicBezTo>
                    <a:pt x="5861" y="373"/>
                    <a:pt x="5779" y="396"/>
                    <a:pt x="5692" y="419"/>
                  </a:cubicBezTo>
                  <a:cubicBezTo>
                    <a:pt x="5692" y="262"/>
                    <a:pt x="5692" y="262"/>
                    <a:pt x="5692" y="262"/>
                  </a:cubicBezTo>
                  <a:cubicBezTo>
                    <a:pt x="4993" y="436"/>
                    <a:pt x="4154" y="542"/>
                    <a:pt x="3251" y="542"/>
                  </a:cubicBezTo>
                  <a:cubicBezTo>
                    <a:pt x="1969" y="542"/>
                    <a:pt x="816" y="332"/>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706" name="Google Shape;1706;p31"/>
            <p:cNvGrpSpPr/>
            <p:nvPr/>
          </p:nvGrpSpPr>
          <p:grpSpPr>
            <a:xfrm>
              <a:off x="-4566130" y="3552119"/>
              <a:ext cx="1496970" cy="894042"/>
              <a:chOff x="-4566130" y="3552119"/>
              <a:chExt cx="1496970" cy="894042"/>
            </a:xfrm>
          </p:grpSpPr>
          <p:sp>
            <p:nvSpPr>
              <p:cNvPr id="1707" name="Google Shape;1707;p31"/>
              <p:cNvSpPr/>
              <p:nvPr/>
            </p:nvSpPr>
            <p:spPr>
              <a:xfrm>
                <a:off x="-4565282" y="3852564"/>
                <a:ext cx="1494086" cy="593597"/>
              </a:xfrm>
              <a:custGeom>
                <a:rect b="b" l="l" r="r" t="t"/>
                <a:pathLst>
                  <a:path extrusionOk="0" h="3499" w="8807">
                    <a:moveTo>
                      <a:pt x="8807" y="1752"/>
                    </a:moveTo>
                    <a:lnTo>
                      <a:pt x="8807" y="1752"/>
                    </a:lnTo>
                    <a:cubicBezTo>
                      <a:pt x="8807" y="2719"/>
                      <a:pt x="6839" y="3499"/>
                      <a:pt x="4404" y="3499"/>
                    </a:cubicBezTo>
                    <a:cubicBezTo>
                      <a:pt x="1969" y="3499"/>
                      <a:pt x="0" y="2719"/>
                      <a:pt x="0" y="1752"/>
                    </a:cubicBezTo>
                    <a:cubicBezTo>
                      <a:pt x="0" y="786"/>
                      <a:pt x="1969" y="0"/>
                      <a:pt x="4404" y="0"/>
                    </a:cubicBezTo>
                    <a:cubicBezTo>
                      <a:pt x="6839" y="0"/>
                      <a:pt x="8807" y="786"/>
                      <a:pt x="8807" y="1752"/>
                    </a:cubicBezTo>
                    <a:close/>
                  </a:path>
                </a:pathLst>
              </a:custGeom>
              <a:solidFill>
                <a:schemeClr val="accent3"/>
              </a:solidFill>
              <a:ln>
                <a:noFill/>
              </a:ln>
              <a:effectLst>
                <a:outerShdw blurRad="57150" rotWithShape="0" algn="bl" dir="5400000" dist="19050">
                  <a:srgbClr val="000000">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8" name="Google Shape;1708;p31"/>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09" name="Google Shape;1709;p31"/>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0" name="Google Shape;1710;p31"/>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1" name="Google Shape;1711;p31"/>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2" name="Google Shape;1712;p31"/>
              <p:cNvSpPr/>
              <p:nvPr/>
            </p:nvSpPr>
            <p:spPr>
              <a:xfrm>
                <a:off x="-3404049" y="4141982"/>
                <a:ext cx="332848" cy="242935"/>
              </a:xfrm>
              <a:custGeom>
                <a:rect b="b" l="l" r="r" t="t"/>
                <a:pathLst>
                  <a:path extrusionOk="0" h="1432" w="1962">
                    <a:moveTo>
                      <a:pt x="1962" y="0"/>
                    </a:moveTo>
                    <a:lnTo>
                      <a:pt x="1962" y="0"/>
                    </a:lnTo>
                    <a:cubicBezTo>
                      <a:pt x="0" y="0"/>
                      <a:pt x="0" y="0"/>
                      <a:pt x="0" y="0"/>
                    </a:cubicBezTo>
                    <a:cubicBezTo>
                      <a:pt x="0" y="1345"/>
                      <a:pt x="0" y="1345"/>
                      <a:pt x="0" y="1345"/>
                    </a:cubicBezTo>
                    <a:cubicBezTo>
                      <a:pt x="949" y="1100"/>
                      <a:pt x="1648" y="728"/>
                      <a:pt x="1922" y="285"/>
                    </a:cubicBezTo>
                    <a:lnTo>
                      <a:pt x="1922" y="285"/>
                    </a:lnTo>
                    <a:lnTo>
                      <a:pt x="1922" y="285"/>
                    </a:lnTo>
                    <a:cubicBezTo>
                      <a:pt x="1758" y="751"/>
                      <a:pt x="1135" y="1159"/>
                      <a:pt x="244" y="1432"/>
                    </a:cubicBezTo>
                    <a:cubicBezTo>
                      <a:pt x="1293" y="1112"/>
                      <a:pt x="1962" y="611"/>
                      <a:pt x="1962" y="46"/>
                    </a:cubicBezTo>
                    <a:cubicBezTo>
                      <a:pt x="1962" y="29"/>
                      <a:pt x="1962" y="11"/>
                      <a:pt x="196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3" name="Google Shape;1713;p31"/>
              <p:cNvSpPr/>
              <p:nvPr/>
            </p:nvSpPr>
            <p:spPr>
              <a:xfrm>
                <a:off x="-3404049" y="3849510"/>
                <a:ext cx="334884" cy="292472"/>
              </a:xfrm>
              <a:custGeom>
                <a:rect b="b" l="l" r="r" t="t"/>
                <a:pathLst>
                  <a:path extrusionOk="0" h="1724" w="1974">
                    <a:moveTo>
                      <a:pt x="1974" y="0"/>
                    </a:moveTo>
                    <a:lnTo>
                      <a:pt x="1974" y="0"/>
                    </a:lnTo>
                    <a:cubicBezTo>
                      <a:pt x="1962" y="0"/>
                      <a:pt x="1962" y="0"/>
                      <a:pt x="1962" y="0"/>
                    </a:cubicBezTo>
                    <a:cubicBezTo>
                      <a:pt x="1951" y="600"/>
                      <a:pt x="1170" y="1130"/>
                      <a:pt x="0" y="1438"/>
                    </a:cubicBezTo>
                    <a:cubicBezTo>
                      <a:pt x="0" y="1724"/>
                      <a:pt x="0" y="1724"/>
                      <a:pt x="0" y="1724"/>
                    </a:cubicBezTo>
                    <a:cubicBezTo>
                      <a:pt x="1962" y="1724"/>
                      <a:pt x="1962" y="1724"/>
                      <a:pt x="1962" y="1724"/>
                    </a:cubicBezTo>
                    <a:lnTo>
                      <a:pt x="1962" y="1724"/>
                    </a:lnTo>
                    <a:cubicBezTo>
                      <a:pt x="1974" y="1724"/>
                      <a:pt x="1974" y="1724"/>
                      <a:pt x="1974" y="1724"/>
                    </a:cubicBezTo>
                    <a:cubicBezTo>
                      <a:pt x="1974" y="0"/>
                      <a:pt x="1974" y="0"/>
                      <a:pt x="1974"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4" name="Google Shape;1714;p31"/>
              <p:cNvSpPr/>
              <p:nvPr/>
            </p:nvSpPr>
            <p:spPr>
              <a:xfrm>
                <a:off x="-4566130" y="3849510"/>
                <a:ext cx="30537" cy="383234"/>
              </a:xfrm>
              <a:custGeom>
                <a:rect b="b" l="l" r="r" t="t"/>
                <a:pathLst>
                  <a:path extrusionOk="0" h="2259" w="180">
                    <a:moveTo>
                      <a:pt x="5" y="1758"/>
                    </a:moveTo>
                    <a:lnTo>
                      <a:pt x="5" y="1758"/>
                    </a:lnTo>
                    <a:cubicBezTo>
                      <a:pt x="5" y="1758"/>
                      <a:pt x="5" y="1764"/>
                      <a:pt x="5" y="1770"/>
                    </a:cubicBezTo>
                    <a:cubicBezTo>
                      <a:pt x="5" y="1939"/>
                      <a:pt x="63" y="2102"/>
                      <a:pt x="180" y="2259"/>
                    </a:cubicBezTo>
                    <a:cubicBezTo>
                      <a:pt x="63" y="2108"/>
                      <a:pt x="5" y="1939"/>
                      <a:pt x="5" y="1770"/>
                    </a:cubicBezTo>
                    <a:cubicBezTo>
                      <a:pt x="5" y="1764"/>
                      <a:pt x="5" y="1758"/>
                      <a:pt x="5" y="1758"/>
                    </a:cubicBezTo>
                    <a:moveTo>
                      <a:pt x="5" y="0"/>
                    </a:moveTo>
                    <a:lnTo>
                      <a:pt x="5" y="0"/>
                    </a:lnTo>
                    <a:cubicBezTo>
                      <a:pt x="0" y="0"/>
                      <a:pt x="0" y="0"/>
                      <a:pt x="0" y="0"/>
                    </a:cubicBezTo>
                    <a:cubicBezTo>
                      <a:pt x="0" y="1724"/>
                      <a:pt x="0" y="1724"/>
                      <a:pt x="0" y="1724"/>
                    </a:cubicBezTo>
                    <a:lnTo>
                      <a:pt x="0" y="1724"/>
                    </a:lnTo>
                    <a:cubicBezTo>
                      <a:pt x="0" y="0"/>
                      <a:pt x="0" y="0"/>
                      <a:pt x="0" y="0"/>
                    </a:cubicBezTo>
                    <a:cubicBezTo>
                      <a:pt x="5" y="0"/>
                      <a:pt x="5" y="0"/>
                      <a:pt x="5" y="0"/>
                    </a:cubicBez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5" name="Google Shape;1715;p31"/>
              <p:cNvSpPr/>
              <p:nvPr/>
            </p:nvSpPr>
            <p:spPr>
              <a:xfrm>
                <a:off x="-4565282" y="4141982"/>
                <a:ext cx="195604" cy="207309"/>
              </a:xfrm>
              <a:custGeom>
                <a:rect b="b" l="l" r="r" t="t"/>
                <a:pathLst>
                  <a:path extrusionOk="0" h="1222" w="1153">
                    <a:moveTo>
                      <a:pt x="1153" y="0"/>
                    </a:moveTo>
                    <a:lnTo>
                      <a:pt x="1153" y="0"/>
                    </a:lnTo>
                    <a:cubicBezTo>
                      <a:pt x="0" y="0"/>
                      <a:pt x="0" y="0"/>
                      <a:pt x="0" y="0"/>
                    </a:cubicBezTo>
                    <a:cubicBezTo>
                      <a:pt x="0" y="11"/>
                      <a:pt x="0" y="22"/>
                      <a:pt x="0" y="34"/>
                    </a:cubicBezTo>
                    <a:cubicBezTo>
                      <a:pt x="0" y="34"/>
                      <a:pt x="0" y="40"/>
                      <a:pt x="0" y="46"/>
                    </a:cubicBezTo>
                    <a:cubicBezTo>
                      <a:pt x="0" y="215"/>
                      <a:pt x="58" y="384"/>
                      <a:pt x="175" y="535"/>
                    </a:cubicBezTo>
                    <a:cubicBezTo>
                      <a:pt x="367" y="797"/>
                      <a:pt x="705" y="1030"/>
                      <a:pt x="1153" y="1222"/>
                    </a:cubicBezTo>
                    <a:lnTo>
                      <a:pt x="1153" y="1222"/>
                    </a:lnTo>
                    <a:cubicBezTo>
                      <a:pt x="565" y="972"/>
                      <a:pt x="169" y="646"/>
                      <a:pt x="41" y="285"/>
                    </a:cubicBezTo>
                    <a:cubicBezTo>
                      <a:pt x="227" y="588"/>
                      <a:pt x="618" y="861"/>
                      <a:pt x="1153" y="1083"/>
                    </a:cubicBezTo>
                    <a:cubicBezTo>
                      <a:pt x="1153" y="0"/>
                      <a:pt x="1153" y="0"/>
                      <a:pt x="1153"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6" name="Google Shape;1716;p31"/>
              <p:cNvSpPr/>
              <p:nvPr/>
            </p:nvSpPr>
            <p:spPr>
              <a:xfrm>
                <a:off x="-4566130" y="3849510"/>
                <a:ext cx="196452" cy="292472"/>
              </a:xfrm>
              <a:custGeom>
                <a:rect b="b" l="l" r="r" t="t"/>
                <a:pathLst>
                  <a:path extrusionOk="0" h="1724" w="1158">
                    <a:moveTo>
                      <a:pt x="5" y="0"/>
                    </a:moveTo>
                    <a:lnTo>
                      <a:pt x="5" y="0"/>
                    </a:lnTo>
                    <a:cubicBezTo>
                      <a:pt x="0" y="0"/>
                      <a:pt x="0" y="0"/>
                      <a:pt x="0" y="0"/>
                    </a:cubicBezTo>
                    <a:cubicBezTo>
                      <a:pt x="0" y="1724"/>
                      <a:pt x="0" y="1724"/>
                      <a:pt x="0" y="1724"/>
                    </a:cubicBezTo>
                    <a:cubicBezTo>
                      <a:pt x="5" y="1724"/>
                      <a:pt x="5" y="1724"/>
                      <a:pt x="5" y="1724"/>
                    </a:cubicBezTo>
                    <a:lnTo>
                      <a:pt x="5" y="1724"/>
                    </a:lnTo>
                    <a:cubicBezTo>
                      <a:pt x="1158" y="1724"/>
                      <a:pt x="1158" y="1724"/>
                      <a:pt x="1158" y="1724"/>
                    </a:cubicBezTo>
                    <a:cubicBezTo>
                      <a:pt x="1158" y="1165"/>
                      <a:pt x="1158" y="1165"/>
                      <a:pt x="1158" y="1165"/>
                    </a:cubicBezTo>
                    <a:cubicBezTo>
                      <a:pt x="448" y="857"/>
                      <a:pt x="17" y="448"/>
                      <a:pt x="5"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7" name="Google Shape;1717;p31"/>
              <p:cNvSpPr/>
              <p:nvPr/>
            </p:nvSpPr>
            <p:spPr>
              <a:xfrm>
                <a:off x="-3404049" y="4190332"/>
                <a:ext cx="326062" cy="206461"/>
              </a:xfrm>
              <a:custGeom>
                <a:rect b="b" l="l" r="r" t="t"/>
                <a:pathLst>
                  <a:path extrusionOk="0" h="1217" w="1922">
                    <a:moveTo>
                      <a:pt x="1922" y="0"/>
                    </a:moveTo>
                    <a:lnTo>
                      <a:pt x="1922" y="0"/>
                    </a:lnTo>
                    <a:cubicBezTo>
                      <a:pt x="1648" y="443"/>
                      <a:pt x="949" y="815"/>
                      <a:pt x="0" y="1060"/>
                    </a:cubicBezTo>
                    <a:cubicBezTo>
                      <a:pt x="0" y="1217"/>
                      <a:pt x="0" y="1217"/>
                      <a:pt x="0" y="1217"/>
                    </a:cubicBezTo>
                    <a:cubicBezTo>
                      <a:pt x="87" y="1194"/>
                      <a:pt x="169" y="1171"/>
                      <a:pt x="244" y="1147"/>
                    </a:cubicBezTo>
                    <a:cubicBezTo>
                      <a:pt x="1135" y="874"/>
                      <a:pt x="1758" y="466"/>
                      <a:pt x="1922"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8" name="Google Shape;1718;p31"/>
              <p:cNvSpPr/>
              <p:nvPr/>
            </p:nvSpPr>
            <p:spPr>
              <a:xfrm>
                <a:off x="-4558326" y="4190332"/>
                <a:ext cx="188648" cy="158960"/>
              </a:xfrm>
              <a:custGeom>
                <a:rect b="b" l="l" r="r" t="t"/>
                <a:pathLst>
                  <a:path extrusionOk="0" h="937" w="1112">
                    <a:moveTo>
                      <a:pt x="0" y="0"/>
                    </a:moveTo>
                    <a:lnTo>
                      <a:pt x="0" y="0"/>
                    </a:lnTo>
                    <a:cubicBezTo>
                      <a:pt x="128" y="361"/>
                      <a:pt x="524" y="687"/>
                      <a:pt x="1112" y="937"/>
                    </a:cubicBezTo>
                    <a:cubicBezTo>
                      <a:pt x="1112" y="798"/>
                      <a:pt x="1112" y="798"/>
                      <a:pt x="1112" y="798"/>
                    </a:cubicBezTo>
                    <a:cubicBezTo>
                      <a:pt x="577" y="576"/>
                      <a:pt x="186" y="303"/>
                      <a:pt x="0" y="0"/>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19" name="Google Shape;1719;p31"/>
              <p:cNvSpPr/>
              <p:nvPr/>
            </p:nvSpPr>
            <p:spPr>
              <a:xfrm>
                <a:off x="-4565282" y="3552119"/>
                <a:ext cx="1494086" cy="590713"/>
              </a:xfrm>
              <a:custGeom>
                <a:rect b="b" l="l" r="r" t="t"/>
                <a:pathLst>
                  <a:path extrusionOk="0" h="3482" w="8807">
                    <a:moveTo>
                      <a:pt x="5126" y="5"/>
                    </a:moveTo>
                    <a:lnTo>
                      <a:pt x="5126" y="5"/>
                    </a:lnTo>
                    <a:cubicBezTo>
                      <a:pt x="5126" y="407"/>
                      <a:pt x="5126" y="407"/>
                      <a:pt x="5126" y="407"/>
                    </a:cubicBezTo>
                    <a:cubicBezTo>
                      <a:pt x="4888" y="390"/>
                      <a:pt x="4648" y="384"/>
                      <a:pt x="4404" y="384"/>
                    </a:cubicBezTo>
                    <a:cubicBezTo>
                      <a:pt x="4218" y="384"/>
                      <a:pt x="4031" y="390"/>
                      <a:pt x="3850" y="396"/>
                    </a:cubicBezTo>
                    <a:cubicBezTo>
                      <a:pt x="3850" y="0"/>
                      <a:pt x="3850" y="0"/>
                      <a:pt x="3850" y="0"/>
                    </a:cubicBezTo>
                    <a:cubicBezTo>
                      <a:pt x="1678" y="104"/>
                      <a:pt x="0" y="844"/>
                      <a:pt x="0" y="1736"/>
                    </a:cubicBezTo>
                    <a:cubicBezTo>
                      <a:pt x="0" y="2702"/>
                      <a:pt x="1969" y="3482"/>
                      <a:pt x="4404" y="3482"/>
                    </a:cubicBezTo>
                    <a:cubicBezTo>
                      <a:pt x="6839" y="3482"/>
                      <a:pt x="8807" y="2702"/>
                      <a:pt x="8807" y="1736"/>
                    </a:cubicBezTo>
                    <a:cubicBezTo>
                      <a:pt x="8807" y="868"/>
                      <a:pt x="7217" y="145"/>
                      <a:pt x="5126" y="5"/>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0" name="Google Shape;1720;p31"/>
              <p:cNvSpPr/>
              <p:nvPr/>
            </p:nvSpPr>
            <p:spPr>
              <a:xfrm>
                <a:off x="-3882453" y="4141982"/>
                <a:ext cx="128423" cy="848"/>
              </a:xfrm>
              <a:custGeom>
                <a:rect b="b" l="l" r="r" t="t"/>
                <a:pathLst>
                  <a:path extrusionOk="0" h="5" w="757">
                    <a:moveTo>
                      <a:pt x="373" y="5"/>
                    </a:moveTo>
                    <a:lnTo>
                      <a:pt x="373" y="5"/>
                    </a:lnTo>
                    <a:lnTo>
                      <a:pt x="379" y="5"/>
                    </a:lnTo>
                    <a:lnTo>
                      <a:pt x="373" y="5"/>
                    </a:lnTo>
                    <a:moveTo>
                      <a:pt x="384" y="5"/>
                    </a:moveTo>
                    <a:lnTo>
                      <a:pt x="384" y="5"/>
                    </a:lnTo>
                    <a:lnTo>
                      <a:pt x="379" y="5"/>
                    </a:lnTo>
                    <a:lnTo>
                      <a:pt x="384" y="5"/>
                    </a:lnTo>
                    <a:moveTo>
                      <a:pt x="367" y="5"/>
                    </a:moveTo>
                    <a:lnTo>
                      <a:pt x="367" y="5"/>
                    </a:lnTo>
                    <a:moveTo>
                      <a:pt x="391" y="5"/>
                    </a:moveTo>
                    <a:lnTo>
                      <a:pt x="391" y="5"/>
                    </a:lnTo>
                    <a:moveTo>
                      <a:pt x="355" y="5"/>
                    </a:moveTo>
                    <a:lnTo>
                      <a:pt x="355" y="5"/>
                    </a:lnTo>
                    <a:cubicBezTo>
                      <a:pt x="361" y="5"/>
                      <a:pt x="361" y="5"/>
                      <a:pt x="361" y="5"/>
                    </a:cubicBezTo>
                    <a:lnTo>
                      <a:pt x="355" y="5"/>
                    </a:lnTo>
                    <a:moveTo>
                      <a:pt x="402" y="5"/>
                    </a:moveTo>
                    <a:lnTo>
                      <a:pt x="402" y="5"/>
                    </a:lnTo>
                    <a:cubicBezTo>
                      <a:pt x="396" y="5"/>
                      <a:pt x="396" y="5"/>
                      <a:pt x="396" y="5"/>
                    </a:cubicBezTo>
                    <a:lnTo>
                      <a:pt x="402" y="5"/>
                    </a:lnTo>
                    <a:moveTo>
                      <a:pt x="408" y="5"/>
                    </a:moveTo>
                    <a:lnTo>
                      <a:pt x="408" y="5"/>
                    </a:lnTo>
                    <a:cubicBezTo>
                      <a:pt x="402" y="5"/>
                      <a:pt x="402" y="5"/>
                      <a:pt x="402" y="5"/>
                    </a:cubicBezTo>
                    <a:lnTo>
                      <a:pt x="408" y="5"/>
                    </a:lnTo>
                    <a:moveTo>
                      <a:pt x="350" y="5"/>
                    </a:moveTo>
                    <a:lnTo>
                      <a:pt x="350" y="5"/>
                    </a:lnTo>
                    <a:cubicBezTo>
                      <a:pt x="355" y="5"/>
                      <a:pt x="355" y="5"/>
                      <a:pt x="355" y="5"/>
                    </a:cubicBezTo>
                    <a:lnTo>
                      <a:pt x="350" y="5"/>
                    </a:lnTo>
                    <a:moveTo>
                      <a:pt x="413" y="5"/>
                    </a:moveTo>
                    <a:lnTo>
                      <a:pt x="413" y="5"/>
                    </a:lnTo>
                    <a:lnTo>
                      <a:pt x="408" y="5"/>
                    </a:lnTo>
                    <a:lnTo>
                      <a:pt x="413" y="5"/>
                    </a:lnTo>
                    <a:moveTo>
                      <a:pt x="344" y="5"/>
                    </a:moveTo>
                    <a:lnTo>
                      <a:pt x="344" y="5"/>
                    </a:lnTo>
                    <a:lnTo>
                      <a:pt x="350" y="5"/>
                    </a:lnTo>
                    <a:lnTo>
                      <a:pt x="344" y="5"/>
                    </a:lnTo>
                    <a:moveTo>
                      <a:pt x="420" y="5"/>
                    </a:moveTo>
                    <a:lnTo>
                      <a:pt x="420" y="5"/>
                    </a:lnTo>
                    <a:lnTo>
                      <a:pt x="413" y="5"/>
                    </a:lnTo>
                    <a:cubicBezTo>
                      <a:pt x="420" y="5"/>
                      <a:pt x="420" y="5"/>
                      <a:pt x="420" y="5"/>
                    </a:cubicBezTo>
                    <a:moveTo>
                      <a:pt x="338" y="5"/>
                    </a:moveTo>
                    <a:lnTo>
                      <a:pt x="338" y="5"/>
                    </a:lnTo>
                    <a:lnTo>
                      <a:pt x="344" y="5"/>
                    </a:lnTo>
                    <a:cubicBezTo>
                      <a:pt x="338" y="5"/>
                      <a:pt x="338" y="5"/>
                      <a:pt x="338" y="5"/>
                    </a:cubicBezTo>
                    <a:moveTo>
                      <a:pt x="425" y="5"/>
                    </a:moveTo>
                    <a:lnTo>
                      <a:pt x="425" y="5"/>
                    </a:lnTo>
                    <a:moveTo>
                      <a:pt x="332" y="5"/>
                    </a:moveTo>
                    <a:lnTo>
                      <a:pt x="332" y="5"/>
                    </a:lnTo>
                    <a:moveTo>
                      <a:pt x="326" y="5"/>
                    </a:moveTo>
                    <a:lnTo>
                      <a:pt x="326" y="5"/>
                    </a:lnTo>
                    <a:moveTo>
                      <a:pt x="431" y="5"/>
                    </a:moveTo>
                    <a:lnTo>
                      <a:pt x="431" y="5"/>
                    </a:lnTo>
                    <a:moveTo>
                      <a:pt x="443" y="5"/>
                    </a:moveTo>
                    <a:lnTo>
                      <a:pt x="443" y="5"/>
                    </a:lnTo>
                    <a:cubicBezTo>
                      <a:pt x="437" y="5"/>
                      <a:pt x="437" y="5"/>
                      <a:pt x="437" y="5"/>
                    </a:cubicBezTo>
                    <a:lnTo>
                      <a:pt x="443" y="5"/>
                    </a:lnTo>
                    <a:moveTo>
                      <a:pt x="315" y="5"/>
                    </a:moveTo>
                    <a:lnTo>
                      <a:pt x="315" y="5"/>
                    </a:lnTo>
                    <a:cubicBezTo>
                      <a:pt x="321" y="5"/>
                      <a:pt x="321" y="5"/>
                      <a:pt x="321" y="5"/>
                    </a:cubicBezTo>
                    <a:lnTo>
                      <a:pt x="315" y="5"/>
                    </a:lnTo>
                    <a:moveTo>
                      <a:pt x="449" y="5"/>
                    </a:moveTo>
                    <a:lnTo>
                      <a:pt x="449" y="5"/>
                    </a:lnTo>
                    <a:lnTo>
                      <a:pt x="443" y="5"/>
                    </a:lnTo>
                    <a:lnTo>
                      <a:pt x="449" y="5"/>
                    </a:lnTo>
                    <a:moveTo>
                      <a:pt x="309" y="5"/>
                    </a:moveTo>
                    <a:lnTo>
                      <a:pt x="309" y="5"/>
                    </a:lnTo>
                    <a:lnTo>
                      <a:pt x="315" y="5"/>
                    </a:lnTo>
                    <a:lnTo>
                      <a:pt x="309" y="5"/>
                    </a:lnTo>
                    <a:moveTo>
                      <a:pt x="297" y="5"/>
                    </a:moveTo>
                    <a:lnTo>
                      <a:pt x="297" y="5"/>
                    </a:lnTo>
                    <a:cubicBezTo>
                      <a:pt x="297" y="5"/>
                      <a:pt x="303" y="5"/>
                      <a:pt x="309" y="5"/>
                    </a:cubicBezTo>
                    <a:cubicBezTo>
                      <a:pt x="303" y="5"/>
                      <a:pt x="297" y="5"/>
                      <a:pt x="297" y="5"/>
                    </a:cubicBezTo>
                    <a:moveTo>
                      <a:pt x="460" y="5"/>
                    </a:moveTo>
                    <a:lnTo>
                      <a:pt x="460" y="5"/>
                    </a:lnTo>
                    <a:cubicBezTo>
                      <a:pt x="460" y="5"/>
                      <a:pt x="454" y="5"/>
                      <a:pt x="449" y="5"/>
                    </a:cubicBezTo>
                    <a:cubicBezTo>
                      <a:pt x="454" y="5"/>
                      <a:pt x="460" y="5"/>
                      <a:pt x="460" y="5"/>
                    </a:cubicBezTo>
                    <a:moveTo>
                      <a:pt x="472" y="5"/>
                    </a:moveTo>
                    <a:lnTo>
                      <a:pt x="472" y="5"/>
                    </a:lnTo>
                    <a:lnTo>
                      <a:pt x="466" y="5"/>
                    </a:lnTo>
                    <a:lnTo>
                      <a:pt x="472" y="5"/>
                    </a:lnTo>
                    <a:moveTo>
                      <a:pt x="285" y="5"/>
                    </a:moveTo>
                    <a:lnTo>
                      <a:pt x="285" y="5"/>
                    </a:lnTo>
                    <a:lnTo>
                      <a:pt x="292" y="5"/>
                    </a:lnTo>
                    <a:lnTo>
                      <a:pt x="285" y="5"/>
                    </a:lnTo>
                    <a:moveTo>
                      <a:pt x="478" y="5"/>
                    </a:moveTo>
                    <a:lnTo>
                      <a:pt x="478" y="5"/>
                    </a:lnTo>
                    <a:lnTo>
                      <a:pt x="472" y="5"/>
                    </a:lnTo>
                    <a:lnTo>
                      <a:pt x="478" y="5"/>
                    </a:lnTo>
                    <a:moveTo>
                      <a:pt x="280" y="5"/>
                    </a:moveTo>
                    <a:lnTo>
                      <a:pt x="280" y="5"/>
                    </a:lnTo>
                    <a:lnTo>
                      <a:pt x="285" y="5"/>
                    </a:lnTo>
                    <a:lnTo>
                      <a:pt x="280" y="5"/>
                    </a:lnTo>
                    <a:moveTo>
                      <a:pt x="483" y="5"/>
                    </a:moveTo>
                    <a:lnTo>
                      <a:pt x="483" y="5"/>
                    </a:lnTo>
                    <a:lnTo>
                      <a:pt x="478" y="5"/>
                    </a:lnTo>
                    <a:cubicBezTo>
                      <a:pt x="483" y="5"/>
                      <a:pt x="483" y="5"/>
                      <a:pt x="483" y="5"/>
                    </a:cubicBezTo>
                    <a:moveTo>
                      <a:pt x="274" y="5"/>
                    </a:moveTo>
                    <a:lnTo>
                      <a:pt x="274" y="5"/>
                    </a:lnTo>
                    <a:lnTo>
                      <a:pt x="280" y="5"/>
                    </a:lnTo>
                    <a:cubicBezTo>
                      <a:pt x="274" y="5"/>
                      <a:pt x="274" y="5"/>
                      <a:pt x="274" y="5"/>
                    </a:cubicBezTo>
                    <a:moveTo>
                      <a:pt x="268" y="5"/>
                    </a:moveTo>
                    <a:lnTo>
                      <a:pt x="268" y="5"/>
                    </a:lnTo>
                    <a:moveTo>
                      <a:pt x="490" y="5"/>
                    </a:moveTo>
                    <a:lnTo>
                      <a:pt x="490" y="5"/>
                    </a:lnTo>
                    <a:moveTo>
                      <a:pt x="501" y="5"/>
                    </a:moveTo>
                    <a:lnTo>
                      <a:pt x="501" y="5"/>
                    </a:lnTo>
                    <a:cubicBezTo>
                      <a:pt x="495" y="5"/>
                      <a:pt x="495" y="5"/>
                      <a:pt x="495" y="5"/>
                    </a:cubicBezTo>
                    <a:lnTo>
                      <a:pt x="501" y="5"/>
                    </a:lnTo>
                    <a:moveTo>
                      <a:pt x="256" y="5"/>
                    </a:moveTo>
                    <a:lnTo>
                      <a:pt x="256" y="5"/>
                    </a:lnTo>
                    <a:cubicBezTo>
                      <a:pt x="262" y="5"/>
                      <a:pt x="262" y="5"/>
                      <a:pt x="262" y="5"/>
                    </a:cubicBezTo>
                    <a:lnTo>
                      <a:pt x="256" y="5"/>
                    </a:lnTo>
                    <a:moveTo>
                      <a:pt x="507" y="5"/>
                    </a:moveTo>
                    <a:lnTo>
                      <a:pt x="507" y="5"/>
                    </a:lnTo>
                    <a:cubicBezTo>
                      <a:pt x="501" y="5"/>
                      <a:pt x="501" y="5"/>
                      <a:pt x="501" y="5"/>
                    </a:cubicBezTo>
                    <a:lnTo>
                      <a:pt x="507" y="5"/>
                    </a:lnTo>
                    <a:moveTo>
                      <a:pt x="251" y="5"/>
                    </a:moveTo>
                    <a:lnTo>
                      <a:pt x="251" y="5"/>
                    </a:lnTo>
                    <a:cubicBezTo>
                      <a:pt x="256" y="5"/>
                      <a:pt x="256" y="5"/>
                      <a:pt x="256" y="5"/>
                    </a:cubicBezTo>
                    <a:lnTo>
                      <a:pt x="251" y="5"/>
                    </a:lnTo>
                    <a:moveTo>
                      <a:pt x="513" y="5"/>
                    </a:moveTo>
                    <a:lnTo>
                      <a:pt x="513" y="5"/>
                    </a:lnTo>
                    <a:lnTo>
                      <a:pt x="507" y="5"/>
                    </a:lnTo>
                    <a:lnTo>
                      <a:pt x="513" y="5"/>
                    </a:lnTo>
                    <a:moveTo>
                      <a:pt x="245" y="5"/>
                    </a:moveTo>
                    <a:lnTo>
                      <a:pt x="245" y="5"/>
                    </a:lnTo>
                    <a:lnTo>
                      <a:pt x="251" y="5"/>
                    </a:lnTo>
                    <a:lnTo>
                      <a:pt x="245" y="5"/>
                    </a:lnTo>
                    <a:moveTo>
                      <a:pt x="519" y="5"/>
                    </a:moveTo>
                    <a:lnTo>
                      <a:pt x="519" y="5"/>
                    </a:lnTo>
                    <a:lnTo>
                      <a:pt x="513" y="5"/>
                    </a:lnTo>
                    <a:cubicBezTo>
                      <a:pt x="519" y="5"/>
                      <a:pt x="519" y="5"/>
                      <a:pt x="519" y="5"/>
                    </a:cubicBezTo>
                    <a:moveTo>
                      <a:pt x="239" y="5"/>
                    </a:moveTo>
                    <a:lnTo>
                      <a:pt x="239" y="5"/>
                    </a:lnTo>
                    <a:lnTo>
                      <a:pt x="245" y="5"/>
                    </a:lnTo>
                    <a:cubicBezTo>
                      <a:pt x="239" y="5"/>
                      <a:pt x="239" y="5"/>
                      <a:pt x="239" y="5"/>
                    </a:cubicBezTo>
                    <a:moveTo>
                      <a:pt x="524" y="5"/>
                    </a:moveTo>
                    <a:lnTo>
                      <a:pt x="524" y="5"/>
                    </a:lnTo>
                    <a:moveTo>
                      <a:pt x="233" y="5"/>
                    </a:moveTo>
                    <a:lnTo>
                      <a:pt x="233" y="5"/>
                    </a:lnTo>
                    <a:moveTo>
                      <a:pt x="536" y="5"/>
                    </a:moveTo>
                    <a:lnTo>
                      <a:pt x="536" y="5"/>
                    </a:lnTo>
                    <a:cubicBezTo>
                      <a:pt x="530" y="5"/>
                      <a:pt x="530" y="5"/>
                      <a:pt x="530" y="5"/>
                    </a:cubicBezTo>
                    <a:lnTo>
                      <a:pt x="536" y="5"/>
                    </a:lnTo>
                    <a:moveTo>
                      <a:pt x="222" y="5"/>
                    </a:moveTo>
                    <a:lnTo>
                      <a:pt x="222" y="5"/>
                    </a:lnTo>
                    <a:cubicBezTo>
                      <a:pt x="227" y="5"/>
                      <a:pt x="227" y="5"/>
                      <a:pt x="227" y="5"/>
                    </a:cubicBezTo>
                    <a:lnTo>
                      <a:pt x="222" y="5"/>
                    </a:lnTo>
                    <a:moveTo>
                      <a:pt x="548" y="5"/>
                    </a:moveTo>
                    <a:lnTo>
                      <a:pt x="548" y="5"/>
                    </a:lnTo>
                    <a:cubicBezTo>
                      <a:pt x="542" y="5"/>
                      <a:pt x="542" y="5"/>
                      <a:pt x="536" y="5"/>
                    </a:cubicBezTo>
                    <a:cubicBezTo>
                      <a:pt x="542" y="5"/>
                      <a:pt x="542" y="5"/>
                      <a:pt x="548" y="5"/>
                    </a:cubicBezTo>
                    <a:moveTo>
                      <a:pt x="210" y="5"/>
                    </a:moveTo>
                    <a:lnTo>
                      <a:pt x="210" y="5"/>
                    </a:lnTo>
                    <a:cubicBezTo>
                      <a:pt x="216" y="5"/>
                      <a:pt x="216" y="5"/>
                      <a:pt x="222" y="5"/>
                    </a:cubicBezTo>
                    <a:cubicBezTo>
                      <a:pt x="216" y="5"/>
                      <a:pt x="216" y="5"/>
                      <a:pt x="210" y="5"/>
                    </a:cubicBezTo>
                    <a:moveTo>
                      <a:pt x="553" y="5"/>
                    </a:moveTo>
                    <a:lnTo>
                      <a:pt x="553" y="5"/>
                    </a:lnTo>
                    <a:moveTo>
                      <a:pt x="204" y="5"/>
                    </a:moveTo>
                    <a:lnTo>
                      <a:pt x="204" y="5"/>
                    </a:lnTo>
                    <a:moveTo>
                      <a:pt x="565" y="5"/>
                    </a:moveTo>
                    <a:lnTo>
                      <a:pt x="565" y="5"/>
                    </a:lnTo>
                    <a:cubicBezTo>
                      <a:pt x="559" y="5"/>
                      <a:pt x="559" y="5"/>
                      <a:pt x="559" y="5"/>
                    </a:cubicBezTo>
                    <a:lnTo>
                      <a:pt x="565" y="5"/>
                    </a:lnTo>
                    <a:moveTo>
                      <a:pt x="193" y="5"/>
                    </a:moveTo>
                    <a:lnTo>
                      <a:pt x="193" y="5"/>
                    </a:lnTo>
                    <a:cubicBezTo>
                      <a:pt x="198" y="5"/>
                      <a:pt x="198" y="5"/>
                      <a:pt x="198" y="5"/>
                    </a:cubicBezTo>
                    <a:lnTo>
                      <a:pt x="193" y="5"/>
                    </a:lnTo>
                    <a:moveTo>
                      <a:pt x="186" y="5"/>
                    </a:moveTo>
                    <a:lnTo>
                      <a:pt x="186" y="5"/>
                    </a:lnTo>
                    <a:cubicBezTo>
                      <a:pt x="193" y="5"/>
                      <a:pt x="193" y="5"/>
                      <a:pt x="193" y="5"/>
                    </a:cubicBezTo>
                    <a:lnTo>
                      <a:pt x="186" y="5"/>
                    </a:lnTo>
                    <a:moveTo>
                      <a:pt x="571" y="5"/>
                    </a:moveTo>
                    <a:lnTo>
                      <a:pt x="571" y="5"/>
                    </a:lnTo>
                    <a:cubicBezTo>
                      <a:pt x="565" y="5"/>
                      <a:pt x="565" y="5"/>
                      <a:pt x="565" y="5"/>
                    </a:cubicBezTo>
                    <a:lnTo>
                      <a:pt x="571" y="5"/>
                    </a:lnTo>
                    <a:moveTo>
                      <a:pt x="577" y="5"/>
                    </a:moveTo>
                    <a:lnTo>
                      <a:pt x="577" y="5"/>
                    </a:lnTo>
                    <a:lnTo>
                      <a:pt x="571" y="5"/>
                    </a:lnTo>
                    <a:lnTo>
                      <a:pt x="577" y="5"/>
                    </a:lnTo>
                    <a:moveTo>
                      <a:pt x="181" y="5"/>
                    </a:moveTo>
                    <a:lnTo>
                      <a:pt x="181" y="5"/>
                    </a:lnTo>
                    <a:lnTo>
                      <a:pt x="186" y="5"/>
                    </a:lnTo>
                    <a:lnTo>
                      <a:pt x="181" y="5"/>
                    </a:lnTo>
                    <a:moveTo>
                      <a:pt x="583" y="5"/>
                    </a:moveTo>
                    <a:lnTo>
                      <a:pt x="583" y="5"/>
                    </a:lnTo>
                    <a:lnTo>
                      <a:pt x="577" y="5"/>
                    </a:lnTo>
                    <a:cubicBezTo>
                      <a:pt x="583" y="5"/>
                      <a:pt x="583" y="5"/>
                      <a:pt x="583" y="5"/>
                    </a:cubicBezTo>
                    <a:moveTo>
                      <a:pt x="175" y="5"/>
                    </a:moveTo>
                    <a:lnTo>
                      <a:pt x="175" y="5"/>
                    </a:lnTo>
                    <a:lnTo>
                      <a:pt x="181" y="5"/>
                    </a:lnTo>
                    <a:cubicBezTo>
                      <a:pt x="175" y="5"/>
                      <a:pt x="175" y="5"/>
                      <a:pt x="175" y="5"/>
                    </a:cubicBezTo>
                    <a:moveTo>
                      <a:pt x="589" y="5"/>
                    </a:moveTo>
                    <a:lnTo>
                      <a:pt x="589" y="5"/>
                    </a:lnTo>
                    <a:lnTo>
                      <a:pt x="583" y="5"/>
                    </a:lnTo>
                    <a:cubicBezTo>
                      <a:pt x="589" y="5"/>
                      <a:pt x="589" y="5"/>
                      <a:pt x="589" y="5"/>
                    </a:cubicBezTo>
                    <a:moveTo>
                      <a:pt x="169" y="5"/>
                    </a:moveTo>
                    <a:lnTo>
                      <a:pt x="169" y="5"/>
                    </a:lnTo>
                    <a:lnTo>
                      <a:pt x="175" y="5"/>
                    </a:lnTo>
                    <a:cubicBezTo>
                      <a:pt x="169" y="5"/>
                      <a:pt x="169" y="5"/>
                      <a:pt x="169" y="5"/>
                    </a:cubicBezTo>
                    <a:moveTo>
                      <a:pt x="594" y="5"/>
                    </a:moveTo>
                    <a:lnTo>
                      <a:pt x="594" y="5"/>
                    </a:lnTo>
                    <a:moveTo>
                      <a:pt x="164" y="5"/>
                    </a:moveTo>
                    <a:lnTo>
                      <a:pt x="164" y="5"/>
                    </a:lnTo>
                    <a:moveTo>
                      <a:pt x="157" y="5"/>
                    </a:moveTo>
                    <a:lnTo>
                      <a:pt x="157" y="5"/>
                    </a:lnTo>
                    <a:moveTo>
                      <a:pt x="600" y="5"/>
                    </a:moveTo>
                    <a:lnTo>
                      <a:pt x="600" y="5"/>
                    </a:lnTo>
                    <a:moveTo>
                      <a:pt x="152" y="5"/>
                    </a:moveTo>
                    <a:lnTo>
                      <a:pt x="152" y="5"/>
                    </a:lnTo>
                    <a:moveTo>
                      <a:pt x="606" y="5"/>
                    </a:moveTo>
                    <a:lnTo>
                      <a:pt x="606" y="5"/>
                    </a:lnTo>
                    <a:moveTo>
                      <a:pt x="140" y="5"/>
                    </a:moveTo>
                    <a:lnTo>
                      <a:pt x="140" y="5"/>
                    </a:lnTo>
                    <a:cubicBezTo>
                      <a:pt x="146" y="5"/>
                      <a:pt x="146" y="5"/>
                      <a:pt x="146" y="5"/>
                    </a:cubicBezTo>
                    <a:lnTo>
                      <a:pt x="140" y="5"/>
                    </a:lnTo>
                    <a:moveTo>
                      <a:pt x="618" y="5"/>
                    </a:moveTo>
                    <a:lnTo>
                      <a:pt x="618" y="5"/>
                    </a:lnTo>
                    <a:cubicBezTo>
                      <a:pt x="612" y="5"/>
                      <a:pt x="612" y="5"/>
                      <a:pt x="612" y="5"/>
                    </a:cubicBezTo>
                    <a:lnTo>
                      <a:pt x="618" y="5"/>
                    </a:lnTo>
                    <a:moveTo>
                      <a:pt x="641" y="5"/>
                    </a:moveTo>
                    <a:lnTo>
                      <a:pt x="641" y="5"/>
                    </a:lnTo>
                    <a:lnTo>
                      <a:pt x="635" y="5"/>
                    </a:lnTo>
                    <a:cubicBezTo>
                      <a:pt x="641" y="5"/>
                      <a:pt x="641" y="5"/>
                      <a:pt x="641" y="5"/>
                    </a:cubicBezTo>
                    <a:moveTo>
                      <a:pt x="117" y="5"/>
                    </a:moveTo>
                    <a:lnTo>
                      <a:pt x="117" y="5"/>
                    </a:lnTo>
                    <a:lnTo>
                      <a:pt x="123" y="5"/>
                    </a:lnTo>
                    <a:cubicBezTo>
                      <a:pt x="117" y="5"/>
                      <a:pt x="117" y="5"/>
                      <a:pt x="117" y="5"/>
                    </a:cubicBezTo>
                    <a:moveTo>
                      <a:pt x="111" y="5"/>
                    </a:moveTo>
                    <a:lnTo>
                      <a:pt x="111" y="5"/>
                    </a:lnTo>
                    <a:moveTo>
                      <a:pt x="647" y="5"/>
                    </a:moveTo>
                    <a:lnTo>
                      <a:pt x="647" y="5"/>
                    </a:lnTo>
                    <a:moveTo>
                      <a:pt x="105" y="5"/>
                    </a:moveTo>
                    <a:lnTo>
                      <a:pt x="105" y="5"/>
                    </a:lnTo>
                    <a:moveTo>
                      <a:pt x="653" y="5"/>
                    </a:moveTo>
                    <a:lnTo>
                      <a:pt x="653" y="5"/>
                    </a:lnTo>
                    <a:moveTo>
                      <a:pt x="99" y="5"/>
                    </a:moveTo>
                    <a:lnTo>
                      <a:pt x="99" y="5"/>
                    </a:lnTo>
                    <a:moveTo>
                      <a:pt x="658" y="5"/>
                    </a:moveTo>
                    <a:lnTo>
                      <a:pt x="658" y="5"/>
                    </a:lnTo>
                    <a:moveTo>
                      <a:pt x="94" y="5"/>
                    </a:moveTo>
                    <a:lnTo>
                      <a:pt x="94" y="5"/>
                    </a:lnTo>
                    <a:moveTo>
                      <a:pt x="664" y="5"/>
                    </a:moveTo>
                    <a:lnTo>
                      <a:pt x="664" y="5"/>
                    </a:lnTo>
                    <a:moveTo>
                      <a:pt x="87" y="5"/>
                    </a:moveTo>
                    <a:lnTo>
                      <a:pt x="87" y="5"/>
                    </a:lnTo>
                    <a:moveTo>
                      <a:pt x="670" y="5"/>
                    </a:moveTo>
                    <a:lnTo>
                      <a:pt x="670" y="5"/>
                    </a:lnTo>
                    <a:moveTo>
                      <a:pt x="76" y="5"/>
                    </a:moveTo>
                    <a:lnTo>
                      <a:pt x="76" y="5"/>
                    </a:lnTo>
                    <a:lnTo>
                      <a:pt x="82" y="5"/>
                    </a:lnTo>
                    <a:lnTo>
                      <a:pt x="76" y="5"/>
                    </a:lnTo>
                    <a:moveTo>
                      <a:pt x="682" y="5"/>
                    </a:moveTo>
                    <a:lnTo>
                      <a:pt x="682" y="5"/>
                    </a:lnTo>
                    <a:lnTo>
                      <a:pt x="676" y="5"/>
                    </a:lnTo>
                    <a:lnTo>
                      <a:pt x="682" y="5"/>
                    </a:lnTo>
                    <a:moveTo>
                      <a:pt x="70" y="5"/>
                    </a:moveTo>
                    <a:lnTo>
                      <a:pt x="70" y="5"/>
                    </a:lnTo>
                    <a:lnTo>
                      <a:pt x="76" y="5"/>
                    </a:lnTo>
                    <a:cubicBezTo>
                      <a:pt x="70" y="5"/>
                      <a:pt x="70" y="5"/>
                      <a:pt x="70" y="5"/>
                    </a:cubicBezTo>
                    <a:moveTo>
                      <a:pt x="687" y="5"/>
                    </a:moveTo>
                    <a:lnTo>
                      <a:pt x="687" y="5"/>
                    </a:lnTo>
                    <a:lnTo>
                      <a:pt x="682" y="5"/>
                    </a:lnTo>
                    <a:cubicBezTo>
                      <a:pt x="687" y="5"/>
                      <a:pt x="687" y="5"/>
                      <a:pt x="687" y="5"/>
                    </a:cubicBezTo>
                    <a:moveTo>
                      <a:pt x="693" y="5"/>
                    </a:moveTo>
                    <a:lnTo>
                      <a:pt x="693" y="5"/>
                    </a:lnTo>
                    <a:moveTo>
                      <a:pt x="64" y="5"/>
                    </a:moveTo>
                    <a:lnTo>
                      <a:pt x="64" y="5"/>
                    </a:lnTo>
                    <a:moveTo>
                      <a:pt x="29" y="5"/>
                    </a:moveTo>
                    <a:lnTo>
                      <a:pt x="29" y="5"/>
                    </a:lnTo>
                    <a:moveTo>
                      <a:pt x="728" y="5"/>
                    </a:moveTo>
                    <a:lnTo>
                      <a:pt x="728" y="5"/>
                    </a:lnTo>
                    <a:moveTo>
                      <a:pt x="24" y="5"/>
                    </a:moveTo>
                    <a:lnTo>
                      <a:pt x="24" y="5"/>
                    </a:lnTo>
                    <a:moveTo>
                      <a:pt x="734" y="5"/>
                    </a:moveTo>
                    <a:lnTo>
                      <a:pt x="734" y="5"/>
                    </a:lnTo>
                    <a:moveTo>
                      <a:pt x="12" y="0"/>
                    </a:moveTo>
                    <a:lnTo>
                      <a:pt x="12" y="0"/>
                    </a:lnTo>
                    <a:cubicBezTo>
                      <a:pt x="18" y="0"/>
                      <a:pt x="18" y="0"/>
                      <a:pt x="18" y="0"/>
                    </a:cubicBezTo>
                    <a:lnTo>
                      <a:pt x="12" y="0"/>
                    </a:lnTo>
                    <a:moveTo>
                      <a:pt x="746" y="0"/>
                    </a:moveTo>
                    <a:lnTo>
                      <a:pt x="746" y="0"/>
                    </a:lnTo>
                    <a:cubicBezTo>
                      <a:pt x="740" y="0"/>
                      <a:pt x="740" y="0"/>
                      <a:pt x="740" y="0"/>
                    </a:cubicBezTo>
                    <a:lnTo>
                      <a:pt x="746" y="0"/>
                    </a:lnTo>
                    <a:moveTo>
                      <a:pt x="6" y="0"/>
                    </a:moveTo>
                    <a:lnTo>
                      <a:pt x="6" y="0"/>
                    </a:lnTo>
                    <a:lnTo>
                      <a:pt x="12" y="0"/>
                    </a:lnTo>
                    <a:cubicBezTo>
                      <a:pt x="6" y="0"/>
                      <a:pt x="6" y="0"/>
                      <a:pt x="6" y="0"/>
                    </a:cubicBezTo>
                    <a:moveTo>
                      <a:pt x="752" y="0"/>
                    </a:moveTo>
                    <a:lnTo>
                      <a:pt x="752" y="0"/>
                    </a:lnTo>
                    <a:lnTo>
                      <a:pt x="746" y="0"/>
                    </a:lnTo>
                    <a:cubicBezTo>
                      <a:pt x="752" y="0"/>
                      <a:pt x="752" y="0"/>
                      <a:pt x="752" y="0"/>
                    </a:cubicBezTo>
                    <a:moveTo>
                      <a:pt x="0" y="0"/>
                    </a:moveTo>
                    <a:lnTo>
                      <a:pt x="0" y="0"/>
                    </a:lnTo>
                    <a:moveTo>
                      <a:pt x="757" y="0"/>
                    </a:moveTo>
                    <a:lnTo>
                      <a:pt x="757" y="0"/>
                    </a:lnTo>
                    <a:close/>
                  </a:path>
                </a:pathLst>
              </a:custGeom>
              <a:solidFill>
                <a:schemeClr val="accent3"/>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1" name="Google Shape;1721;p31"/>
              <p:cNvSpPr/>
              <p:nvPr/>
            </p:nvSpPr>
            <p:spPr>
              <a:xfrm>
                <a:off x="-4559344" y="3885136"/>
                <a:ext cx="1482210" cy="257695"/>
              </a:xfrm>
              <a:custGeom>
                <a:rect b="b" l="l" r="r" t="t"/>
                <a:pathLst>
                  <a:path extrusionOk="0" h="1519" w="8737">
                    <a:moveTo>
                      <a:pt x="8737" y="0"/>
                    </a:moveTo>
                    <a:lnTo>
                      <a:pt x="8737" y="0"/>
                    </a:lnTo>
                    <a:cubicBezTo>
                      <a:pt x="8318" y="798"/>
                      <a:pt x="6524" y="1397"/>
                      <a:pt x="4369" y="1397"/>
                    </a:cubicBezTo>
                    <a:cubicBezTo>
                      <a:pt x="2214" y="1397"/>
                      <a:pt x="419" y="798"/>
                      <a:pt x="0" y="0"/>
                    </a:cubicBezTo>
                    <a:cubicBezTo>
                      <a:pt x="262" y="809"/>
                      <a:pt x="1922" y="1444"/>
                      <a:pt x="3990" y="1514"/>
                    </a:cubicBezTo>
                    <a:lnTo>
                      <a:pt x="3990" y="1514"/>
                    </a:lnTo>
                    <a:cubicBezTo>
                      <a:pt x="3996" y="1514"/>
                      <a:pt x="3996" y="1514"/>
                      <a:pt x="3996" y="1514"/>
                    </a:cubicBezTo>
                    <a:lnTo>
                      <a:pt x="4002" y="1514"/>
                    </a:lnTo>
                    <a:lnTo>
                      <a:pt x="4002" y="1514"/>
                    </a:lnTo>
                    <a:cubicBezTo>
                      <a:pt x="4008" y="1514"/>
                      <a:pt x="4008" y="1514"/>
                      <a:pt x="4008" y="1514"/>
                    </a:cubicBezTo>
                    <a:lnTo>
                      <a:pt x="4014" y="1519"/>
                    </a:lnTo>
                    <a:lnTo>
                      <a:pt x="4014" y="1519"/>
                    </a:lnTo>
                    <a:lnTo>
                      <a:pt x="4019" y="1519"/>
                    </a:lnTo>
                    <a:lnTo>
                      <a:pt x="4019" y="1519"/>
                    </a:lnTo>
                    <a:cubicBezTo>
                      <a:pt x="4031" y="1519"/>
                      <a:pt x="4043" y="1519"/>
                      <a:pt x="4054" y="1519"/>
                    </a:cubicBezTo>
                    <a:lnTo>
                      <a:pt x="4054" y="1519"/>
                    </a:lnTo>
                    <a:cubicBezTo>
                      <a:pt x="4060" y="1519"/>
                      <a:pt x="4060" y="1519"/>
                      <a:pt x="4060" y="1519"/>
                    </a:cubicBezTo>
                    <a:lnTo>
                      <a:pt x="4066" y="1519"/>
                    </a:lnTo>
                    <a:lnTo>
                      <a:pt x="4066" y="1519"/>
                    </a:lnTo>
                    <a:lnTo>
                      <a:pt x="4072" y="1519"/>
                    </a:lnTo>
                    <a:lnTo>
                      <a:pt x="4077" y="1519"/>
                    </a:lnTo>
                    <a:lnTo>
                      <a:pt x="4077" y="1519"/>
                    </a:lnTo>
                    <a:lnTo>
                      <a:pt x="4084" y="1519"/>
                    </a:lnTo>
                    <a:lnTo>
                      <a:pt x="4084" y="1519"/>
                    </a:lnTo>
                    <a:lnTo>
                      <a:pt x="4089" y="1519"/>
                    </a:lnTo>
                    <a:lnTo>
                      <a:pt x="4089" y="1519"/>
                    </a:lnTo>
                    <a:lnTo>
                      <a:pt x="4095" y="1519"/>
                    </a:lnTo>
                    <a:lnTo>
                      <a:pt x="4095" y="1519"/>
                    </a:lnTo>
                    <a:lnTo>
                      <a:pt x="4101" y="1519"/>
                    </a:lnTo>
                    <a:lnTo>
                      <a:pt x="4101" y="1519"/>
                    </a:lnTo>
                    <a:cubicBezTo>
                      <a:pt x="4107" y="1519"/>
                      <a:pt x="4107" y="1519"/>
                      <a:pt x="4107" y="1519"/>
                    </a:cubicBezTo>
                    <a:lnTo>
                      <a:pt x="4113" y="1519"/>
                    </a:lnTo>
                    <a:cubicBezTo>
                      <a:pt x="4118" y="1519"/>
                      <a:pt x="4124" y="1519"/>
                      <a:pt x="4130" y="1519"/>
                    </a:cubicBezTo>
                    <a:cubicBezTo>
                      <a:pt x="4136" y="1519"/>
                      <a:pt x="4136" y="1519"/>
                      <a:pt x="4136" y="1519"/>
                    </a:cubicBezTo>
                    <a:lnTo>
                      <a:pt x="4142" y="1519"/>
                    </a:lnTo>
                    <a:lnTo>
                      <a:pt x="4142" y="1519"/>
                    </a:lnTo>
                    <a:lnTo>
                      <a:pt x="4147" y="1519"/>
                    </a:lnTo>
                    <a:lnTo>
                      <a:pt x="4147" y="1519"/>
                    </a:lnTo>
                    <a:lnTo>
                      <a:pt x="4154" y="1519"/>
                    </a:lnTo>
                    <a:lnTo>
                      <a:pt x="4154" y="1519"/>
                    </a:lnTo>
                    <a:lnTo>
                      <a:pt x="4159" y="1519"/>
                    </a:lnTo>
                    <a:lnTo>
                      <a:pt x="4165" y="1519"/>
                    </a:lnTo>
                    <a:lnTo>
                      <a:pt x="4165" y="1519"/>
                    </a:lnTo>
                    <a:lnTo>
                      <a:pt x="4171" y="1519"/>
                    </a:lnTo>
                    <a:lnTo>
                      <a:pt x="4171" y="1519"/>
                    </a:lnTo>
                    <a:lnTo>
                      <a:pt x="4176" y="1519"/>
                    </a:lnTo>
                    <a:lnTo>
                      <a:pt x="4176" y="1519"/>
                    </a:lnTo>
                    <a:cubicBezTo>
                      <a:pt x="4183" y="1519"/>
                      <a:pt x="4183" y="1519"/>
                      <a:pt x="4183" y="1519"/>
                    </a:cubicBezTo>
                    <a:lnTo>
                      <a:pt x="4183" y="1519"/>
                    </a:lnTo>
                    <a:cubicBezTo>
                      <a:pt x="4188" y="1519"/>
                      <a:pt x="4188" y="1519"/>
                      <a:pt x="4188" y="1519"/>
                    </a:cubicBezTo>
                    <a:lnTo>
                      <a:pt x="4194" y="1519"/>
                    </a:lnTo>
                    <a:lnTo>
                      <a:pt x="4194" y="1519"/>
                    </a:lnTo>
                    <a:cubicBezTo>
                      <a:pt x="4200" y="1519"/>
                      <a:pt x="4200" y="1519"/>
                      <a:pt x="4200" y="1519"/>
                    </a:cubicBezTo>
                    <a:cubicBezTo>
                      <a:pt x="4206" y="1519"/>
                      <a:pt x="4206" y="1519"/>
                      <a:pt x="4212" y="1519"/>
                    </a:cubicBezTo>
                    <a:lnTo>
                      <a:pt x="4212" y="1519"/>
                    </a:lnTo>
                    <a:cubicBezTo>
                      <a:pt x="4217" y="1519"/>
                      <a:pt x="4217" y="1519"/>
                      <a:pt x="4217" y="1519"/>
                    </a:cubicBezTo>
                    <a:lnTo>
                      <a:pt x="4223" y="1519"/>
                    </a:lnTo>
                    <a:lnTo>
                      <a:pt x="4223" y="1519"/>
                    </a:lnTo>
                    <a:cubicBezTo>
                      <a:pt x="4229" y="1519"/>
                      <a:pt x="4229" y="1519"/>
                      <a:pt x="4229" y="1519"/>
                    </a:cubicBezTo>
                    <a:lnTo>
                      <a:pt x="4235" y="1519"/>
                    </a:lnTo>
                    <a:lnTo>
                      <a:pt x="4235" y="1519"/>
                    </a:lnTo>
                    <a:lnTo>
                      <a:pt x="4241" y="1519"/>
                    </a:lnTo>
                    <a:lnTo>
                      <a:pt x="4241" y="1519"/>
                    </a:lnTo>
                    <a:cubicBezTo>
                      <a:pt x="4246" y="1519"/>
                      <a:pt x="4246" y="1519"/>
                      <a:pt x="4246" y="1519"/>
                    </a:cubicBezTo>
                    <a:lnTo>
                      <a:pt x="4246" y="1519"/>
                    </a:lnTo>
                    <a:cubicBezTo>
                      <a:pt x="4252" y="1519"/>
                      <a:pt x="4252" y="1519"/>
                      <a:pt x="4252" y="1519"/>
                    </a:cubicBezTo>
                    <a:lnTo>
                      <a:pt x="4258" y="1519"/>
                    </a:lnTo>
                    <a:lnTo>
                      <a:pt x="4258" y="1519"/>
                    </a:lnTo>
                    <a:cubicBezTo>
                      <a:pt x="4264" y="1519"/>
                      <a:pt x="4264" y="1519"/>
                      <a:pt x="4264" y="1519"/>
                    </a:cubicBezTo>
                    <a:lnTo>
                      <a:pt x="4270" y="1519"/>
                    </a:lnTo>
                    <a:lnTo>
                      <a:pt x="4270" y="1519"/>
                    </a:lnTo>
                    <a:lnTo>
                      <a:pt x="4275" y="1519"/>
                    </a:lnTo>
                    <a:lnTo>
                      <a:pt x="4275" y="1519"/>
                    </a:lnTo>
                    <a:lnTo>
                      <a:pt x="4282" y="1519"/>
                    </a:lnTo>
                    <a:lnTo>
                      <a:pt x="4287" y="1519"/>
                    </a:lnTo>
                    <a:cubicBezTo>
                      <a:pt x="4287" y="1519"/>
                      <a:pt x="4293" y="1519"/>
                      <a:pt x="4299" y="1519"/>
                    </a:cubicBezTo>
                    <a:lnTo>
                      <a:pt x="4299" y="1519"/>
                    </a:lnTo>
                    <a:lnTo>
                      <a:pt x="4305" y="1519"/>
                    </a:lnTo>
                    <a:lnTo>
                      <a:pt x="4305" y="1519"/>
                    </a:lnTo>
                    <a:cubicBezTo>
                      <a:pt x="4311" y="1519"/>
                      <a:pt x="4311" y="1519"/>
                      <a:pt x="4311" y="1519"/>
                    </a:cubicBezTo>
                    <a:lnTo>
                      <a:pt x="4316" y="1519"/>
                    </a:lnTo>
                    <a:lnTo>
                      <a:pt x="4316" y="1519"/>
                    </a:lnTo>
                    <a:lnTo>
                      <a:pt x="4322" y="1519"/>
                    </a:lnTo>
                    <a:lnTo>
                      <a:pt x="4322" y="1519"/>
                    </a:lnTo>
                    <a:cubicBezTo>
                      <a:pt x="4328" y="1519"/>
                      <a:pt x="4328" y="1519"/>
                      <a:pt x="4328" y="1519"/>
                    </a:cubicBezTo>
                    <a:lnTo>
                      <a:pt x="4334" y="1519"/>
                    </a:lnTo>
                    <a:lnTo>
                      <a:pt x="4334" y="1519"/>
                    </a:lnTo>
                    <a:lnTo>
                      <a:pt x="4340" y="1519"/>
                    </a:lnTo>
                    <a:lnTo>
                      <a:pt x="4340" y="1519"/>
                    </a:lnTo>
                    <a:cubicBezTo>
                      <a:pt x="4345" y="1519"/>
                      <a:pt x="4345" y="1519"/>
                      <a:pt x="4345" y="1519"/>
                    </a:cubicBezTo>
                    <a:lnTo>
                      <a:pt x="4345" y="1519"/>
                    </a:lnTo>
                    <a:cubicBezTo>
                      <a:pt x="4351" y="1519"/>
                      <a:pt x="4351" y="1519"/>
                      <a:pt x="4351" y="1519"/>
                    </a:cubicBezTo>
                    <a:lnTo>
                      <a:pt x="4357" y="1519"/>
                    </a:lnTo>
                    <a:lnTo>
                      <a:pt x="4357" y="1519"/>
                    </a:lnTo>
                    <a:cubicBezTo>
                      <a:pt x="4363" y="1519"/>
                      <a:pt x="4363" y="1519"/>
                      <a:pt x="4363" y="1519"/>
                    </a:cubicBezTo>
                    <a:lnTo>
                      <a:pt x="4369" y="1519"/>
                    </a:lnTo>
                    <a:lnTo>
                      <a:pt x="4369" y="1519"/>
                    </a:lnTo>
                    <a:lnTo>
                      <a:pt x="4369" y="1519"/>
                    </a:lnTo>
                    <a:lnTo>
                      <a:pt x="4374" y="1519"/>
                    </a:lnTo>
                    <a:lnTo>
                      <a:pt x="4381" y="1519"/>
                    </a:lnTo>
                    <a:lnTo>
                      <a:pt x="4381" y="1519"/>
                    </a:lnTo>
                    <a:cubicBezTo>
                      <a:pt x="4386" y="1519"/>
                      <a:pt x="4386" y="1519"/>
                      <a:pt x="4386" y="1519"/>
                    </a:cubicBezTo>
                    <a:lnTo>
                      <a:pt x="4392" y="1519"/>
                    </a:lnTo>
                    <a:lnTo>
                      <a:pt x="4392" y="1519"/>
                    </a:lnTo>
                    <a:lnTo>
                      <a:pt x="4398" y="1519"/>
                    </a:lnTo>
                    <a:lnTo>
                      <a:pt x="4398" y="1519"/>
                    </a:lnTo>
                    <a:lnTo>
                      <a:pt x="4403" y="1519"/>
                    </a:lnTo>
                    <a:lnTo>
                      <a:pt x="4403" y="1519"/>
                    </a:lnTo>
                    <a:cubicBezTo>
                      <a:pt x="4410" y="1519"/>
                      <a:pt x="4410" y="1519"/>
                      <a:pt x="4410" y="1519"/>
                    </a:cubicBezTo>
                    <a:lnTo>
                      <a:pt x="4415" y="1519"/>
                    </a:lnTo>
                    <a:lnTo>
                      <a:pt x="4415" y="1519"/>
                    </a:lnTo>
                    <a:lnTo>
                      <a:pt x="4421" y="1519"/>
                    </a:lnTo>
                    <a:lnTo>
                      <a:pt x="4421" y="1519"/>
                    </a:lnTo>
                    <a:cubicBezTo>
                      <a:pt x="4427" y="1519"/>
                      <a:pt x="4427" y="1519"/>
                      <a:pt x="4427" y="1519"/>
                    </a:cubicBezTo>
                    <a:lnTo>
                      <a:pt x="4433" y="1519"/>
                    </a:lnTo>
                    <a:lnTo>
                      <a:pt x="4433" y="1519"/>
                    </a:lnTo>
                    <a:lnTo>
                      <a:pt x="4439" y="1519"/>
                    </a:lnTo>
                    <a:lnTo>
                      <a:pt x="4439" y="1519"/>
                    </a:lnTo>
                    <a:cubicBezTo>
                      <a:pt x="4444" y="1519"/>
                      <a:pt x="4450" y="1519"/>
                      <a:pt x="4450" y="1519"/>
                    </a:cubicBezTo>
                    <a:cubicBezTo>
                      <a:pt x="4456" y="1519"/>
                      <a:pt x="4456" y="1519"/>
                      <a:pt x="4456" y="1519"/>
                    </a:cubicBezTo>
                    <a:lnTo>
                      <a:pt x="4462" y="1519"/>
                    </a:lnTo>
                    <a:lnTo>
                      <a:pt x="4462" y="1519"/>
                    </a:lnTo>
                    <a:lnTo>
                      <a:pt x="4468" y="1519"/>
                    </a:lnTo>
                    <a:lnTo>
                      <a:pt x="4468" y="1519"/>
                    </a:lnTo>
                    <a:cubicBezTo>
                      <a:pt x="4473" y="1519"/>
                      <a:pt x="4473" y="1519"/>
                      <a:pt x="4473" y="1519"/>
                    </a:cubicBezTo>
                    <a:lnTo>
                      <a:pt x="4480" y="1519"/>
                    </a:lnTo>
                    <a:lnTo>
                      <a:pt x="4480" y="1519"/>
                    </a:lnTo>
                    <a:lnTo>
                      <a:pt x="4485" y="1519"/>
                    </a:lnTo>
                    <a:lnTo>
                      <a:pt x="4491" y="1519"/>
                    </a:lnTo>
                    <a:lnTo>
                      <a:pt x="4491" y="1519"/>
                    </a:lnTo>
                    <a:lnTo>
                      <a:pt x="4497" y="1519"/>
                    </a:lnTo>
                    <a:lnTo>
                      <a:pt x="4497" y="1519"/>
                    </a:lnTo>
                    <a:lnTo>
                      <a:pt x="4503" y="1519"/>
                    </a:lnTo>
                    <a:lnTo>
                      <a:pt x="4503" y="1519"/>
                    </a:lnTo>
                    <a:cubicBezTo>
                      <a:pt x="4509" y="1519"/>
                      <a:pt x="4509" y="1519"/>
                      <a:pt x="4509" y="1519"/>
                    </a:cubicBezTo>
                    <a:lnTo>
                      <a:pt x="4514" y="1519"/>
                    </a:lnTo>
                    <a:lnTo>
                      <a:pt x="4514" y="1519"/>
                    </a:lnTo>
                    <a:lnTo>
                      <a:pt x="4520" y="1519"/>
                    </a:lnTo>
                    <a:lnTo>
                      <a:pt x="4526" y="1519"/>
                    </a:lnTo>
                    <a:lnTo>
                      <a:pt x="4526" y="1519"/>
                    </a:lnTo>
                    <a:cubicBezTo>
                      <a:pt x="4532" y="1519"/>
                      <a:pt x="4532" y="1519"/>
                      <a:pt x="4538" y="1519"/>
                    </a:cubicBezTo>
                    <a:lnTo>
                      <a:pt x="4543" y="1519"/>
                    </a:lnTo>
                    <a:lnTo>
                      <a:pt x="4543" y="1519"/>
                    </a:lnTo>
                    <a:lnTo>
                      <a:pt x="4549" y="1519"/>
                    </a:lnTo>
                    <a:lnTo>
                      <a:pt x="4555" y="1519"/>
                    </a:lnTo>
                    <a:lnTo>
                      <a:pt x="4555" y="1519"/>
                    </a:lnTo>
                    <a:lnTo>
                      <a:pt x="4561" y="1519"/>
                    </a:lnTo>
                    <a:lnTo>
                      <a:pt x="4561" y="1519"/>
                    </a:lnTo>
                    <a:lnTo>
                      <a:pt x="4567" y="1519"/>
                    </a:lnTo>
                    <a:lnTo>
                      <a:pt x="4567" y="1519"/>
                    </a:lnTo>
                    <a:cubicBezTo>
                      <a:pt x="4573" y="1519"/>
                      <a:pt x="4573" y="1519"/>
                      <a:pt x="4573" y="1519"/>
                    </a:cubicBezTo>
                    <a:lnTo>
                      <a:pt x="4573" y="1519"/>
                    </a:lnTo>
                    <a:cubicBezTo>
                      <a:pt x="4579" y="1519"/>
                      <a:pt x="4579" y="1519"/>
                      <a:pt x="4579" y="1519"/>
                    </a:cubicBezTo>
                    <a:lnTo>
                      <a:pt x="4584" y="1519"/>
                    </a:lnTo>
                    <a:lnTo>
                      <a:pt x="4584" y="1519"/>
                    </a:lnTo>
                    <a:cubicBezTo>
                      <a:pt x="4590" y="1519"/>
                      <a:pt x="4590" y="1519"/>
                      <a:pt x="4590" y="1519"/>
                    </a:cubicBezTo>
                    <a:lnTo>
                      <a:pt x="4590" y="1519"/>
                    </a:lnTo>
                    <a:cubicBezTo>
                      <a:pt x="4596" y="1519"/>
                      <a:pt x="4596" y="1519"/>
                      <a:pt x="4596" y="1519"/>
                    </a:cubicBezTo>
                    <a:lnTo>
                      <a:pt x="4596" y="1519"/>
                    </a:lnTo>
                    <a:cubicBezTo>
                      <a:pt x="4602" y="1519"/>
                      <a:pt x="4602" y="1519"/>
                      <a:pt x="4602" y="1519"/>
                    </a:cubicBezTo>
                    <a:lnTo>
                      <a:pt x="4608" y="1519"/>
                    </a:lnTo>
                    <a:cubicBezTo>
                      <a:pt x="4613" y="1519"/>
                      <a:pt x="4619" y="1519"/>
                      <a:pt x="4625" y="1519"/>
                    </a:cubicBezTo>
                    <a:cubicBezTo>
                      <a:pt x="4631" y="1519"/>
                      <a:pt x="4631" y="1519"/>
                      <a:pt x="4631" y="1519"/>
                    </a:cubicBezTo>
                    <a:lnTo>
                      <a:pt x="4637" y="1519"/>
                    </a:lnTo>
                    <a:lnTo>
                      <a:pt x="4637" y="1519"/>
                    </a:lnTo>
                    <a:lnTo>
                      <a:pt x="4643" y="1519"/>
                    </a:lnTo>
                    <a:lnTo>
                      <a:pt x="4643" y="1519"/>
                    </a:lnTo>
                    <a:lnTo>
                      <a:pt x="4648" y="1519"/>
                    </a:lnTo>
                    <a:lnTo>
                      <a:pt x="4648" y="1519"/>
                    </a:lnTo>
                    <a:lnTo>
                      <a:pt x="4654" y="1519"/>
                    </a:lnTo>
                    <a:lnTo>
                      <a:pt x="4654" y="1519"/>
                    </a:lnTo>
                    <a:cubicBezTo>
                      <a:pt x="4660" y="1519"/>
                      <a:pt x="4660" y="1519"/>
                      <a:pt x="4660" y="1519"/>
                    </a:cubicBezTo>
                    <a:lnTo>
                      <a:pt x="4660" y="1519"/>
                    </a:lnTo>
                    <a:cubicBezTo>
                      <a:pt x="4666" y="1519"/>
                      <a:pt x="4666" y="1519"/>
                      <a:pt x="4666" y="1519"/>
                    </a:cubicBezTo>
                    <a:lnTo>
                      <a:pt x="4672" y="1519"/>
                    </a:lnTo>
                    <a:lnTo>
                      <a:pt x="4672" y="1519"/>
                    </a:lnTo>
                    <a:cubicBezTo>
                      <a:pt x="4677" y="1519"/>
                      <a:pt x="4677" y="1519"/>
                      <a:pt x="4677" y="1519"/>
                    </a:cubicBezTo>
                    <a:lnTo>
                      <a:pt x="4683" y="1519"/>
                    </a:lnTo>
                    <a:lnTo>
                      <a:pt x="4683" y="1519"/>
                    </a:lnTo>
                    <a:cubicBezTo>
                      <a:pt x="4695" y="1519"/>
                      <a:pt x="4707" y="1519"/>
                      <a:pt x="4718" y="1519"/>
                    </a:cubicBezTo>
                    <a:lnTo>
                      <a:pt x="4718" y="1519"/>
                    </a:lnTo>
                    <a:cubicBezTo>
                      <a:pt x="4724" y="1519"/>
                      <a:pt x="4724" y="1519"/>
                      <a:pt x="4724" y="1519"/>
                    </a:cubicBezTo>
                    <a:lnTo>
                      <a:pt x="4724" y="1519"/>
                    </a:lnTo>
                    <a:cubicBezTo>
                      <a:pt x="4730" y="1514"/>
                      <a:pt x="4730" y="1514"/>
                      <a:pt x="4730" y="1514"/>
                    </a:cubicBezTo>
                    <a:lnTo>
                      <a:pt x="4736" y="1514"/>
                    </a:lnTo>
                    <a:lnTo>
                      <a:pt x="4736" y="1514"/>
                    </a:lnTo>
                    <a:cubicBezTo>
                      <a:pt x="4742" y="1514"/>
                      <a:pt x="4742" y="1514"/>
                      <a:pt x="4742" y="1514"/>
                    </a:cubicBezTo>
                    <a:lnTo>
                      <a:pt x="4747" y="1514"/>
                    </a:lnTo>
                    <a:lnTo>
                      <a:pt x="4747" y="1514"/>
                    </a:lnTo>
                    <a:cubicBezTo>
                      <a:pt x="6815" y="1444"/>
                      <a:pt x="8476" y="809"/>
                      <a:pt x="8737"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2" name="Google Shape;1722;p31"/>
              <p:cNvSpPr/>
              <p:nvPr/>
            </p:nvSpPr>
            <p:spPr>
              <a:xfrm>
                <a:off x="-4402251" y="3590629"/>
                <a:ext cx="1168023" cy="460423"/>
              </a:xfrm>
              <a:custGeom>
                <a:rect b="b" l="l" r="r" t="t"/>
                <a:pathLst>
                  <a:path extrusionOk="0" h="2714" w="6885">
                    <a:moveTo>
                      <a:pt x="2889" y="0"/>
                    </a:moveTo>
                    <a:lnTo>
                      <a:pt x="2889" y="0"/>
                    </a:lnTo>
                    <a:cubicBezTo>
                      <a:pt x="1247" y="105"/>
                      <a:pt x="0" y="670"/>
                      <a:pt x="0" y="1345"/>
                    </a:cubicBezTo>
                    <a:cubicBezTo>
                      <a:pt x="0" y="2103"/>
                      <a:pt x="1538" y="2714"/>
                      <a:pt x="3443" y="2714"/>
                    </a:cubicBezTo>
                    <a:cubicBezTo>
                      <a:pt x="5347" y="2714"/>
                      <a:pt x="6885" y="2103"/>
                      <a:pt x="6885" y="1345"/>
                    </a:cubicBezTo>
                    <a:cubicBezTo>
                      <a:pt x="6885" y="693"/>
                      <a:pt x="5720" y="140"/>
                      <a:pt x="4165" y="12"/>
                    </a:cubicBezTo>
                    <a:cubicBezTo>
                      <a:pt x="4165" y="180"/>
                      <a:pt x="4165" y="180"/>
                      <a:pt x="4165" y="180"/>
                    </a:cubicBezTo>
                    <a:lnTo>
                      <a:pt x="4165" y="180"/>
                    </a:lnTo>
                    <a:cubicBezTo>
                      <a:pt x="3927" y="163"/>
                      <a:pt x="3687" y="157"/>
                      <a:pt x="3443" y="157"/>
                    </a:cubicBezTo>
                    <a:cubicBezTo>
                      <a:pt x="3257" y="157"/>
                      <a:pt x="3070" y="163"/>
                      <a:pt x="2889" y="169"/>
                    </a:cubicBezTo>
                    <a:cubicBezTo>
                      <a:pt x="2889" y="0"/>
                      <a:pt x="2889" y="0"/>
                      <a:pt x="2889"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3" name="Google Shape;1723;p31"/>
              <p:cNvSpPr/>
              <p:nvPr/>
            </p:nvSpPr>
            <p:spPr>
              <a:xfrm>
                <a:off x="-3912142" y="3617263"/>
                <a:ext cx="216470" cy="604624"/>
              </a:xfrm>
              <a:custGeom>
                <a:rect b="b" l="l" r="r" t="t"/>
                <a:pathLst>
                  <a:path extrusionOk="0" h="3564" w="1276">
                    <a:moveTo>
                      <a:pt x="0" y="12"/>
                    </a:moveTo>
                    <a:lnTo>
                      <a:pt x="0" y="12"/>
                    </a:lnTo>
                    <a:cubicBezTo>
                      <a:pt x="0" y="76"/>
                      <a:pt x="0" y="76"/>
                      <a:pt x="0" y="76"/>
                    </a:cubicBezTo>
                    <a:cubicBezTo>
                      <a:pt x="0" y="3086"/>
                      <a:pt x="0" y="3086"/>
                      <a:pt x="0" y="3086"/>
                    </a:cubicBezTo>
                    <a:cubicBezTo>
                      <a:pt x="0" y="3547"/>
                      <a:pt x="0" y="3547"/>
                      <a:pt x="0" y="3547"/>
                    </a:cubicBezTo>
                    <a:cubicBezTo>
                      <a:pt x="181" y="3558"/>
                      <a:pt x="368" y="3564"/>
                      <a:pt x="554" y="3564"/>
                    </a:cubicBezTo>
                    <a:cubicBezTo>
                      <a:pt x="798" y="3564"/>
                      <a:pt x="1038" y="3553"/>
                      <a:pt x="1276" y="3541"/>
                    </a:cubicBezTo>
                    <a:cubicBezTo>
                      <a:pt x="1276" y="3075"/>
                      <a:pt x="1276" y="3075"/>
                      <a:pt x="1276" y="3075"/>
                    </a:cubicBezTo>
                    <a:cubicBezTo>
                      <a:pt x="1276" y="88"/>
                      <a:pt x="1276" y="88"/>
                      <a:pt x="1276" y="88"/>
                    </a:cubicBezTo>
                    <a:cubicBezTo>
                      <a:pt x="1276" y="23"/>
                      <a:pt x="1276" y="23"/>
                      <a:pt x="1276" y="23"/>
                    </a:cubicBezTo>
                    <a:cubicBezTo>
                      <a:pt x="1038" y="6"/>
                      <a:pt x="798" y="0"/>
                      <a:pt x="554" y="0"/>
                    </a:cubicBezTo>
                    <a:cubicBezTo>
                      <a:pt x="368" y="0"/>
                      <a:pt x="181" y="6"/>
                      <a:pt x="0" y="12"/>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724" name="Google Shape;1724;p31"/>
          <p:cNvGrpSpPr/>
          <p:nvPr/>
        </p:nvGrpSpPr>
        <p:grpSpPr>
          <a:xfrm rot="351759">
            <a:off x="6338956" y="1126430"/>
            <a:ext cx="2463623" cy="1976241"/>
            <a:chOff x="6470956" y="1184716"/>
            <a:chExt cx="1646890" cy="1321084"/>
          </a:xfrm>
        </p:grpSpPr>
        <p:sp>
          <p:nvSpPr>
            <p:cNvPr id="1725" name="Google Shape;1725;p31"/>
            <p:cNvSpPr/>
            <p:nvPr/>
          </p:nvSpPr>
          <p:spPr>
            <a:xfrm rot="-1900965">
              <a:off x="6540723" y="1529515"/>
              <a:ext cx="390365" cy="376437"/>
            </a:xfrm>
            <a:custGeom>
              <a:rect b="b" l="l" r="r" t="t"/>
              <a:pathLst>
                <a:path extrusionOk="0" h="4784" w="4961">
                  <a:moveTo>
                    <a:pt x="2995" y="4784"/>
                  </a:moveTo>
                  <a:lnTo>
                    <a:pt x="2995" y="4784"/>
                  </a:lnTo>
                  <a:cubicBezTo>
                    <a:pt x="2980" y="4784"/>
                    <a:pt x="2970" y="4779"/>
                    <a:pt x="2960" y="4768"/>
                  </a:cubicBezTo>
                  <a:cubicBezTo>
                    <a:pt x="2739" y="4533"/>
                    <a:pt x="2458" y="4141"/>
                    <a:pt x="2157" y="3725"/>
                  </a:cubicBezTo>
                  <a:cubicBezTo>
                    <a:pt x="1751" y="3163"/>
                    <a:pt x="1289" y="2531"/>
                    <a:pt x="918" y="2195"/>
                  </a:cubicBezTo>
                  <a:cubicBezTo>
                    <a:pt x="131" y="1493"/>
                    <a:pt x="131" y="1493"/>
                    <a:pt x="131" y="1493"/>
                  </a:cubicBezTo>
                  <a:cubicBezTo>
                    <a:pt x="56" y="1423"/>
                    <a:pt x="10" y="1327"/>
                    <a:pt x="0" y="1222"/>
                  </a:cubicBezTo>
                  <a:cubicBezTo>
                    <a:pt x="-5" y="1117"/>
                    <a:pt x="31" y="1016"/>
                    <a:pt x="100" y="941"/>
                  </a:cubicBezTo>
                  <a:cubicBezTo>
                    <a:pt x="828" y="128"/>
                    <a:pt x="828" y="128"/>
                    <a:pt x="828" y="128"/>
                  </a:cubicBezTo>
                  <a:cubicBezTo>
                    <a:pt x="973" y="-32"/>
                    <a:pt x="1219" y="-42"/>
                    <a:pt x="1380" y="98"/>
                  </a:cubicBezTo>
                  <a:cubicBezTo>
                    <a:pt x="2162" y="805"/>
                    <a:pt x="2162" y="805"/>
                    <a:pt x="2162" y="805"/>
                  </a:cubicBezTo>
                  <a:cubicBezTo>
                    <a:pt x="2619" y="1212"/>
                    <a:pt x="3336" y="1618"/>
                    <a:pt x="3968" y="1974"/>
                  </a:cubicBezTo>
                  <a:cubicBezTo>
                    <a:pt x="4344" y="2190"/>
                    <a:pt x="4701" y="2391"/>
                    <a:pt x="4942" y="2561"/>
                  </a:cubicBezTo>
                  <a:cubicBezTo>
                    <a:pt x="4951" y="2567"/>
                    <a:pt x="4957" y="2582"/>
                    <a:pt x="4961" y="2592"/>
                  </a:cubicBezTo>
                  <a:cubicBezTo>
                    <a:pt x="4961" y="2607"/>
                    <a:pt x="4957" y="2617"/>
                    <a:pt x="4946" y="2627"/>
                  </a:cubicBezTo>
                  <a:cubicBezTo>
                    <a:pt x="3030" y="4768"/>
                    <a:pt x="3030" y="4768"/>
                    <a:pt x="3030" y="4768"/>
                  </a:cubicBezTo>
                  <a:cubicBezTo>
                    <a:pt x="3020" y="4779"/>
                    <a:pt x="3010" y="4784"/>
                    <a:pt x="2995" y="4784"/>
                  </a:cubicBezTo>
                  <a:moveTo>
                    <a:pt x="1114" y="88"/>
                  </a:moveTo>
                  <a:lnTo>
                    <a:pt x="1114" y="88"/>
                  </a:lnTo>
                  <a:cubicBezTo>
                    <a:pt x="1034" y="88"/>
                    <a:pt x="953" y="124"/>
                    <a:pt x="898" y="184"/>
                  </a:cubicBezTo>
                  <a:cubicBezTo>
                    <a:pt x="166" y="1001"/>
                    <a:pt x="166" y="1001"/>
                    <a:pt x="166" y="1001"/>
                  </a:cubicBezTo>
                  <a:cubicBezTo>
                    <a:pt x="110" y="1062"/>
                    <a:pt x="85" y="1137"/>
                    <a:pt x="91" y="1217"/>
                  </a:cubicBezTo>
                  <a:cubicBezTo>
                    <a:pt x="96" y="1297"/>
                    <a:pt x="131" y="1372"/>
                    <a:pt x="191" y="1423"/>
                  </a:cubicBezTo>
                  <a:cubicBezTo>
                    <a:pt x="978" y="2130"/>
                    <a:pt x="978" y="2130"/>
                    <a:pt x="978" y="2130"/>
                  </a:cubicBezTo>
                  <a:cubicBezTo>
                    <a:pt x="1360" y="2471"/>
                    <a:pt x="1821" y="3108"/>
                    <a:pt x="2227" y="3675"/>
                  </a:cubicBezTo>
                  <a:cubicBezTo>
                    <a:pt x="2514" y="4066"/>
                    <a:pt x="2779" y="4438"/>
                    <a:pt x="2995" y="4668"/>
                  </a:cubicBezTo>
                  <a:cubicBezTo>
                    <a:pt x="4846" y="2607"/>
                    <a:pt x="4846" y="2607"/>
                    <a:pt x="4846" y="2607"/>
                  </a:cubicBezTo>
                  <a:cubicBezTo>
                    <a:pt x="4610" y="2441"/>
                    <a:pt x="4274" y="2255"/>
                    <a:pt x="3923" y="2055"/>
                  </a:cubicBezTo>
                  <a:cubicBezTo>
                    <a:pt x="3286" y="1693"/>
                    <a:pt x="2568" y="1287"/>
                    <a:pt x="2107" y="871"/>
                  </a:cubicBezTo>
                  <a:cubicBezTo>
                    <a:pt x="1320" y="168"/>
                    <a:pt x="1320" y="168"/>
                    <a:pt x="1320" y="168"/>
                  </a:cubicBezTo>
                  <a:cubicBezTo>
                    <a:pt x="1264" y="113"/>
                    <a:pt x="1189" y="88"/>
                    <a:pt x="1114" y="88"/>
                  </a:cubicBezTo>
                  <a:close/>
                </a:path>
              </a:pathLst>
            </a:custGeom>
            <a:solidFill>
              <a:schemeClr val="lt1"/>
            </a:solidFill>
            <a:ln>
              <a:noFill/>
            </a:ln>
            <a:effectLst>
              <a:outerShdw blurRad="57150" rotWithShape="0" algn="bl" dir="5400000" dist="19050">
                <a:schemeClr val="dk1">
                  <a:alpha val="3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6" name="Google Shape;1726;p31"/>
            <p:cNvSpPr/>
            <p:nvPr/>
          </p:nvSpPr>
          <p:spPr>
            <a:xfrm rot="-1900965">
              <a:off x="6536692" y="1565007"/>
              <a:ext cx="283823" cy="274381"/>
            </a:xfrm>
            <a:custGeom>
              <a:rect b="b" l="l" r="r" t="t"/>
              <a:pathLst>
                <a:path extrusionOk="0" h="3487" w="3607">
                  <a:moveTo>
                    <a:pt x="0" y="1179"/>
                  </a:moveTo>
                  <a:lnTo>
                    <a:pt x="2528" y="3487"/>
                  </a:lnTo>
                  <a:lnTo>
                    <a:pt x="3607" y="2303"/>
                  </a:lnTo>
                  <a:lnTo>
                    <a:pt x="1078" y="0"/>
                  </a:lnTo>
                  <a:lnTo>
                    <a:pt x="0" y="1179"/>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7" name="Google Shape;1727;p31"/>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8" name="Google Shape;1728;p31"/>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29" name="Google Shape;1729;p31"/>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0" name="Google Shape;1730;p31"/>
            <p:cNvSpPr/>
            <p:nvPr/>
          </p:nvSpPr>
          <p:spPr>
            <a:xfrm rot="-1900965">
              <a:off x="6759886" y="1636322"/>
              <a:ext cx="192625" cy="200100"/>
            </a:xfrm>
            <a:custGeom>
              <a:rect b="b" l="l" r="r" t="t"/>
              <a:pathLst>
                <a:path extrusionOk="0" h="2543" w="2448">
                  <a:moveTo>
                    <a:pt x="0" y="1711"/>
                  </a:moveTo>
                  <a:lnTo>
                    <a:pt x="612" y="2543"/>
                  </a:lnTo>
                  <a:lnTo>
                    <a:pt x="2448" y="536"/>
                  </a:lnTo>
                  <a:lnTo>
                    <a:pt x="1560" y="0"/>
                  </a:lnTo>
                  <a:lnTo>
                    <a:pt x="0" y="1711"/>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1" name="Google Shape;1731;p31"/>
            <p:cNvSpPr/>
            <p:nvPr/>
          </p:nvSpPr>
          <p:spPr>
            <a:xfrm rot="-1900965">
              <a:off x="6945714" y="1378055"/>
              <a:ext cx="1001368" cy="934405"/>
            </a:xfrm>
            <a:custGeom>
              <a:rect b="b" l="l" r="r" t="t"/>
              <a:pathLst>
                <a:path extrusionOk="0" h="11875" w="12726">
                  <a:moveTo>
                    <a:pt x="9590" y="10920"/>
                  </a:moveTo>
                  <a:lnTo>
                    <a:pt x="9590" y="10920"/>
                  </a:lnTo>
                  <a:cubicBezTo>
                    <a:pt x="8903" y="10394"/>
                    <a:pt x="6766" y="7775"/>
                    <a:pt x="5437" y="6561"/>
                  </a:cubicBezTo>
                  <a:cubicBezTo>
                    <a:pt x="3316" y="4626"/>
                    <a:pt x="772" y="3161"/>
                    <a:pt x="0" y="2173"/>
                  </a:cubicBezTo>
                  <a:cubicBezTo>
                    <a:pt x="1981" y="0"/>
                    <a:pt x="1981" y="0"/>
                    <a:pt x="1981" y="0"/>
                  </a:cubicBezTo>
                  <a:cubicBezTo>
                    <a:pt x="2974" y="527"/>
                    <a:pt x="4555" y="2910"/>
                    <a:pt x="6851" y="5011"/>
                  </a:cubicBezTo>
                  <a:cubicBezTo>
                    <a:pt x="8186" y="6225"/>
                    <a:pt x="10869" y="8016"/>
                    <a:pt x="11571" y="8753"/>
                  </a:cubicBezTo>
                  <a:cubicBezTo>
                    <a:pt x="12274" y="9486"/>
                    <a:pt x="13227" y="10619"/>
                    <a:pt x="12414" y="11507"/>
                  </a:cubicBezTo>
                  <a:cubicBezTo>
                    <a:pt x="11602" y="12400"/>
                    <a:pt x="10278" y="11452"/>
                    <a:pt x="9590" y="10920"/>
                  </a:cubicBezTo>
                  <a:close/>
                </a:path>
              </a:pathLst>
            </a:custGeom>
            <a:solidFill>
              <a:schemeClr val="dk2"/>
            </a:solidFill>
            <a:ln>
              <a:noFill/>
            </a:ln>
            <a:effectLst>
              <a:outerShdw blurRad="57150" rotWithShape="0" algn="bl" dir="5400000" dist="19050">
                <a:schemeClr val="dk1">
                  <a:alpha val="20000"/>
                </a:scheme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2" name="Google Shape;1732;p31"/>
            <p:cNvSpPr/>
            <p:nvPr/>
          </p:nvSpPr>
          <p:spPr>
            <a:xfrm rot="-1900965">
              <a:off x="7348021" y="1774231"/>
              <a:ext cx="143210" cy="135892"/>
            </a:xfrm>
            <a:custGeom>
              <a:rect b="b" l="l" r="r" t="t"/>
              <a:pathLst>
                <a:path extrusionOk="0" h="1727" w="1820">
                  <a:moveTo>
                    <a:pt x="1727" y="1609"/>
                  </a:moveTo>
                  <a:lnTo>
                    <a:pt x="1727" y="1609"/>
                  </a:lnTo>
                  <a:cubicBezTo>
                    <a:pt x="1512" y="1850"/>
                    <a:pt x="965" y="1709"/>
                    <a:pt x="513" y="1298"/>
                  </a:cubicBezTo>
                  <a:cubicBezTo>
                    <a:pt x="62" y="886"/>
                    <a:pt x="-129" y="355"/>
                    <a:pt x="92" y="114"/>
                  </a:cubicBezTo>
                  <a:cubicBezTo>
                    <a:pt x="308" y="-122"/>
                    <a:pt x="855" y="19"/>
                    <a:pt x="1306" y="430"/>
                  </a:cubicBezTo>
                  <a:cubicBezTo>
                    <a:pt x="1758" y="841"/>
                    <a:pt x="1948" y="1373"/>
                    <a:pt x="1727" y="1609"/>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3" name="Google Shape;1733;p31"/>
            <p:cNvSpPr/>
            <p:nvPr/>
          </p:nvSpPr>
          <p:spPr>
            <a:xfrm rot="-1900965">
              <a:off x="7351239" y="1773318"/>
              <a:ext cx="137544" cy="128181"/>
            </a:xfrm>
            <a:custGeom>
              <a:rect b="b" l="l" r="r" t="t"/>
              <a:pathLst>
                <a:path extrusionOk="0" h="1629" w="1748">
                  <a:moveTo>
                    <a:pt x="1103" y="570"/>
                  </a:moveTo>
                  <a:lnTo>
                    <a:pt x="1103" y="570"/>
                  </a:lnTo>
                  <a:cubicBezTo>
                    <a:pt x="1721" y="1137"/>
                    <a:pt x="1636" y="1629"/>
                    <a:pt x="1636" y="1629"/>
                  </a:cubicBezTo>
                  <a:cubicBezTo>
                    <a:pt x="1645" y="1624"/>
                    <a:pt x="1650" y="1619"/>
                    <a:pt x="1655" y="1609"/>
                  </a:cubicBezTo>
                  <a:cubicBezTo>
                    <a:pt x="1876" y="1373"/>
                    <a:pt x="1686" y="841"/>
                    <a:pt x="1234" y="430"/>
                  </a:cubicBezTo>
                  <a:cubicBezTo>
                    <a:pt x="783" y="19"/>
                    <a:pt x="236" y="-122"/>
                    <a:pt x="20" y="114"/>
                  </a:cubicBezTo>
                  <a:cubicBezTo>
                    <a:pt x="10" y="124"/>
                    <a:pt x="5" y="129"/>
                    <a:pt x="0" y="139"/>
                  </a:cubicBezTo>
                  <a:cubicBezTo>
                    <a:pt x="0" y="139"/>
                    <a:pt x="487" y="8"/>
                    <a:pt x="1103" y="570"/>
                  </a:cubicBezTo>
                  <a:close/>
                </a:path>
              </a:pathLst>
            </a:custGeom>
            <a:solidFill>
              <a:srgbClr val="26272A">
                <a:alpha val="1824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4" name="Google Shape;1734;p31"/>
            <p:cNvSpPr/>
            <p:nvPr/>
          </p:nvSpPr>
          <p:spPr>
            <a:xfrm rot="-1900965">
              <a:off x="7348021" y="1774231"/>
              <a:ext cx="143210" cy="135892"/>
            </a:xfrm>
            <a:custGeom>
              <a:rect b="b" l="l" r="r" t="t"/>
              <a:pathLst>
                <a:path extrusionOk="0" h="1727" w="1820">
                  <a:moveTo>
                    <a:pt x="1306" y="430"/>
                  </a:moveTo>
                  <a:lnTo>
                    <a:pt x="1306" y="430"/>
                  </a:lnTo>
                  <a:cubicBezTo>
                    <a:pt x="855" y="19"/>
                    <a:pt x="308" y="-122"/>
                    <a:pt x="92" y="114"/>
                  </a:cubicBezTo>
                  <a:cubicBezTo>
                    <a:pt x="-129" y="355"/>
                    <a:pt x="62" y="886"/>
                    <a:pt x="513" y="1298"/>
                  </a:cubicBezTo>
                  <a:cubicBezTo>
                    <a:pt x="965" y="1709"/>
                    <a:pt x="1512" y="1850"/>
                    <a:pt x="1727" y="1609"/>
                  </a:cubicBezTo>
                  <a:cubicBezTo>
                    <a:pt x="1948" y="1373"/>
                    <a:pt x="1758" y="841"/>
                    <a:pt x="1306" y="430"/>
                  </a:cubicBezTo>
                  <a:moveTo>
                    <a:pt x="559" y="1248"/>
                  </a:moveTo>
                  <a:lnTo>
                    <a:pt x="559" y="1248"/>
                  </a:lnTo>
                  <a:cubicBezTo>
                    <a:pt x="157" y="881"/>
                    <a:pt x="-8" y="415"/>
                    <a:pt x="182" y="204"/>
                  </a:cubicBezTo>
                  <a:cubicBezTo>
                    <a:pt x="378" y="-12"/>
                    <a:pt x="860" y="114"/>
                    <a:pt x="1261" y="480"/>
                  </a:cubicBezTo>
                  <a:cubicBezTo>
                    <a:pt x="1657" y="846"/>
                    <a:pt x="1828" y="1313"/>
                    <a:pt x="1632" y="1524"/>
                  </a:cubicBezTo>
                  <a:cubicBezTo>
                    <a:pt x="1442" y="1734"/>
                    <a:pt x="960" y="1614"/>
                    <a:pt x="559" y="1248"/>
                  </a:cubicBez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5" name="Google Shape;1735;p31"/>
            <p:cNvSpPr/>
            <p:nvPr/>
          </p:nvSpPr>
          <p:spPr>
            <a:xfrm rot="-1900965">
              <a:off x="7366784" y="1805304"/>
              <a:ext cx="61140" cy="65546"/>
            </a:xfrm>
            <a:custGeom>
              <a:rect b="b" l="l" r="r" t="t"/>
              <a:pathLst>
                <a:path extrusionOk="0" h="833" w="777">
                  <a:moveTo>
                    <a:pt x="777" y="85"/>
                  </a:moveTo>
                  <a:lnTo>
                    <a:pt x="777" y="85"/>
                  </a:lnTo>
                  <a:cubicBezTo>
                    <a:pt x="732" y="55"/>
                    <a:pt x="692" y="25"/>
                    <a:pt x="647" y="0"/>
                  </a:cubicBezTo>
                  <a:cubicBezTo>
                    <a:pt x="0" y="708"/>
                    <a:pt x="0" y="708"/>
                    <a:pt x="0" y="708"/>
                  </a:cubicBezTo>
                  <a:cubicBezTo>
                    <a:pt x="30" y="753"/>
                    <a:pt x="60" y="793"/>
                    <a:pt x="95" y="833"/>
                  </a:cubicBezTo>
                  <a:lnTo>
                    <a:pt x="777" y="85"/>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6" name="Google Shape;1736;p31"/>
            <p:cNvSpPr/>
            <p:nvPr/>
          </p:nvSpPr>
          <p:spPr>
            <a:xfrm rot="-1900965">
              <a:off x="7414081" y="1815162"/>
              <a:ext cx="58858" cy="63107"/>
            </a:xfrm>
            <a:custGeom>
              <a:rect b="b" l="l" r="r" t="t"/>
              <a:pathLst>
                <a:path extrusionOk="0" h="802" w="748">
                  <a:moveTo>
                    <a:pt x="748" y="90"/>
                  </a:moveTo>
                  <a:lnTo>
                    <a:pt x="748" y="90"/>
                  </a:lnTo>
                  <a:cubicBezTo>
                    <a:pt x="723" y="60"/>
                    <a:pt x="703" y="30"/>
                    <a:pt x="678" y="0"/>
                  </a:cubicBezTo>
                  <a:cubicBezTo>
                    <a:pt x="0" y="737"/>
                    <a:pt x="0" y="737"/>
                    <a:pt x="0" y="737"/>
                  </a:cubicBezTo>
                  <a:cubicBezTo>
                    <a:pt x="35" y="762"/>
                    <a:pt x="66" y="782"/>
                    <a:pt x="101" y="802"/>
                  </a:cubicBezTo>
                  <a:lnTo>
                    <a:pt x="748" y="90"/>
                  </a:ln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7" name="Google Shape;1737;p31"/>
            <p:cNvSpPr/>
            <p:nvPr/>
          </p:nvSpPr>
          <p:spPr>
            <a:xfrm rot="-1900965">
              <a:off x="6985976" y="1519946"/>
              <a:ext cx="1000974" cy="781202"/>
            </a:xfrm>
            <a:custGeom>
              <a:rect b="b" l="l" r="r" t="t"/>
              <a:pathLst>
                <a:path extrusionOk="0" h="9928" w="12721">
                  <a:moveTo>
                    <a:pt x="12721" y="8923"/>
                  </a:moveTo>
                  <a:lnTo>
                    <a:pt x="12721" y="8923"/>
                  </a:lnTo>
                  <a:cubicBezTo>
                    <a:pt x="12670" y="9029"/>
                    <a:pt x="12600" y="9134"/>
                    <a:pt x="12505" y="9239"/>
                  </a:cubicBezTo>
                  <a:cubicBezTo>
                    <a:pt x="11692" y="10127"/>
                    <a:pt x="10383" y="9189"/>
                    <a:pt x="9701" y="8667"/>
                  </a:cubicBezTo>
                  <a:cubicBezTo>
                    <a:pt x="8677" y="7885"/>
                    <a:pt x="6952" y="5502"/>
                    <a:pt x="5632" y="4303"/>
                  </a:cubicBezTo>
                  <a:cubicBezTo>
                    <a:pt x="3531" y="2383"/>
                    <a:pt x="1394" y="1540"/>
                    <a:pt x="205" y="0"/>
                  </a:cubicBezTo>
                  <a:cubicBezTo>
                    <a:pt x="0" y="226"/>
                    <a:pt x="0" y="226"/>
                    <a:pt x="0" y="226"/>
                  </a:cubicBezTo>
                  <a:cubicBezTo>
                    <a:pt x="772" y="1214"/>
                    <a:pt x="3316" y="2679"/>
                    <a:pt x="5437" y="4614"/>
                  </a:cubicBezTo>
                  <a:cubicBezTo>
                    <a:pt x="6766" y="5828"/>
                    <a:pt x="8903" y="8447"/>
                    <a:pt x="9590" y="8973"/>
                  </a:cubicBezTo>
                  <a:cubicBezTo>
                    <a:pt x="10278" y="9505"/>
                    <a:pt x="11602" y="10453"/>
                    <a:pt x="12414" y="9560"/>
                  </a:cubicBezTo>
                  <a:cubicBezTo>
                    <a:pt x="12600" y="9360"/>
                    <a:pt x="12695" y="9144"/>
                    <a:pt x="12721" y="8923"/>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8" name="Google Shape;1738;p31"/>
            <p:cNvSpPr/>
            <p:nvPr/>
          </p:nvSpPr>
          <p:spPr>
            <a:xfrm rot="-1900965">
              <a:off x="6949476" y="1595099"/>
              <a:ext cx="258722" cy="244716"/>
            </a:xfrm>
            <a:custGeom>
              <a:rect b="b" l="l" r="r" t="t"/>
              <a:pathLst>
                <a:path extrusionOk="0" h="3110" w="3288">
                  <a:moveTo>
                    <a:pt x="439" y="0"/>
                  </a:moveTo>
                  <a:lnTo>
                    <a:pt x="439" y="0"/>
                  </a:lnTo>
                  <a:cubicBezTo>
                    <a:pt x="324" y="0"/>
                    <a:pt x="234" y="50"/>
                    <a:pt x="154" y="136"/>
                  </a:cubicBezTo>
                  <a:cubicBezTo>
                    <a:pt x="-102" y="422"/>
                    <a:pt x="-142" y="728"/>
                    <a:pt x="866" y="1645"/>
                  </a:cubicBezTo>
                  <a:cubicBezTo>
                    <a:pt x="1764" y="2468"/>
                    <a:pt x="2822" y="3110"/>
                    <a:pt x="3158" y="3110"/>
                  </a:cubicBezTo>
                  <a:cubicBezTo>
                    <a:pt x="3198" y="3110"/>
                    <a:pt x="3224" y="3100"/>
                    <a:pt x="3244" y="3081"/>
                  </a:cubicBezTo>
                  <a:cubicBezTo>
                    <a:pt x="3418" y="2890"/>
                    <a:pt x="3113" y="2554"/>
                    <a:pt x="1724" y="983"/>
                  </a:cubicBezTo>
                  <a:cubicBezTo>
                    <a:pt x="1091" y="271"/>
                    <a:pt x="705" y="0"/>
                    <a:pt x="439"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39" name="Google Shape;1739;p31"/>
            <p:cNvSpPr/>
            <p:nvPr/>
          </p:nvSpPr>
          <p:spPr>
            <a:xfrm rot="-1900965">
              <a:off x="7672885" y="1724098"/>
              <a:ext cx="296964" cy="267220"/>
            </a:xfrm>
            <a:custGeom>
              <a:rect b="b" l="l" r="r" t="t"/>
              <a:pathLst>
                <a:path extrusionOk="0" h="3396" w="3774">
                  <a:moveTo>
                    <a:pt x="159" y="0"/>
                  </a:moveTo>
                  <a:lnTo>
                    <a:pt x="159" y="0"/>
                  </a:lnTo>
                  <a:cubicBezTo>
                    <a:pt x="99" y="0"/>
                    <a:pt x="59" y="20"/>
                    <a:pt x="24" y="65"/>
                  </a:cubicBezTo>
                  <a:cubicBezTo>
                    <a:pt x="-142" y="246"/>
                    <a:pt x="570" y="1300"/>
                    <a:pt x="1579" y="2217"/>
                  </a:cubicBezTo>
                  <a:cubicBezTo>
                    <a:pt x="2386" y="2955"/>
                    <a:pt x="3109" y="3396"/>
                    <a:pt x="3495" y="3396"/>
                  </a:cubicBezTo>
                  <a:cubicBezTo>
                    <a:pt x="3595" y="3396"/>
                    <a:pt x="3671" y="3371"/>
                    <a:pt x="3721" y="3311"/>
                  </a:cubicBezTo>
                  <a:cubicBezTo>
                    <a:pt x="3982" y="3030"/>
                    <a:pt x="3259" y="2107"/>
                    <a:pt x="2160" y="1304"/>
                  </a:cubicBezTo>
                  <a:cubicBezTo>
                    <a:pt x="826" y="326"/>
                    <a:pt x="379" y="0"/>
                    <a:pt x="159" y="0"/>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0" name="Google Shape;1740;p31"/>
            <p:cNvSpPr/>
            <p:nvPr/>
          </p:nvSpPr>
          <p:spPr>
            <a:xfrm rot="-1900965">
              <a:off x="7032237" y="1379292"/>
              <a:ext cx="754606" cy="688745"/>
            </a:xfrm>
            <a:custGeom>
              <a:rect b="b" l="l" r="r" t="t"/>
              <a:pathLst>
                <a:path extrusionOk="0" h="8753" w="9590">
                  <a:moveTo>
                    <a:pt x="4780" y="5106"/>
                  </a:moveTo>
                  <a:lnTo>
                    <a:pt x="4780" y="5106"/>
                  </a:lnTo>
                  <a:cubicBezTo>
                    <a:pt x="5889" y="6114"/>
                    <a:pt x="8888" y="8016"/>
                    <a:pt x="9590" y="8753"/>
                  </a:cubicBezTo>
                  <a:cubicBezTo>
                    <a:pt x="8888" y="8016"/>
                    <a:pt x="6205" y="6225"/>
                    <a:pt x="4870" y="5011"/>
                  </a:cubicBezTo>
                  <a:cubicBezTo>
                    <a:pt x="2574" y="2910"/>
                    <a:pt x="993" y="527"/>
                    <a:pt x="0" y="0"/>
                  </a:cubicBezTo>
                  <a:cubicBezTo>
                    <a:pt x="993" y="527"/>
                    <a:pt x="2994" y="3477"/>
                    <a:pt x="4780" y="5106"/>
                  </a:cubicBezTo>
                  <a:close/>
                </a:path>
              </a:pathLst>
            </a:custGeom>
            <a:solidFill>
              <a:srgbClr val="FFFFFF"/>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1" name="Google Shape;1741;p31"/>
            <p:cNvSpPr/>
            <p:nvPr/>
          </p:nvSpPr>
          <p:spPr>
            <a:xfrm rot="-1900965">
              <a:off x="6531560" y="1541607"/>
              <a:ext cx="345750" cy="199786"/>
            </a:xfrm>
            <a:custGeom>
              <a:rect b="b" l="l" r="r" t="t"/>
              <a:pathLst>
                <a:path extrusionOk="0" h="2539" w="4394">
                  <a:moveTo>
                    <a:pt x="837" y="55"/>
                  </a:moveTo>
                  <a:lnTo>
                    <a:pt x="837" y="55"/>
                  </a:lnTo>
                  <a:cubicBezTo>
                    <a:pt x="2292" y="1385"/>
                    <a:pt x="2292" y="1385"/>
                    <a:pt x="2292" y="1385"/>
                  </a:cubicBezTo>
                  <a:cubicBezTo>
                    <a:pt x="2678" y="1631"/>
                    <a:pt x="3110" y="1867"/>
                    <a:pt x="3491" y="2092"/>
                  </a:cubicBezTo>
                  <a:cubicBezTo>
                    <a:pt x="3541" y="2037"/>
                    <a:pt x="3541" y="2037"/>
                    <a:pt x="3541" y="2037"/>
                  </a:cubicBezTo>
                  <a:cubicBezTo>
                    <a:pt x="4229" y="2453"/>
                    <a:pt x="4229" y="2453"/>
                    <a:pt x="4229" y="2453"/>
                  </a:cubicBezTo>
                  <a:lnTo>
                    <a:pt x="4229" y="2453"/>
                  </a:lnTo>
                  <a:cubicBezTo>
                    <a:pt x="4324" y="2508"/>
                    <a:pt x="4324" y="2508"/>
                    <a:pt x="4324" y="2508"/>
                  </a:cubicBezTo>
                  <a:cubicBezTo>
                    <a:pt x="4374" y="2539"/>
                    <a:pt x="4374" y="2539"/>
                    <a:pt x="4374" y="2539"/>
                  </a:cubicBezTo>
                  <a:cubicBezTo>
                    <a:pt x="4394" y="2519"/>
                    <a:pt x="4394" y="2519"/>
                    <a:pt x="4394" y="2519"/>
                  </a:cubicBezTo>
                  <a:cubicBezTo>
                    <a:pt x="4158" y="2353"/>
                    <a:pt x="3822" y="2167"/>
                    <a:pt x="3471" y="1967"/>
                  </a:cubicBezTo>
                  <a:cubicBezTo>
                    <a:pt x="2834" y="1605"/>
                    <a:pt x="2116" y="1199"/>
                    <a:pt x="1655" y="783"/>
                  </a:cubicBezTo>
                  <a:cubicBezTo>
                    <a:pt x="868" y="80"/>
                    <a:pt x="868" y="80"/>
                    <a:pt x="868" y="80"/>
                  </a:cubicBezTo>
                  <a:cubicBezTo>
                    <a:pt x="858" y="71"/>
                    <a:pt x="847" y="61"/>
                    <a:pt x="837" y="55"/>
                  </a:cubicBezTo>
                  <a:moveTo>
                    <a:pt x="662" y="0"/>
                  </a:moveTo>
                  <a:lnTo>
                    <a:pt x="662" y="0"/>
                  </a:lnTo>
                  <a:cubicBezTo>
                    <a:pt x="582" y="0"/>
                    <a:pt x="501" y="36"/>
                    <a:pt x="446" y="96"/>
                  </a:cubicBezTo>
                  <a:cubicBezTo>
                    <a:pt x="0" y="592"/>
                    <a:pt x="0" y="592"/>
                    <a:pt x="0" y="592"/>
                  </a:cubicBezTo>
                  <a:cubicBezTo>
                    <a:pt x="0" y="663"/>
                    <a:pt x="25" y="733"/>
                    <a:pt x="70" y="798"/>
                  </a:cubicBezTo>
                  <a:cubicBezTo>
                    <a:pt x="266" y="582"/>
                    <a:pt x="266" y="582"/>
                    <a:pt x="266" y="582"/>
                  </a:cubicBezTo>
                  <a:cubicBezTo>
                    <a:pt x="250" y="527"/>
                    <a:pt x="260" y="462"/>
                    <a:pt x="316" y="406"/>
                  </a:cubicBezTo>
                  <a:cubicBezTo>
                    <a:pt x="521" y="176"/>
                    <a:pt x="521" y="176"/>
                    <a:pt x="521" y="176"/>
                  </a:cubicBezTo>
                  <a:cubicBezTo>
                    <a:pt x="561" y="131"/>
                    <a:pt x="607" y="111"/>
                    <a:pt x="652" y="111"/>
                  </a:cubicBezTo>
                  <a:cubicBezTo>
                    <a:pt x="662" y="111"/>
                    <a:pt x="677" y="111"/>
                    <a:pt x="692" y="115"/>
                  </a:cubicBezTo>
                  <a:cubicBezTo>
                    <a:pt x="777" y="20"/>
                    <a:pt x="777" y="20"/>
                    <a:pt x="777" y="20"/>
                  </a:cubicBezTo>
                  <a:cubicBezTo>
                    <a:pt x="742" y="10"/>
                    <a:pt x="702" y="0"/>
                    <a:pt x="66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2" name="Google Shape;1742;p31"/>
            <p:cNvSpPr/>
            <p:nvPr/>
          </p:nvSpPr>
          <p:spPr>
            <a:xfrm rot="-1900965">
              <a:off x="6561647" y="1579678"/>
              <a:ext cx="181530" cy="246762"/>
            </a:xfrm>
            <a:custGeom>
              <a:rect b="b" l="l" r="r" t="t"/>
              <a:pathLst>
                <a:path extrusionOk="0" h="3136" w="2307">
                  <a:moveTo>
                    <a:pt x="196" y="562"/>
                  </a:moveTo>
                  <a:lnTo>
                    <a:pt x="196" y="562"/>
                  </a:lnTo>
                  <a:cubicBezTo>
                    <a:pt x="0" y="778"/>
                    <a:pt x="0" y="778"/>
                    <a:pt x="0" y="778"/>
                  </a:cubicBezTo>
                  <a:cubicBezTo>
                    <a:pt x="15" y="803"/>
                    <a:pt x="35" y="823"/>
                    <a:pt x="55" y="843"/>
                  </a:cubicBezTo>
                  <a:cubicBezTo>
                    <a:pt x="858" y="1560"/>
                    <a:pt x="858" y="1560"/>
                    <a:pt x="858" y="1560"/>
                  </a:cubicBezTo>
                  <a:cubicBezTo>
                    <a:pt x="1244" y="1912"/>
                    <a:pt x="1726" y="2553"/>
                    <a:pt x="2162" y="3136"/>
                  </a:cubicBezTo>
                  <a:cubicBezTo>
                    <a:pt x="2307" y="2975"/>
                    <a:pt x="2307" y="2975"/>
                    <a:pt x="2307" y="2975"/>
                  </a:cubicBezTo>
                  <a:cubicBezTo>
                    <a:pt x="1996" y="2549"/>
                    <a:pt x="1660" y="2082"/>
                    <a:pt x="1354" y="1726"/>
                  </a:cubicBezTo>
                  <a:cubicBezTo>
                    <a:pt x="256" y="718"/>
                    <a:pt x="256" y="718"/>
                    <a:pt x="256" y="718"/>
                  </a:cubicBezTo>
                  <a:cubicBezTo>
                    <a:pt x="276" y="697"/>
                    <a:pt x="276" y="697"/>
                    <a:pt x="276" y="697"/>
                  </a:cubicBezTo>
                  <a:cubicBezTo>
                    <a:pt x="236" y="657"/>
                    <a:pt x="206" y="607"/>
                    <a:pt x="196" y="562"/>
                  </a:cubicBezTo>
                  <a:moveTo>
                    <a:pt x="707" y="0"/>
                  </a:moveTo>
                  <a:lnTo>
                    <a:pt x="707" y="0"/>
                  </a:lnTo>
                  <a:cubicBezTo>
                    <a:pt x="622" y="95"/>
                    <a:pt x="622" y="95"/>
                    <a:pt x="622" y="95"/>
                  </a:cubicBezTo>
                  <a:cubicBezTo>
                    <a:pt x="682" y="111"/>
                    <a:pt x="748" y="161"/>
                    <a:pt x="813" y="216"/>
                  </a:cubicBezTo>
                  <a:cubicBezTo>
                    <a:pt x="1510" y="843"/>
                    <a:pt x="1510" y="843"/>
                    <a:pt x="1510" y="843"/>
                  </a:cubicBezTo>
                  <a:cubicBezTo>
                    <a:pt x="1705" y="1019"/>
                    <a:pt x="1956" y="1194"/>
                    <a:pt x="2222" y="1365"/>
                  </a:cubicBezTo>
                  <a:cubicBezTo>
                    <a:pt x="767" y="35"/>
                    <a:pt x="767" y="35"/>
                    <a:pt x="767" y="35"/>
                  </a:cubicBezTo>
                  <a:cubicBezTo>
                    <a:pt x="748" y="20"/>
                    <a:pt x="727" y="10"/>
                    <a:pt x="707"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3" name="Google Shape;1743;p31"/>
            <p:cNvSpPr/>
            <p:nvPr/>
          </p:nvSpPr>
          <p:spPr>
            <a:xfrm rot="-1900965">
              <a:off x="6571145" y="1653106"/>
              <a:ext cx="86398" cy="80969"/>
            </a:xfrm>
            <a:custGeom>
              <a:rect b="b" l="l" r="r" t="t"/>
              <a:pathLst>
                <a:path extrusionOk="0" h="1029" w="1098">
                  <a:moveTo>
                    <a:pt x="20" y="0"/>
                  </a:moveTo>
                  <a:lnTo>
                    <a:pt x="20" y="0"/>
                  </a:lnTo>
                  <a:cubicBezTo>
                    <a:pt x="0" y="21"/>
                    <a:pt x="0" y="21"/>
                    <a:pt x="0" y="21"/>
                  </a:cubicBezTo>
                  <a:cubicBezTo>
                    <a:pt x="1098" y="1029"/>
                    <a:pt x="1098" y="1029"/>
                    <a:pt x="1098" y="1029"/>
                  </a:cubicBezTo>
                  <a:cubicBezTo>
                    <a:pt x="988" y="893"/>
                    <a:pt x="878" y="778"/>
                    <a:pt x="772" y="683"/>
                  </a:cubicBezTo>
                  <a:cubicBezTo>
                    <a:pt x="75" y="56"/>
                    <a:pt x="75" y="56"/>
                    <a:pt x="75" y="56"/>
                  </a:cubicBezTo>
                  <a:cubicBezTo>
                    <a:pt x="55" y="41"/>
                    <a:pt x="35" y="21"/>
                    <a:pt x="20" y="0"/>
                  </a:cubicBezTo>
                  <a:close/>
                </a:path>
              </a:pathLst>
            </a:custGeom>
            <a:solidFill>
              <a:srgbClr val="F8EAEE"/>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4" name="Google Shape;1744;p31"/>
            <p:cNvSpPr/>
            <p:nvPr/>
          </p:nvSpPr>
          <p:spPr>
            <a:xfrm rot="-1900965">
              <a:off x="6783416" y="1747918"/>
              <a:ext cx="21718" cy="26439"/>
            </a:xfrm>
            <a:custGeom>
              <a:rect b="b" l="l" r="r" t="t"/>
              <a:pathLst>
                <a:path extrusionOk="0" h="336" w="276">
                  <a:moveTo>
                    <a:pt x="145" y="0"/>
                  </a:moveTo>
                  <a:lnTo>
                    <a:pt x="145" y="0"/>
                  </a:lnTo>
                  <a:cubicBezTo>
                    <a:pt x="0" y="161"/>
                    <a:pt x="0" y="161"/>
                    <a:pt x="0" y="161"/>
                  </a:cubicBezTo>
                  <a:cubicBezTo>
                    <a:pt x="45" y="221"/>
                    <a:pt x="85" y="276"/>
                    <a:pt x="130" y="336"/>
                  </a:cubicBezTo>
                  <a:cubicBezTo>
                    <a:pt x="276" y="171"/>
                    <a:pt x="276" y="171"/>
                    <a:pt x="276" y="171"/>
                  </a:cubicBezTo>
                  <a:cubicBezTo>
                    <a:pt x="236" y="115"/>
                    <a:pt x="191" y="55"/>
                    <a:pt x="145"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5" name="Google Shape;1745;p31"/>
            <p:cNvSpPr/>
            <p:nvPr/>
          </p:nvSpPr>
          <p:spPr>
            <a:xfrm rot="-1900965">
              <a:off x="6775101" y="1633232"/>
              <a:ext cx="158318" cy="151157"/>
            </a:xfrm>
            <a:custGeom>
              <a:rect b="b" l="l" r="r" t="t"/>
              <a:pathLst>
                <a:path extrusionOk="0" h="1921" w="2012">
                  <a:moveTo>
                    <a:pt x="1294" y="1018"/>
                  </a:moveTo>
                  <a:lnTo>
                    <a:pt x="1294" y="1018"/>
                  </a:lnTo>
                  <a:cubicBezTo>
                    <a:pt x="648" y="1736"/>
                    <a:pt x="648" y="1736"/>
                    <a:pt x="648" y="1736"/>
                  </a:cubicBezTo>
                  <a:cubicBezTo>
                    <a:pt x="497" y="1580"/>
                    <a:pt x="327" y="1364"/>
                    <a:pt x="146" y="1129"/>
                  </a:cubicBezTo>
                  <a:cubicBezTo>
                    <a:pt x="0" y="1294"/>
                    <a:pt x="0" y="1294"/>
                    <a:pt x="0" y="1294"/>
                  </a:cubicBezTo>
                  <a:cubicBezTo>
                    <a:pt x="176" y="1525"/>
                    <a:pt x="341" y="1746"/>
                    <a:pt x="492" y="1921"/>
                  </a:cubicBezTo>
                  <a:cubicBezTo>
                    <a:pt x="1305" y="1028"/>
                    <a:pt x="1305" y="1028"/>
                    <a:pt x="1305" y="1028"/>
                  </a:cubicBezTo>
                  <a:cubicBezTo>
                    <a:pt x="1294" y="1018"/>
                    <a:pt x="1294" y="1018"/>
                    <a:pt x="1294" y="1018"/>
                  </a:cubicBezTo>
                  <a:moveTo>
                    <a:pt x="1962" y="471"/>
                  </a:moveTo>
                  <a:lnTo>
                    <a:pt x="1962" y="471"/>
                  </a:lnTo>
                  <a:cubicBezTo>
                    <a:pt x="2012" y="502"/>
                    <a:pt x="2012" y="502"/>
                    <a:pt x="2012" y="502"/>
                  </a:cubicBezTo>
                  <a:lnTo>
                    <a:pt x="2012" y="502"/>
                  </a:lnTo>
                  <a:cubicBezTo>
                    <a:pt x="1962" y="471"/>
                    <a:pt x="1962" y="471"/>
                    <a:pt x="1962" y="471"/>
                  </a:cubicBezTo>
                  <a:moveTo>
                    <a:pt x="1179" y="0"/>
                  </a:moveTo>
                  <a:lnTo>
                    <a:pt x="1179" y="0"/>
                  </a:lnTo>
                  <a:cubicBezTo>
                    <a:pt x="1129" y="55"/>
                    <a:pt x="1129" y="55"/>
                    <a:pt x="1129" y="55"/>
                  </a:cubicBezTo>
                  <a:cubicBezTo>
                    <a:pt x="1375" y="201"/>
                    <a:pt x="1601" y="341"/>
                    <a:pt x="1781" y="471"/>
                  </a:cubicBezTo>
                  <a:cubicBezTo>
                    <a:pt x="1746" y="517"/>
                    <a:pt x="1746" y="517"/>
                    <a:pt x="1746" y="517"/>
                  </a:cubicBezTo>
                  <a:cubicBezTo>
                    <a:pt x="1766" y="527"/>
                    <a:pt x="1766" y="527"/>
                    <a:pt x="1766" y="527"/>
                  </a:cubicBezTo>
                  <a:cubicBezTo>
                    <a:pt x="1867" y="416"/>
                    <a:pt x="1867" y="416"/>
                    <a:pt x="1867" y="416"/>
                  </a:cubicBezTo>
                  <a:cubicBezTo>
                    <a:pt x="1179" y="0"/>
                    <a:pt x="1179" y="0"/>
                    <a:pt x="11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6" name="Google Shape;1746;p31"/>
            <p:cNvSpPr/>
            <p:nvPr/>
          </p:nvSpPr>
          <p:spPr>
            <a:xfrm rot="-1900965">
              <a:off x="6822440" y="1652533"/>
              <a:ext cx="119604" cy="129518"/>
            </a:xfrm>
            <a:custGeom>
              <a:rect b="b" l="l" r="r" t="t"/>
              <a:pathLst>
                <a:path extrusionOk="0" h="1646" w="1520">
                  <a:moveTo>
                    <a:pt x="813" y="612"/>
                  </a:moveTo>
                  <a:lnTo>
                    <a:pt x="813" y="612"/>
                  </a:lnTo>
                  <a:cubicBezTo>
                    <a:pt x="0" y="1505"/>
                    <a:pt x="0" y="1505"/>
                    <a:pt x="0" y="1505"/>
                  </a:cubicBezTo>
                  <a:cubicBezTo>
                    <a:pt x="40" y="1556"/>
                    <a:pt x="80" y="1606"/>
                    <a:pt x="121" y="1646"/>
                  </a:cubicBezTo>
                  <a:cubicBezTo>
                    <a:pt x="943" y="733"/>
                    <a:pt x="943" y="733"/>
                    <a:pt x="943" y="733"/>
                  </a:cubicBezTo>
                  <a:cubicBezTo>
                    <a:pt x="813" y="612"/>
                    <a:pt x="813" y="612"/>
                    <a:pt x="813" y="612"/>
                  </a:cubicBezTo>
                  <a:moveTo>
                    <a:pt x="1375" y="0"/>
                  </a:moveTo>
                  <a:lnTo>
                    <a:pt x="1375" y="0"/>
                  </a:lnTo>
                  <a:cubicBezTo>
                    <a:pt x="1274" y="111"/>
                    <a:pt x="1274" y="111"/>
                    <a:pt x="1274" y="111"/>
                  </a:cubicBezTo>
                  <a:cubicBezTo>
                    <a:pt x="1420" y="201"/>
                    <a:pt x="1420" y="201"/>
                    <a:pt x="1420" y="201"/>
                  </a:cubicBezTo>
                  <a:cubicBezTo>
                    <a:pt x="1520" y="86"/>
                    <a:pt x="1520" y="86"/>
                    <a:pt x="1520" y="86"/>
                  </a:cubicBezTo>
                  <a:cubicBezTo>
                    <a:pt x="1470" y="55"/>
                    <a:pt x="1470" y="55"/>
                    <a:pt x="1470" y="55"/>
                  </a:cubicBezTo>
                  <a:cubicBezTo>
                    <a:pt x="1375" y="0"/>
                    <a:pt x="1375" y="0"/>
                    <a:pt x="1375"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7" name="Google Shape;1747;p31"/>
            <p:cNvSpPr/>
            <p:nvPr/>
          </p:nvSpPr>
          <p:spPr>
            <a:xfrm rot="-1900965">
              <a:off x="6863008" y="1654462"/>
              <a:ext cx="37140" cy="40209"/>
            </a:xfrm>
            <a:custGeom>
              <a:rect b="b" l="l" r="r" t="t"/>
              <a:pathLst>
                <a:path extrusionOk="0" h="511" w="472">
                  <a:moveTo>
                    <a:pt x="452" y="0"/>
                  </a:moveTo>
                  <a:lnTo>
                    <a:pt x="0" y="501"/>
                  </a:lnTo>
                  <a:lnTo>
                    <a:pt x="11" y="511"/>
                  </a:lnTo>
                  <a:lnTo>
                    <a:pt x="472" y="10"/>
                  </a:lnTo>
                  <a:lnTo>
                    <a:pt x="452"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8" name="Google Shape;1748;p31"/>
            <p:cNvSpPr/>
            <p:nvPr/>
          </p:nvSpPr>
          <p:spPr>
            <a:xfrm rot="-1900965">
              <a:off x="6863008" y="1654462"/>
              <a:ext cx="37140" cy="40209"/>
            </a:xfrm>
            <a:custGeom>
              <a:rect b="b" l="l" r="r" t="t"/>
              <a:pathLst>
                <a:path extrusionOk="0" h="511" w="472">
                  <a:moveTo>
                    <a:pt x="452" y="0"/>
                  </a:moveTo>
                  <a:lnTo>
                    <a:pt x="0" y="501"/>
                  </a:lnTo>
                  <a:lnTo>
                    <a:pt x="11" y="511"/>
                  </a:lnTo>
                  <a:lnTo>
                    <a:pt x="472" y="10"/>
                  </a:lnTo>
                  <a:lnTo>
                    <a:pt x="452"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49" name="Google Shape;1749;p31"/>
            <p:cNvSpPr/>
            <p:nvPr/>
          </p:nvSpPr>
          <p:spPr>
            <a:xfrm rot="-1900965">
              <a:off x="6865660" y="1651236"/>
              <a:ext cx="47763" cy="48943"/>
            </a:xfrm>
            <a:custGeom>
              <a:rect b="b" l="l" r="r" t="t"/>
              <a:pathLst>
                <a:path extrusionOk="0" h="622" w="607">
                  <a:moveTo>
                    <a:pt x="461" y="0"/>
                  </a:moveTo>
                  <a:lnTo>
                    <a:pt x="0" y="501"/>
                  </a:lnTo>
                  <a:lnTo>
                    <a:pt x="130" y="622"/>
                  </a:lnTo>
                  <a:lnTo>
                    <a:pt x="607" y="90"/>
                  </a:lnTo>
                  <a:lnTo>
                    <a:pt x="461" y="0"/>
                  </a:lnTo>
                  <a:close/>
                </a:path>
              </a:pathLst>
            </a:custGeom>
            <a:solidFill>
              <a:srgbClr val="FEF4F5"/>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0" name="Google Shape;1750;p31"/>
            <p:cNvSpPr/>
            <p:nvPr/>
          </p:nvSpPr>
          <p:spPr>
            <a:xfrm rot="-1900965">
              <a:off x="6865660" y="1651236"/>
              <a:ext cx="47763" cy="48943"/>
            </a:xfrm>
            <a:custGeom>
              <a:rect b="b" l="l" r="r" t="t"/>
              <a:pathLst>
                <a:path extrusionOk="0" h="622" w="607">
                  <a:moveTo>
                    <a:pt x="461" y="0"/>
                  </a:moveTo>
                  <a:lnTo>
                    <a:pt x="0" y="501"/>
                  </a:lnTo>
                  <a:lnTo>
                    <a:pt x="130" y="622"/>
                  </a:lnTo>
                  <a:lnTo>
                    <a:pt x="607" y="90"/>
                  </a:lnTo>
                  <a:lnTo>
                    <a:pt x="461" y="0"/>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1" name="Google Shape;1751;p31"/>
            <p:cNvSpPr/>
            <p:nvPr/>
          </p:nvSpPr>
          <p:spPr>
            <a:xfrm rot="-1900965">
              <a:off x="6521371" y="1735299"/>
              <a:ext cx="1180" cy="12590"/>
            </a:xfrm>
            <a:custGeom>
              <a:rect b="b" l="l" r="r" t="t"/>
              <a:pathLst>
                <a:path extrusionOk="0" h="160" w="15">
                  <a:moveTo>
                    <a:pt x="5" y="0"/>
                  </a:moveTo>
                  <a:lnTo>
                    <a:pt x="5" y="0"/>
                  </a:lnTo>
                  <a:cubicBezTo>
                    <a:pt x="-5" y="50"/>
                    <a:pt x="0" y="110"/>
                    <a:pt x="15" y="160"/>
                  </a:cubicBezTo>
                  <a:cubicBezTo>
                    <a:pt x="10" y="135"/>
                    <a:pt x="5" y="105"/>
                    <a:pt x="0" y="80"/>
                  </a:cubicBezTo>
                  <a:cubicBezTo>
                    <a:pt x="0" y="50"/>
                    <a:pt x="0" y="25"/>
                    <a:pt x="5" y="0"/>
                  </a:cubicBezTo>
                  <a:close/>
                </a:path>
              </a:pathLst>
            </a:custGeom>
            <a:solidFill>
              <a:srgbClr val="F7E6EA"/>
            </a:solidFill>
            <a:ln>
              <a:noFill/>
            </a:ln>
          </p:spPr>
          <p:txBody>
            <a:bodyPr anchorCtr="1" anchor="ctr" bIns="12600" lIns="90000" spcFirstLastPara="1" rIns="90000" wrap="square" tIns="126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2" name="Google Shape;1752;p31"/>
            <p:cNvSpPr/>
            <p:nvPr/>
          </p:nvSpPr>
          <p:spPr>
            <a:xfrm rot="-1900965">
              <a:off x="6865894" y="1805015"/>
              <a:ext cx="23291" cy="25652"/>
            </a:xfrm>
            <a:custGeom>
              <a:rect b="b" l="l" r="r" t="t"/>
              <a:pathLst>
                <a:path extrusionOk="0" h="326" w="296">
                  <a:moveTo>
                    <a:pt x="291" y="0"/>
                  </a:moveTo>
                  <a:lnTo>
                    <a:pt x="291" y="0"/>
                  </a:lnTo>
                  <a:cubicBezTo>
                    <a:pt x="0" y="321"/>
                    <a:pt x="0" y="321"/>
                    <a:pt x="0" y="321"/>
                  </a:cubicBezTo>
                  <a:lnTo>
                    <a:pt x="5" y="326"/>
                  </a:lnTo>
                  <a:cubicBezTo>
                    <a:pt x="296" y="0"/>
                    <a:pt x="296" y="0"/>
                    <a:pt x="296" y="0"/>
                  </a:cubicBezTo>
                  <a:lnTo>
                    <a:pt x="291" y="0"/>
                  </a:lnTo>
                  <a:close/>
                </a:path>
              </a:pathLst>
            </a:custGeom>
            <a:solidFill>
              <a:srgbClr val="ECD6E0"/>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3" name="Google Shape;1753;p31"/>
            <p:cNvSpPr/>
            <p:nvPr/>
          </p:nvSpPr>
          <p:spPr>
            <a:xfrm rot="-1900965">
              <a:off x="6867310" y="1856279"/>
              <a:ext cx="2754" cy="2754"/>
            </a:xfrm>
            <a:custGeom>
              <a:rect b="b" l="l" r="r" t="t"/>
              <a:pathLst>
                <a:path extrusionOk="0" h="35" w="35">
                  <a:moveTo>
                    <a:pt x="0" y="0"/>
                  </a:moveTo>
                  <a:lnTo>
                    <a:pt x="0" y="0"/>
                  </a:lnTo>
                  <a:cubicBezTo>
                    <a:pt x="10" y="10"/>
                    <a:pt x="25" y="20"/>
                    <a:pt x="35" y="35"/>
                  </a:cubicBezTo>
                  <a:lnTo>
                    <a:pt x="35" y="35"/>
                  </a:lnTo>
                  <a:cubicBezTo>
                    <a:pt x="25" y="25"/>
                    <a:pt x="20" y="15"/>
                    <a:pt x="10" y="5"/>
                  </a:cubicBezTo>
                  <a:cubicBezTo>
                    <a:pt x="5" y="0"/>
                    <a:pt x="5" y="0"/>
                    <a:pt x="0" y="0"/>
                  </a:cubicBezTo>
                  <a:close/>
                </a:path>
              </a:pathLst>
            </a:custGeom>
            <a:solidFill>
              <a:srgbClr val="F7E6EA"/>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4" name="Google Shape;1754;p31"/>
            <p:cNvSpPr/>
            <p:nvPr/>
          </p:nvSpPr>
          <p:spPr>
            <a:xfrm rot="-1900965">
              <a:off x="6868142" y="1856437"/>
              <a:ext cx="1967" cy="2361"/>
            </a:xfrm>
            <a:custGeom>
              <a:rect b="b" l="l" r="r" t="t"/>
              <a:pathLst>
                <a:path extrusionOk="0" h="30" w="25">
                  <a:moveTo>
                    <a:pt x="0" y="0"/>
                  </a:moveTo>
                  <a:lnTo>
                    <a:pt x="0" y="0"/>
                  </a:lnTo>
                  <a:cubicBezTo>
                    <a:pt x="10" y="10"/>
                    <a:pt x="15" y="20"/>
                    <a:pt x="25" y="30"/>
                  </a:cubicBezTo>
                  <a:lnTo>
                    <a:pt x="25" y="30"/>
                  </a:lnTo>
                  <a:cubicBezTo>
                    <a:pt x="15" y="20"/>
                    <a:pt x="10" y="10"/>
                    <a:pt x="0" y="0"/>
                  </a:cubicBezTo>
                  <a:close/>
                </a:path>
              </a:pathLst>
            </a:custGeom>
            <a:solidFill>
              <a:srgbClr val="ECD6E0"/>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5" name="Google Shape;1755;p31"/>
            <p:cNvSpPr/>
            <p:nvPr/>
          </p:nvSpPr>
          <p:spPr>
            <a:xfrm rot="-1900965">
              <a:off x="6862810" y="1837646"/>
              <a:ext cx="17783" cy="18177"/>
            </a:xfrm>
            <a:custGeom>
              <a:rect b="b" l="l" r="r" t="t"/>
              <a:pathLst>
                <a:path extrusionOk="0" h="231" w="226">
                  <a:moveTo>
                    <a:pt x="221" y="0"/>
                  </a:moveTo>
                  <a:lnTo>
                    <a:pt x="221" y="0"/>
                  </a:lnTo>
                  <a:cubicBezTo>
                    <a:pt x="55" y="190"/>
                    <a:pt x="55" y="190"/>
                    <a:pt x="55" y="190"/>
                  </a:cubicBezTo>
                  <a:cubicBezTo>
                    <a:pt x="45" y="201"/>
                    <a:pt x="35" y="206"/>
                    <a:pt x="20" y="206"/>
                  </a:cubicBezTo>
                  <a:lnTo>
                    <a:pt x="20" y="206"/>
                  </a:lnTo>
                  <a:cubicBezTo>
                    <a:pt x="15" y="206"/>
                    <a:pt x="5" y="201"/>
                    <a:pt x="0" y="201"/>
                  </a:cubicBezTo>
                  <a:cubicBezTo>
                    <a:pt x="10" y="211"/>
                    <a:pt x="15" y="221"/>
                    <a:pt x="25" y="231"/>
                  </a:cubicBezTo>
                  <a:cubicBezTo>
                    <a:pt x="226" y="5"/>
                    <a:pt x="226" y="5"/>
                    <a:pt x="226" y="5"/>
                  </a:cubicBezTo>
                  <a:lnTo>
                    <a:pt x="221" y="0"/>
                  </a:lnTo>
                  <a:close/>
                </a:path>
              </a:pathLst>
            </a:custGeom>
            <a:solidFill>
              <a:srgbClr val="F7E6EA"/>
            </a:solidFill>
            <a:ln>
              <a:noFill/>
            </a:ln>
          </p:spPr>
          <p:txBody>
            <a:bodyPr anchorCtr="1" anchor="ctr" bIns="38150" lIns="90000" spcFirstLastPara="1" rIns="90000" wrap="square" tIns="381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6" name="Google Shape;1756;p31"/>
            <p:cNvSpPr/>
            <p:nvPr/>
          </p:nvSpPr>
          <p:spPr>
            <a:xfrm rot="-1900965">
              <a:off x="6570283" y="1617860"/>
              <a:ext cx="230946" cy="313803"/>
            </a:xfrm>
            <a:custGeom>
              <a:rect b="b" l="l" r="r" t="t"/>
              <a:pathLst>
                <a:path extrusionOk="0" h="3988" w="2935">
                  <a:moveTo>
                    <a:pt x="362" y="0"/>
                  </a:moveTo>
                  <a:lnTo>
                    <a:pt x="362" y="0"/>
                  </a:lnTo>
                  <a:cubicBezTo>
                    <a:pt x="76" y="321"/>
                    <a:pt x="76" y="321"/>
                    <a:pt x="76" y="321"/>
                  </a:cubicBezTo>
                  <a:cubicBezTo>
                    <a:pt x="20" y="382"/>
                    <a:pt x="-5" y="457"/>
                    <a:pt x="1" y="537"/>
                  </a:cubicBezTo>
                  <a:cubicBezTo>
                    <a:pt x="6" y="617"/>
                    <a:pt x="41" y="692"/>
                    <a:pt x="101" y="743"/>
                  </a:cubicBezTo>
                  <a:cubicBezTo>
                    <a:pt x="888" y="1450"/>
                    <a:pt x="888" y="1450"/>
                    <a:pt x="888" y="1450"/>
                  </a:cubicBezTo>
                  <a:cubicBezTo>
                    <a:pt x="1270" y="1791"/>
                    <a:pt x="1731" y="2428"/>
                    <a:pt x="2137" y="2995"/>
                  </a:cubicBezTo>
                  <a:cubicBezTo>
                    <a:pt x="2424" y="3386"/>
                    <a:pt x="2689" y="3758"/>
                    <a:pt x="2905" y="3988"/>
                  </a:cubicBezTo>
                  <a:cubicBezTo>
                    <a:pt x="2935" y="3958"/>
                    <a:pt x="2935" y="3958"/>
                    <a:pt x="2935" y="3958"/>
                  </a:cubicBezTo>
                  <a:cubicBezTo>
                    <a:pt x="2820" y="3803"/>
                    <a:pt x="2820" y="3803"/>
                    <a:pt x="2820" y="3803"/>
                  </a:cubicBezTo>
                  <a:lnTo>
                    <a:pt x="2820" y="3803"/>
                  </a:lnTo>
                  <a:cubicBezTo>
                    <a:pt x="2343" y="3156"/>
                    <a:pt x="2343" y="3156"/>
                    <a:pt x="2343" y="3156"/>
                  </a:cubicBezTo>
                  <a:cubicBezTo>
                    <a:pt x="2584" y="2890"/>
                    <a:pt x="2584" y="2890"/>
                    <a:pt x="2584" y="2890"/>
                  </a:cubicBezTo>
                  <a:cubicBezTo>
                    <a:pt x="2424" y="2744"/>
                    <a:pt x="2424" y="2744"/>
                    <a:pt x="2424" y="2744"/>
                  </a:cubicBezTo>
                  <a:lnTo>
                    <a:pt x="2424" y="2744"/>
                  </a:lnTo>
                  <a:cubicBezTo>
                    <a:pt x="71" y="597"/>
                    <a:pt x="71" y="597"/>
                    <a:pt x="71" y="597"/>
                  </a:cubicBezTo>
                  <a:cubicBezTo>
                    <a:pt x="432" y="206"/>
                    <a:pt x="432" y="206"/>
                    <a:pt x="432" y="206"/>
                  </a:cubicBezTo>
                  <a:cubicBezTo>
                    <a:pt x="387" y="141"/>
                    <a:pt x="362" y="71"/>
                    <a:pt x="362"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7" name="Google Shape;1757;p31"/>
            <p:cNvSpPr/>
            <p:nvPr/>
          </p:nvSpPr>
          <p:spPr>
            <a:xfrm rot="-1900965">
              <a:off x="6556004" y="1645735"/>
              <a:ext cx="198527" cy="199707"/>
            </a:xfrm>
            <a:custGeom>
              <a:rect b="b" l="l" r="r" t="t"/>
              <a:pathLst>
                <a:path extrusionOk="0" h="2538" w="2523">
                  <a:moveTo>
                    <a:pt x="361" y="0"/>
                  </a:moveTo>
                  <a:lnTo>
                    <a:pt x="361" y="0"/>
                  </a:lnTo>
                  <a:cubicBezTo>
                    <a:pt x="0" y="391"/>
                    <a:pt x="0" y="391"/>
                    <a:pt x="0" y="391"/>
                  </a:cubicBezTo>
                  <a:cubicBezTo>
                    <a:pt x="2353" y="2538"/>
                    <a:pt x="2353" y="2538"/>
                    <a:pt x="2353" y="2538"/>
                  </a:cubicBezTo>
                  <a:cubicBezTo>
                    <a:pt x="2523" y="2358"/>
                    <a:pt x="2523" y="2358"/>
                    <a:pt x="2523" y="2358"/>
                  </a:cubicBezTo>
                  <a:cubicBezTo>
                    <a:pt x="2087" y="1775"/>
                    <a:pt x="1605" y="1134"/>
                    <a:pt x="1219" y="782"/>
                  </a:cubicBezTo>
                  <a:cubicBezTo>
                    <a:pt x="416" y="65"/>
                    <a:pt x="416" y="65"/>
                    <a:pt x="416" y="65"/>
                  </a:cubicBezTo>
                  <a:cubicBezTo>
                    <a:pt x="396" y="45"/>
                    <a:pt x="376" y="25"/>
                    <a:pt x="361"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8" name="Google Shape;1758;p31"/>
            <p:cNvSpPr/>
            <p:nvPr/>
          </p:nvSpPr>
          <p:spPr>
            <a:xfrm rot="-1900965">
              <a:off x="6782879" y="1781289"/>
              <a:ext cx="12590" cy="11488"/>
            </a:xfrm>
            <a:custGeom>
              <a:rect b="b" l="l" r="r" t="t"/>
              <a:pathLst>
                <a:path extrusionOk="0" h="146" w="160">
                  <a:moveTo>
                    <a:pt x="0" y="0"/>
                  </a:moveTo>
                  <a:lnTo>
                    <a:pt x="0" y="0"/>
                  </a:lnTo>
                  <a:lnTo>
                    <a:pt x="160" y="146"/>
                  </a:lnTo>
                  <a:lnTo>
                    <a:pt x="0" y="0"/>
                  </a:lnTo>
                  <a:close/>
                </a:path>
              </a:pathLst>
            </a:custGeom>
            <a:solidFill>
              <a:srgbClr val="F6DCE1"/>
            </a:solidFill>
            <a:ln>
              <a:noFill/>
            </a:ln>
          </p:spPr>
          <p:txBody>
            <a:bodyPr anchorCtr="1" anchor="ctr" bIns="7550" lIns="90000" spcFirstLastPara="1" rIns="90000" wrap="square" tIns="7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59" name="Google Shape;1759;p31"/>
            <p:cNvSpPr/>
            <p:nvPr/>
          </p:nvSpPr>
          <p:spPr>
            <a:xfrm rot="-1900965">
              <a:off x="6782879" y="1781289"/>
              <a:ext cx="12590" cy="11488"/>
            </a:xfrm>
            <a:custGeom>
              <a:rect b="b" l="l" r="r" t="t"/>
              <a:pathLst>
                <a:path extrusionOk="0" h="146" w="160">
                  <a:moveTo>
                    <a:pt x="0" y="0"/>
                  </a:moveTo>
                  <a:lnTo>
                    <a:pt x="0" y="0"/>
                  </a:lnTo>
                  <a:lnTo>
                    <a:pt x="160" y="146"/>
                  </a:lnTo>
                  <a:lnTo>
                    <a:pt x="0" y="0"/>
                  </a:lnTo>
                  <a:close/>
                </a:path>
              </a:pathLst>
            </a:custGeom>
            <a:solidFill>
              <a:srgbClr val="F6DCE1"/>
            </a:solidFill>
            <a:ln>
              <a:noFill/>
            </a:ln>
          </p:spPr>
          <p:txBody>
            <a:bodyPr anchorCtr="1" anchor="ctr" bIns="7550" lIns="90000" spcFirstLastPara="1" rIns="90000" wrap="square" tIns="755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0" name="Google Shape;1760;p31"/>
            <p:cNvSpPr/>
            <p:nvPr/>
          </p:nvSpPr>
          <p:spPr>
            <a:xfrm rot="-1900965">
              <a:off x="6778339" y="1765287"/>
              <a:ext cx="23606" cy="25652"/>
            </a:xfrm>
            <a:custGeom>
              <a:rect b="b" l="l" r="r" t="t"/>
              <a:pathLst>
                <a:path extrusionOk="0" h="326" w="300">
                  <a:moveTo>
                    <a:pt x="170" y="0"/>
                  </a:moveTo>
                  <a:lnTo>
                    <a:pt x="170" y="0"/>
                  </a:lnTo>
                  <a:cubicBezTo>
                    <a:pt x="0" y="180"/>
                    <a:pt x="0" y="180"/>
                    <a:pt x="0" y="180"/>
                  </a:cubicBezTo>
                  <a:cubicBezTo>
                    <a:pt x="160" y="326"/>
                    <a:pt x="160" y="326"/>
                    <a:pt x="160" y="326"/>
                  </a:cubicBezTo>
                  <a:cubicBezTo>
                    <a:pt x="300" y="175"/>
                    <a:pt x="300" y="175"/>
                    <a:pt x="300" y="175"/>
                  </a:cubicBezTo>
                  <a:cubicBezTo>
                    <a:pt x="255" y="115"/>
                    <a:pt x="215" y="60"/>
                    <a:pt x="170"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1" name="Google Shape;1761;p31"/>
            <p:cNvSpPr/>
            <p:nvPr/>
          </p:nvSpPr>
          <p:spPr>
            <a:xfrm rot="-1900965">
              <a:off x="6792038" y="1764186"/>
              <a:ext cx="68694" cy="83723"/>
            </a:xfrm>
            <a:custGeom>
              <a:rect b="b" l="l" r="r" t="t"/>
              <a:pathLst>
                <a:path extrusionOk="0" h="1064" w="873">
                  <a:moveTo>
                    <a:pt x="381" y="0"/>
                  </a:moveTo>
                  <a:lnTo>
                    <a:pt x="381" y="0"/>
                  </a:lnTo>
                  <a:cubicBezTo>
                    <a:pt x="241" y="151"/>
                    <a:pt x="241" y="151"/>
                    <a:pt x="241" y="151"/>
                  </a:cubicBezTo>
                  <a:cubicBezTo>
                    <a:pt x="0" y="417"/>
                    <a:pt x="0" y="417"/>
                    <a:pt x="0" y="417"/>
                  </a:cubicBezTo>
                  <a:cubicBezTo>
                    <a:pt x="477" y="1064"/>
                    <a:pt x="477" y="1064"/>
                    <a:pt x="477" y="1064"/>
                  </a:cubicBezTo>
                  <a:lnTo>
                    <a:pt x="477" y="1064"/>
                  </a:lnTo>
                  <a:cubicBezTo>
                    <a:pt x="0" y="417"/>
                    <a:pt x="0" y="417"/>
                    <a:pt x="0" y="417"/>
                  </a:cubicBezTo>
                  <a:cubicBezTo>
                    <a:pt x="246" y="145"/>
                    <a:pt x="246" y="145"/>
                    <a:pt x="246" y="145"/>
                  </a:cubicBezTo>
                  <a:cubicBezTo>
                    <a:pt x="722" y="793"/>
                    <a:pt x="722" y="793"/>
                    <a:pt x="722" y="793"/>
                  </a:cubicBezTo>
                  <a:cubicBezTo>
                    <a:pt x="873" y="627"/>
                    <a:pt x="873" y="627"/>
                    <a:pt x="873" y="627"/>
                  </a:cubicBezTo>
                  <a:cubicBezTo>
                    <a:pt x="722" y="452"/>
                    <a:pt x="557" y="231"/>
                    <a:pt x="381" y="0"/>
                  </a:cubicBez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2" name="Google Shape;1762;p31"/>
            <p:cNvSpPr/>
            <p:nvPr/>
          </p:nvSpPr>
          <p:spPr>
            <a:xfrm rot="-1900965">
              <a:off x="6795919" y="1777865"/>
              <a:ext cx="56812" cy="72313"/>
            </a:xfrm>
            <a:custGeom>
              <a:rect b="b" l="l" r="r" t="t"/>
              <a:pathLst>
                <a:path extrusionOk="0" h="919" w="722">
                  <a:moveTo>
                    <a:pt x="246" y="0"/>
                  </a:moveTo>
                  <a:lnTo>
                    <a:pt x="0" y="272"/>
                  </a:lnTo>
                  <a:lnTo>
                    <a:pt x="477" y="919"/>
                  </a:lnTo>
                  <a:lnTo>
                    <a:pt x="722" y="648"/>
                  </a:lnTo>
                  <a:lnTo>
                    <a:pt x="246" y="0"/>
                  </a:lnTo>
                  <a:close/>
                </a:path>
              </a:pathLst>
            </a:custGeom>
            <a:solidFill>
              <a:srgbClr val="F6DCE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3" name="Google Shape;1763;p31"/>
            <p:cNvSpPr/>
            <p:nvPr/>
          </p:nvSpPr>
          <p:spPr>
            <a:xfrm rot="-1900965">
              <a:off x="6795919" y="1777865"/>
              <a:ext cx="56812" cy="72313"/>
            </a:xfrm>
            <a:custGeom>
              <a:rect b="b" l="l" r="r" t="t"/>
              <a:pathLst>
                <a:path extrusionOk="0" h="919" w="722">
                  <a:moveTo>
                    <a:pt x="246" y="0"/>
                  </a:moveTo>
                  <a:lnTo>
                    <a:pt x="0" y="272"/>
                  </a:lnTo>
                  <a:lnTo>
                    <a:pt x="477" y="919"/>
                  </a:lnTo>
                  <a:lnTo>
                    <a:pt x="722" y="648"/>
                  </a:lnTo>
                  <a:lnTo>
                    <a:pt x="246" y="0"/>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4" name="Google Shape;1764;p31"/>
            <p:cNvSpPr/>
            <p:nvPr/>
          </p:nvSpPr>
          <p:spPr>
            <a:xfrm rot="-1900965">
              <a:off x="6853612" y="1836710"/>
              <a:ext cx="9049" cy="12196"/>
            </a:xfrm>
            <a:custGeom>
              <a:rect b="b" l="l" r="r" t="t"/>
              <a:pathLst>
                <a:path extrusionOk="0" h="155" w="115">
                  <a:moveTo>
                    <a:pt x="0" y="0"/>
                  </a:moveTo>
                  <a:lnTo>
                    <a:pt x="0" y="0"/>
                  </a:lnTo>
                  <a:lnTo>
                    <a:pt x="115" y="155"/>
                  </a:lnTo>
                  <a:lnTo>
                    <a:pt x="115" y="155"/>
                  </a:lnTo>
                  <a:lnTo>
                    <a:pt x="0" y="0"/>
                  </a:lnTo>
                  <a:close/>
                </a:path>
              </a:pathLst>
            </a:custGeom>
            <a:solidFill>
              <a:srgbClr val="F6DCE1"/>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5" name="Google Shape;1765;p31"/>
            <p:cNvSpPr/>
            <p:nvPr/>
          </p:nvSpPr>
          <p:spPr>
            <a:xfrm rot="-1900965">
              <a:off x="6853612" y="1836710"/>
              <a:ext cx="9049" cy="12196"/>
            </a:xfrm>
            <a:custGeom>
              <a:rect b="b" l="l" r="r" t="t"/>
              <a:pathLst>
                <a:path extrusionOk="0" h="155" w="115">
                  <a:moveTo>
                    <a:pt x="0" y="0"/>
                  </a:moveTo>
                  <a:lnTo>
                    <a:pt x="0" y="0"/>
                  </a:lnTo>
                  <a:lnTo>
                    <a:pt x="115" y="155"/>
                  </a:lnTo>
                  <a:lnTo>
                    <a:pt x="115" y="155"/>
                  </a:lnTo>
                  <a:lnTo>
                    <a:pt x="0" y="0"/>
                  </a:lnTo>
                  <a:close/>
                </a:path>
              </a:pathLst>
            </a:custGeom>
            <a:solidFill>
              <a:srgbClr val="F6DCE1"/>
            </a:solidFill>
            <a:ln>
              <a:noFill/>
            </a:ln>
          </p:spPr>
          <p:txBody>
            <a:bodyPr anchorCtr="1" anchor="ctr" bIns="10800" lIns="90000" spcFirstLastPara="1" rIns="90000" wrap="square" tIns="108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6" name="Google Shape;1766;p31"/>
            <p:cNvSpPr/>
            <p:nvPr/>
          </p:nvSpPr>
          <p:spPr>
            <a:xfrm rot="-1900965">
              <a:off x="6842224" y="1796580"/>
              <a:ext cx="40681" cy="46583"/>
            </a:xfrm>
            <a:custGeom>
              <a:rect b="b" l="l" r="r" t="t"/>
              <a:pathLst>
                <a:path extrusionOk="0" h="592" w="517">
                  <a:moveTo>
                    <a:pt x="0" y="437"/>
                  </a:moveTo>
                  <a:lnTo>
                    <a:pt x="0" y="437"/>
                  </a:lnTo>
                  <a:lnTo>
                    <a:pt x="0" y="437"/>
                  </a:lnTo>
                  <a:cubicBezTo>
                    <a:pt x="115" y="592"/>
                    <a:pt x="115" y="592"/>
                    <a:pt x="115" y="592"/>
                  </a:cubicBezTo>
                  <a:cubicBezTo>
                    <a:pt x="0" y="437"/>
                    <a:pt x="0" y="437"/>
                    <a:pt x="0" y="437"/>
                  </a:cubicBezTo>
                  <a:moveTo>
                    <a:pt x="396" y="0"/>
                  </a:moveTo>
                  <a:lnTo>
                    <a:pt x="396" y="0"/>
                  </a:lnTo>
                  <a:cubicBezTo>
                    <a:pt x="245" y="166"/>
                    <a:pt x="245" y="166"/>
                    <a:pt x="245" y="166"/>
                  </a:cubicBezTo>
                  <a:cubicBezTo>
                    <a:pt x="361" y="316"/>
                    <a:pt x="361" y="316"/>
                    <a:pt x="361" y="316"/>
                  </a:cubicBezTo>
                  <a:cubicBezTo>
                    <a:pt x="517" y="141"/>
                    <a:pt x="517" y="141"/>
                    <a:pt x="517" y="141"/>
                  </a:cubicBezTo>
                  <a:cubicBezTo>
                    <a:pt x="476" y="101"/>
                    <a:pt x="436" y="51"/>
                    <a:pt x="396" y="0"/>
                  </a:cubicBezTo>
                  <a:close/>
                </a:path>
              </a:pathLst>
            </a:custGeom>
            <a:solidFill>
              <a:srgbClr val="FDE7ED">
                <a:alpha val="588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7" name="Google Shape;1767;p31"/>
            <p:cNvSpPr/>
            <p:nvPr/>
          </p:nvSpPr>
          <p:spPr>
            <a:xfrm rot="-1900965">
              <a:off x="6846569" y="1811892"/>
              <a:ext cx="28406" cy="33521"/>
            </a:xfrm>
            <a:custGeom>
              <a:rect b="b" l="l" r="r" t="t"/>
              <a:pathLst>
                <a:path extrusionOk="0" h="426" w="361">
                  <a:moveTo>
                    <a:pt x="245" y="0"/>
                  </a:moveTo>
                  <a:lnTo>
                    <a:pt x="0" y="271"/>
                  </a:lnTo>
                  <a:lnTo>
                    <a:pt x="115" y="426"/>
                  </a:lnTo>
                  <a:lnTo>
                    <a:pt x="361" y="150"/>
                  </a:lnTo>
                  <a:lnTo>
                    <a:pt x="245" y="0"/>
                  </a:lnTo>
                  <a:close/>
                </a:path>
              </a:pathLst>
            </a:custGeom>
            <a:solidFill>
              <a:srgbClr val="F6DCE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8" name="Google Shape;1768;p31"/>
            <p:cNvSpPr/>
            <p:nvPr/>
          </p:nvSpPr>
          <p:spPr>
            <a:xfrm rot="-1900965">
              <a:off x="6846569" y="1811892"/>
              <a:ext cx="28406" cy="33521"/>
            </a:xfrm>
            <a:custGeom>
              <a:rect b="b" l="l" r="r" t="t"/>
              <a:pathLst>
                <a:path extrusionOk="0" h="426" w="361">
                  <a:moveTo>
                    <a:pt x="245" y="0"/>
                  </a:moveTo>
                  <a:lnTo>
                    <a:pt x="0" y="271"/>
                  </a:lnTo>
                  <a:lnTo>
                    <a:pt x="115" y="426"/>
                  </a:lnTo>
                  <a:lnTo>
                    <a:pt x="361" y="150"/>
                  </a:lnTo>
                  <a:lnTo>
                    <a:pt x="245" y="0"/>
                  </a:ln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69" name="Google Shape;1769;p31"/>
            <p:cNvSpPr/>
            <p:nvPr/>
          </p:nvSpPr>
          <p:spPr>
            <a:xfrm rot="-1900965">
              <a:off x="6540723" y="1529515"/>
              <a:ext cx="390365" cy="376437"/>
            </a:xfrm>
            <a:custGeom>
              <a:rect b="b" l="l" r="r" t="t"/>
              <a:pathLst>
                <a:path extrusionOk="0" h="4784" w="4961">
                  <a:moveTo>
                    <a:pt x="2995" y="4784"/>
                  </a:moveTo>
                  <a:lnTo>
                    <a:pt x="2995" y="4784"/>
                  </a:lnTo>
                  <a:cubicBezTo>
                    <a:pt x="2980" y="4784"/>
                    <a:pt x="2970" y="4779"/>
                    <a:pt x="2960" y="4768"/>
                  </a:cubicBezTo>
                  <a:cubicBezTo>
                    <a:pt x="2739" y="4533"/>
                    <a:pt x="2458" y="4141"/>
                    <a:pt x="2157" y="3725"/>
                  </a:cubicBezTo>
                  <a:cubicBezTo>
                    <a:pt x="1751" y="3163"/>
                    <a:pt x="1289" y="2531"/>
                    <a:pt x="918" y="2195"/>
                  </a:cubicBezTo>
                  <a:cubicBezTo>
                    <a:pt x="131" y="1493"/>
                    <a:pt x="131" y="1493"/>
                    <a:pt x="131" y="1493"/>
                  </a:cubicBezTo>
                  <a:cubicBezTo>
                    <a:pt x="56" y="1423"/>
                    <a:pt x="10" y="1327"/>
                    <a:pt x="0" y="1222"/>
                  </a:cubicBezTo>
                  <a:cubicBezTo>
                    <a:pt x="-5" y="1117"/>
                    <a:pt x="31" y="1016"/>
                    <a:pt x="100" y="941"/>
                  </a:cubicBezTo>
                  <a:cubicBezTo>
                    <a:pt x="828" y="128"/>
                    <a:pt x="828" y="128"/>
                    <a:pt x="828" y="128"/>
                  </a:cubicBezTo>
                  <a:cubicBezTo>
                    <a:pt x="973" y="-32"/>
                    <a:pt x="1219" y="-42"/>
                    <a:pt x="1380" y="98"/>
                  </a:cubicBezTo>
                  <a:cubicBezTo>
                    <a:pt x="2162" y="805"/>
                    <a:pt x="2162" y="805"/>
                    <a:pt x="2162" y="805"/>
                  </a:cubicBezTo>
                  <a:cubicBezTo>
                    <a:pt x="2619" y="1212"/>
                    <a:pt x="3336" y="1618"/>
                    <a:pt x="3968" y="1974"/>
                  </a:cubicBezTo>
                  <a:cubicBezTo>
                    <a:pt x="4344" y="2190"/>
                    <a:pt x="4701" y="2391"/>
                    <a:pt x="4942" y="2561"/>
                  </a:cubicBezTo>
                  <a:cubicBezTo>
                    <a:pt x="4951" y="2567"/>
                    <a:pt x="4957" y="2582"/>
                    <a:pt x="4961" y="2592"/>
                  </a:cubicBezTo>
                  <a:cubicBezTo>
                    <a:pt x="4961" y="2607"/>
                    <a:pt x="4957" y="2617"/>
                    <a:pt x="4946" y="2627"/>
                  </a:cubicBezTo>
                  <a:cubicBezTo>
                    <a:pt x="3030" y="4768"/>
                    <a:pt x="3030" y="4768"/>
                    <a:pt x="3030" y="4768"/>
                  </a:cubicBezTo>
                  <a:cubicBezTo>
                    <a:pt x="3020" y="4779"/>
                    <a:pt x="3010" y="4784"/>
                    <a:pt x="2995" y="4784"/>
                  </a:cubicBezTo>
                  <a:moveTo>
                    <a:pt x="1114" y="88"/>
                  </a:moveTo>
                  <a:lnTo>
                    <a:pt x="1114" y="88"/>
                  </a:lnTo>
                  <a:cubicBezTo>
                    <a:pt x="1034" y="88"/>
                    <a:pt x="953" y="124"/>
                    <a:pt x="898" y="184"/>
                  </a:cubicBezTo>
                  <a:cubicBezTo>
                    <a:pt x="166" y="1001"/>
                    <a:pt x="166" y="1001"/>
                    <a:pt x="166" y="1001"/>
                  </a:cubicBezTo>
                  <a:cubicBezTo>
                    <a:pt x="110" y="1062"/>
                    <a:pt x="85" y="1137"/>
                    <a:pt x="91" y="1217"/>
                  </a:cubicBezTo>
                  <a:cubicBezTo>
                    <a:pt x="96" y="1297"/>
                    <a:pt x="131" y="1372"/>
                    <a:pt x="191" y="1423"/>
                  </a:cubicBezTo>
                  <a:cubicBezTo>
                    <a:pt x="978" y="2130"/>
                    <a:pt x="978" y="2130"/>
                    <a:pt x="978" y="2130"/>
                  </a:cubicBezTo>
                  <a:cubicBezTo>
                    <a:pt x="1360" y="2471"/>
                    <a:pt x="1821" y="3108"/>
                    <a:pt x="2227" y="3675"/>
                  </a:cubicBezTo>
                  <a:cubicBezTo>
                    <a:pt x="2514" y="4066"/>
                    <a:pt x="2779" y="4438"/>
                    <a:pt x="2995" y="4668"/>
                  </a:cubicBezTo>
                  <a:cubicBezTo>
                    <a:pt x="4846" y="2607"/>
                    <a:pt x="4846" y="2607"/>
                    <a:pt x="4846" y="2607"/>
                  </a:cubicBezTo>
                  <a:cubicBezTo>
                    <a:pt x="4610" y="2441"/>
                    <a:pt x="4274" y="2255"/>
                    <a:pt x="3923" y="2055"/>
                  </a:cubicBezTo>
                  <a:cubicBezTo>
                    <a:pt x="3286" y="1693"/>
                    <a:pt x="2568" y="1287"/>
                    <a:pt x="2107" y="871"/>
                  </a:cubicBezTo>
                  <a:cubicBezTo>
                    <a:pt x="1320" y="168"/>
                    <a:pt x="1320" y="168"/>
                    <a:pt x="1320" y="168"/>
                  </a:cubicBezTo>
                  <a:cubicBezTo>
                    <a:pt x="1264" y="113"/>
                    <a:pt x="1189" y="88"/>
                    <a:pt x="1114" y="88"/>
                  </a:cubicBezTo>
                  <a:close/>
                </a:path>
              </a:pathLst>
            </a:custGeom>
            <a:solidFill>
              <a:schemeClr val="lt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0" name="Google Shape;1770;p31"/>
            <p:cNvSpPr/>
            <p:nvPr/>
          </p:nvSpPr>
          <p:spPr>
            <a:xfrm rot="-1900965">
              <a:off x="6553133" y="1564381"/>
              <a:ext cx="254316" cy="172481"/>
            </a:xfrm>
            <a:custGeom>
              <a:rect b="b" l="l" r="r" t="t"/>
              <a:pathLst>
                <a:path extrusionOk="0" h="2192" w="3232">
                  <a:moveTo>
                    <a:pt x="2033" y="1274"/>
                  </a:moveTo>
                  <a:lnTo>
                    <a:pt x="2033" y="1274"/>
                  </a:lnTo>
                  <a:cubicBezTo>
                    <a:pt x="2881" y="2046"/>
                    <a:pt x="2881" y="2046"/>
                    <a:pt x="2881" y="2046"/>
                  </a:cubicBezTo>
                  <a:lnTo>
                    <a:pt x="2881" y="2046"/>
                  </a:lnTo>
                  <a:cubicBezTo>
                    <a:pt x="3042" y="2192"/>
                    <a:pt x="3042" y="2192"/>
                    <a:pt x="3042" y="2192"/>
                  </a:cubicBezTo>
                  <a:cubicBezTo>
                    <a:pt x="3232" y="1981"/>
                    <a:pt x="3232" y="1981"/>
                    <a:pt x="3232" y="1981"/>
                  </a:cubicBezTo>
                  <a:cubicBezTo>
                    <a:pt x="2851" y="1756"/>
                    <a:pt x="2419" y="1520"/>
                    <a:pt x="2033" y="1274"/>
                  </a:cubicBezTo>
                  <a:moveTo>
                    <a:pt x="393" y="0"/>
                  </a:moveTo>
                  <a:lnTo>
                    <a:pt x="393" y="0"/>
                  </a:lnTo>
                  <a:cubicBezTo>
                    <a:pt x="348" y="0"/>
                    <a:pt x="302" y="20"/>
                    <a:pt x="262" y="65"/>
                  </a:cubicBezTo>
                  <a:cubicBezTo>
                    <a:pt x="57" y="295"/>
                    <a:pt x="57" y="295"/>
                    <a:pt x="57" y="295"/>
                  </a:cubicBezTo>
                  <a:cubicBezTo>
                    <a:pt x="1" y="351"/>
                    <a:pt x="-9" y="416"/>
                    <a:pt x="7" y="471"/>
                  </a:cubicBezTo>
                  <a:cubicBezTo>
                    <a:pt x="433" y="4"/>
                    <a:pt x="433" y="4"/>
                    <a:pt x="433" y="4"/>
                  </a:cubicBezTo>
                  <a:cubicBezTo>
                    <a:pt x="418" y="0"/>
                    <a:pt x="403" y="0"/>
                    <a:pt x="393"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1" name="Google Shape;1771;p31"/>
            <p:cNvSpPr/>
            <p:nvPr/>
          </p:nvSpPr>
          <p:spPr>
            <a:xfrm rot="-1900965">
              <a:off x="6585146" y="1571488"/>
              <a:ext cx="226146" cy="226618"/>
            </a:xfrm>
            <a:custGeom>
              <a:rect b="b" l="l" r="r" t="t"/>
              <a:pathLst>
                <a:path extrusionOk="0" h="2880" w="2874">
                  <a:moveTo>
                    <a:pt x="426" y="0"/>
                  </a:moveTo>
                  <a:lnTo>
                    <a:pt x="426" y="0"/>
                  </a:lnTo>
                  <a:cubicBezTo>
                    <a:pt x="0" y="467"/>
                    <a:pt x="0" y="467"/>
                    <a:pt x="0" y="467"/>
                  </a:cubicBezTo>
                  <a:cubicBezTo>
                    <a:pt x="10" y="512"/>
                    <a:pt x="40" y="562"/>
                    <a:pt x="80" y="602"/>
                  </a:cubicBezTo>
                  <a:cubicBezTo>
                    <a:pt x="536" y="106"/>
                    <a:pt x="536" y="106"/>
                    <a:pt x="536" y="106"/>
                  </a:cubicBezTo>
                  <a:cubicBezTo>
                    <a:pt x="2578" y="1967"/>
                    <a:pt x="2578" y="1967"/>
                    <a:pt x="2578" y="1967"/>
                  </a:cubicBezTo>
                  <a:cubicBezTo>
                    <a:pt x="2101" y="2489"/>
                    <a:pt x="2101" y="2489"/>
                    <a:pt x="2101" y="2489"/>
                  </a:cubicBezTo>
                  <a:cubicBezTo>
                    <a:pt x="1158" y="1631"/>
                    <a:pt x="1158" y="1631"/>
                    <a:pt x="1158" y="1631"/>
                  </a:cubicBezTo>
                  <a:cubicBezTo>
                    <a:pt x="1464" y="1987"/>
                    <a:pt x="1800" y="2454"/>
                    <a:pt x="2111" y="2880"/>
                  </a:cubicBezTo>
                  <a:cubicBezTo>
                    <a:pt x="2874" y="2042"/>
                    <a:pt x="2874" y="2042"/>
                    <a:pt x="2874" y="2042"/>
                  </a:cubicBezTo>
                  <a:cubicBezTo>
                    <a:pt x="2026" y="1270"/>
                    <a:pt x="2026" y="1270"/>
                    <a:pt x="2026" y="1270"/>
                  </a:cubicBezTo>
                  <a:cubicBezTo>
                    <a:pt x="1760" y="1099"/>
                    <a:pt x="1509" y="924"/>
                    <a:pt x="1314" y="748"/>
                  </a:cubicBezTo>
                  <a:cubicBezTo>
                    <a:pt x="617" y="121"/>
                    <a:pt x="617" y="121"/>
                    <a:pt x="617" y="121"/>
                  </a:cubicBezTo>
                  <a:cubicBezTo>
                    <a:pt x="552" y="66"/>
                    <a:pt x="486" y="16"/>
                    <a:pt x="426"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2" name="Google Shape;1772;p31"/>
            <p:cNvSpPr/>
            <p:nvPr/>
          </p:nvSpPr>
          <p:spPr>
            <a:xfrm rot="-1900965">
              <a:off x="6571755" y="1582199"/>
              <a:ext cx="196559" cy="187511"/>
            </a:xfrm>
            <a:custGeom>
              <a:rect b="b" l="l" r="r" t="t"/>
              <a:pathLst>
                <a:path extrusionOk="0" h="2383" w="2498">
                  <a:moveTo>
                    <a:pt x="456" y="0"/>
                  </a:moveTo>
                  <a:lnTo>
                    <a:pt x="456" y="0"/>
                  </a:lnTo>
                  <a:cubicBezTo>
                    <a:pt x="0" y="496"/>
                    <a:pt x="0" y="496"/>
                    <a:pt x="0" y="496"/>
                  </a:cubicBezTo>
                  <a:cubicBezTo>
                    <a:pt x="15" y="517"/>
                    <a:pt x="35" y="537"/>
                    <a:pt x="55" y="552"/>
                  </a:cubicBezTo>
                  <a:cubicBezTo>
                    <a:pt x="752" y="1179"/>
                    <a:pt x="752" y="1179"/>
                    <a:pt x="752" y="1179"/>
                  </a:cubicBezTo>
                  <a:cubicBezTo>
                    <a:pt x="858" y="1274"/>
                    <a:pt x="968" y="1389"/>
                    <a:pt x="1078" y="1525"/>
                  </a:cubicBezTo>
                  <a:cubicBezTo>
                    <a:pt x="2021" y="2383"/>
                    <a:pt x="2021" y="2383"/>
                    <a:pt x="2021" y="2383"/>
                  </a:cubicBezTo>
                  <a:cubicBezTo>
                    <a:pt x="2498" y="1861"/>
                    <a:pt x="2498" y="1861"/>
                    <a:pt x="2498" y="1861"/>
                  </a:cubicBezTo>
                  <a:cubicBezTo>
                    <a:pt x="456" y="0"/>
                    <a:pt x="456" y="0"/>
                    <a:pt x="456"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3" name="Google Shape;1773;p31"/>
            <p:cNvSpPr/>
            <p:nvPr/>
          </p:nvSpPr>
          <p:spPr>
            <a:xfrm rot="-1900965">
              <a:off x="6768599" y="1668477"/>
              <a:ext cx="72707" cy="79395"/>
            </a:xfrm>
            <a:custGeom>
              <a:rect b="b" l="l" r="r" t="t"/>
              <a:pathLst>
                <a:path extrusionOk="0" h="1009" w="924">
                  <a:moveTo>
                    <a:pt x="763" y="0"/>
                  </a:moveTo>
                  <a:lnTo>
                    <a:pt x="763" y="0"/>
                  </a:lnTo>
                  <a:cubicBezTo>
                    <a:pt x="0" y="838"/>
                    <a:pt x="0" y="838"/>
                    <a:pt x="0" y="838"/>
                  </a:cubicBezTo>
                  <a:cubicBezTo>
                    <a:pt x="46" y="893"/>
                    <a:pt x="91" y="953"/>
                    <a:pt x="131" y="1009"/>
                  </a:cubicBezTo>
                  <a:cubicBezTo>
                    <a:pt x="924" y="146"/>
                    <a:pt x="924" y="146"/>
                    <a:pt x="924" y="146"/>
                  </a:cubicBezTo>
                  <a:cubicBezTo>
                    <a:pt x="763" y="0"/>
                    <a:pt x="763" y="0"/>
                    <a:pt x="763"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4" name="Google Shape;1774;p31"/>
            <p:cNvSpPr/>
            <p:nvPr/>
          </p:nvSpPr>
          <p:spPr>
            <a:xfrm rot="-1900965">
              <a:off x="6794556" y="1641014"/>
              <a:ext cx="128653" cy="132272"/>
            </a:xfrm>
            <a:custGeom>
              <a:rect b="b" l="l" r="r" t="t"/>
              <a:pathLst>
                <a:path extrusionOk="0" h="1681" w="1635">
                  <a:moveTo>
                    <a:pt x="983" y="0"/>
                  </a:moveTo>
                  <a:lnTo>
                    <a:pt x="983" y="0"/>
                  </a:lnTo>
                  <a:cubicBezTo>
                    <a:pt x="793" y="211"/>
                    <a:pt x="793" y="211"/>
                    <a:pt x="793" y="211"/>
                  </a:cubicBezTo>
                  <a:cubicBezTo>
                    <a:pt x="0" y="1074"/>
                    <a:pt x="0" y="1074"/>
                    <a:pt x="0" y="1074"/>
                  </a:cubicBezTo>
                  <a:cubicBezTo>
                    <a:pt x="181" y="1309"/>
                    <a:pt x="351" y="1525"/>
                    <a:pt x="502" y="1681"/>
                  </a:cubicBezTo>
                  <a:cubicBezTo>
                    <a:pt x="1148" y="963"/>
                    <a:pt x="1148" y="963"/>
                    <a:pt x="1148" y="963"/>
                  </a:cubicBezTo>
                  <a:cubicBezTo>
                    <a:pt x="577" y="447"/>
                    <a:pt x="577" y="447"/>
                    <a:pt x="577" y="447"/>
                  </a:cubicBezTo>
                  <a:cubicBezTo>
                    <a:pt x="928" y="60"/>
                    <a:pt x="928" y="60"/>
                    <a:pt x="928" y="60"/>
                  </a:cubicBezTo>
                  <a:cubicBezTo>
                    <a:pt x="1600" y="462"/>
                    <a:pt x="1600" y="462"/>
                    <a:pt x="1600" y="462"/>
                  </a:cubicBezTo>
                  <a:cubicBezTo>
                    <a:pt x="1635" y="416"/>
                    <a:pt x="1635" y="416"/>
                    <a:pt x="1635" y="416"/>
                  </a:cubicBezTo>
                  <a:cubicBezTo>
                    <a:pt x="1455" y="286"/>
                    <a:pt x="1229" y="146"/>
                    <a:pt x="983" y="0"/>
                  </a:cubicBezTo>
                  <a:close/>
                </a:path>
              </a:pathLst>
            </a:custGeom>
            <a:solidFill>
              <a:srgbClr val="F79399">
                <a:alpha val="2767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775" name="Google Shape;1775;p31"/>
            <p:cNvSpPr/>
            <p:nvPr/>
          </p:nvSpPr>
          <p:spPr>
            <a:xfrm rot="-1900965">
              <a:off x="6813029" y="1637458"/>
              <a:ext cx="80497" cy="71054"/>
            </a:xfrm>
            <a:custGeom>
              <a:rect b="b" l="l" r="r" t="t"/>
              <a:pathLst>
                <a:path extrusionOk="0" h="903" w="1023">
                  <a:moveTo>
                    <a:pt x="351" y="0"/>
                  </a:moveTo>
                  <a:lnTo>
                    <a:pt x="0" y="387"/>
                  </a:lnTo>
                  <a:lnTo>
                    <a:pt x="571" y="903"/>
                  </a:lnTo>
                  <a:lnTo>
                    <a:pt x="1023" y="402"/>
                  </a:lnTo>
                  <a:lnTo>
                    <a:pt x="351" y="0"/>
                  </a:ln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pic>
        <p:nvPicPr>
          <p:cNvPr id="1776" name="Google Shape;1776;p31"/>
          <p:cNvPicPr preferRelativeResize="0"/>
          <p:nvPr/>
        </p:nvPicPr>
        <p:blipFill rotWithShape="1">
          <a:blip r:embed="rId3">
            <a:alphaModFix/>
          </a:blip>
          <a:srcRect b="13811" l="0" r="0" t="13804"/>
          <a:stretch/>
        </p:blipFill>
        <p:spPr>
          <a:xfrm>
            <a:off x="5591271" y="2374354"/>
            <a:ext cx="2208900" cy="1598899"/>
          </a:xfrm>
          <a:prstGeom prst="rect">
            <a:avLst/>
          </a:prstGeom>
          <a:noFill/>
          <a:ln>
            <a:noFill/>
          </a:ln>
          <a:effectLst>
            <a:outerShdw blurRad="57150" rotWithShape="0" algn="bl" dir="5400000" dist="19050">
              <a:schemeClr val="dk1">
                <a:alpha val="60000"/>
              </a:scheme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sp>
        <p:nvSpPr>
          <p:cNvPr id="1781" name="Google Shape;1781;p32"/>
          <p:cNvSpPr txBox="1"/>
          <p:nvPr>
            <p:ph idx="1" type="body"/>
          </p:nvPr>
        </p:nvSpPr>
        <p:spPr>
          <a:xfrm>
            <a:off x="715100" y="1279350"/>
            <a:ext cx="5732700" cy="258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Hanken Grotesk Light"/>
              <a:buChar char="●"/>
            </a:pPr>
            <a:r>
              <a:rPr lang="en" sz="1500">
                <a:latin typeface="Hanken Grotesk Light"/>
                <a:ea typeface="Hanken Grotesk Light"/>
                <a:cs typeface="Hanken Grotesk Light"/>
                <a:sym typeface="Hanken Grotesk Light"/>
              </a:rPr>
              <a:t>Women’s Health is the diagnosis and treatment of physical, mental and emotional conditions suffered by a woman. </a:t>
            </a:r>
            <a:endParaRPr sz="1500">
              <a:solidFill>
                <a:schemeClr val="dk1"/>
              </a:solidFill>
              <a:latin typeface="Hanken Grotesk Light"/>
              <a:ea typeface="Hanken Grotesk Light"/>
              <a:cs typeface="Hanken Grotesk Light"/>
              <a:sym typeface="Hanken Grotesk Light"/>
            </a:endParaRPr>
          </a:p>
          <a:p>
            <a:pPr indent="-323850" lvl="0" marL="457200" rtl="0" algn="l">
              <a:spcBef>
                <a:spcPts val="0"/>
              </a:spcBef>
              <a:spcAft>
                <a:spcPts val="0"/>
              </a:spcAft>
              <a:buClr>
                <a:schemeClr val="dk1"/>
              </a:buClr>
              <a:buSzPts val="1500"/>
              <a:buFont typeface="Hanken Grotesk Light"/>
              <a:buChar char="●"/>
            </a:pPr>
            <a:r>
              <a:rPr lang="en" sz="1500">
                <a:latin typeface="Hanken Grotesk Light"/>
                <a:ea typeface="Hanken Grotesk Light"/>
                <a:cs typeface="Hanken Grotesk Light"/>
                <a:sym typeface="Hanken Grotesk Light"/>
              </a:rPr>
              <a:t>How serious is it ?</a:t>
            </a:r>
            <a:endParaRPr sz="1500">
              <a:latin typeface="Hanken Grotesk Light"/>
              <a:ea typeface="Hanken Grotesk Light"/>
              <a:cs typeface="Hanken Grotesk Light"/>
              <a:sym typeface="Hanken Grotesk Light"/>
            </a:endParaRPr>
          </a:p>
          <a:p>
            <a:pPr indent="0" lvl="0" marL="0" rtl="0" algn="l">
              <a:spcBef>
                <a:spcPts val="0"/>
              </a:spcBef>
              <a:spcAft>
                <a:spcPts val="0"/>
              </a:spcAft>
              <a:buNone/>
            </a:pPr>
            <a:r>
              <a:t/>
            </a:r>
            <a:endParaRPr b="1" sz="1500">
              <a:latin typeface="Hanken Grotesk"/>
              <a:ea typeface="Hanken Grotesk"/>
              <a:cs typeface="Hanken Grotesk"/>
              <a:sym typeface="Hanken Grotesk"/>
            </a:endParaRPr>
          </a:p>
          <a:p>
            <a:pPr indent="-323850" lvl="1" marL="914400" rtl="0" algn="l">
              <a:spcBef>
                <a:spcPts val="0"/>
              </a:spcBef>
              <a:spcAft>
                <a:spcPts val="0"/>
              </a:spcAft>
              <a:buSzPts val="1500"/>
              <a:buFont typeface="Hanken Grotesk Light"/>
              <a:buChar char="○"/>
            </a:pPr>
            <a:r>
              <a:rPr b="1" lang="en" sz="1500">
                <a:latin typeface="Hanken Grotesk"/>
                <a:ea typeface="Hanken Grotesk"/>
                <a:cs typeface="Hanken Grotesk"/>
                <a:sym typeface="Hanken Grotesk"/>
              </a:rPr>
              <a:t>48.1% women </a:t>
            </a:r>
            <a:r>
              <a:rPr lang="en" sz="1500">
                <a:latin typeface="Hanken Grotesk Light"/>
                <a:ea typeface="Hanken Grotesk Light"/>
                <a:cs typeface="Hanken Grotesk Light"/>
                <a:sym typeface="Hanken Grotesk Light"/>
              </a:rPr>
              <a:t>aged 15-49 in the United States </a:t>
            </a:r>
            <a:r>
              <a:rPr b="1" lang="en" sz="1500">
                <a:latin typeface="Hanken Grotesk"/>
                <a:ea typeface="Hanken Grotesk"/>
                <a:cs typeface="Hanken Grotesk"/>
                <a:sym typeface="Hanken Grotesk"/>
              </a:rPr>
              <a:t>use contraceptives</a:t>
            </a:r>
            <a:r>
              <a:rPr lang="en" sz="1500">
                <a:latin typeface="Hanken Grotesk Light"/>
                <a:ea typeface="Hanken Grotesk Light"/>
                <a:cs typeface="Hanken Grotesk Light"/>
                <a:sym typeface="Hanken Grotesk Light"/>
              </a:rPr>
              <a:t> [3]</a:t>
            </a:r>
            <a:endParaRPr sz="1500">
              <a:latin typeface="Hanken Grotesk Light"/>
              <a:ea typeface="Hanken Grotesk Light"/>
              <a:cs typeface="Hanken Grotesk Light"/>
              <a:sym typeface="Hanken Grotesk Light"/>
            </a:endParaRPr>
          </a:p>
          <a:p>
            <a:pPr indent="-323850" lvl="1" marL="914400" rtl="0" algn="l">
              <a:spcBef>
                <a:spcPts val="0"/>
              </a:spcBef>
              <a:spcAft>
                <a:spcPts val="0"/>
              </a:spcAft>
              <a:buSzPts val="1500"/>
              <a:buFont typeface="Hanken Grotesk"/>
              <a:buChar char="○"/>
            </a:pPr>
            <a:r>
              <a:rPr b="1" lang="en" sz="1500">
                <a:latin typeface="Hanken Grotesk"/>
                <a:ea typeface="Hanken Grotesk"/>
                <a:cs typeface="Hanken Grotesk"/>
                <a:sym typeface="Hanken Grotesk"/>
              </a:rPr>
              <a:t>There are 6 million unplanned American pregnancies per year</a:t>
            </a:r>
            <a:r>
              <a:rPr lang="en" sz="1500">
                <a:latin typeface="Hanken Grotesk Light"/>
                <a:ea typeface="Hanken Grotesk Light"/>
                <a:cs typeface="Hanken Grotesk Light"/>
                <a:sym typeface="Hanken Grotesk Light"/>
              </a:rPr>
              <a:t> – imagine how many on a global scale [2]</a:t>
            </a:r>
            <a:endParaRPr sz="1500">
              <a:latin typeface="Hanken Grotesk Light"/>
              <a:ea typeface="Hanken Grotesk Light"/>
              <a:cs typeface="Hanken Grotesk Light"/>
              <a:sym typeface="Hanken Grotesk Light"/>
            </a:endParaRPr>
          </a:p>
          <a:p>
            <a:pPr indent="0" lvl="0" marL="0" rtl="0" algn="l">
              <a:spcBef>
                <a:spcPts val="0"/>
              </a:spcBef>
              <a:spcAft>
                <a:spcPts val="0"/>
              </a:spcAft>
              <a:buNone/>
            </a:pPr>
            <a:r>
              <a:t/>
            </a:r>
            <a:endParaRPr sz="1500">
              <a:latin typeface="Hanken Grotesk Light"/>
              <a:ea typeface="Hanken Grotesk Light"/>
              <a:cs typeface="Hanken Grotesk Light"/>
              <a:sym typeface="Hanken Grotesk Light"/>
            </a:endParaRPr>
          </a:p>
        </p:txBody>
      </p:sp>
      <p:sp>
        <p:nvSpPr>
          <p:cNvPr id="1782" name="Google Shape;1782;p32"/>
          <p:cNvSpPr txBox="1"/>
          <p:nvPr>
            <p:ph type="title"/>
          </p:nvPr>
        </p:nvSpPr>
        <p:spPr>
          <a:xfrm>
            <a:off x="715100" y="502675"/>
            <a:ext cx="7713600" cy="490800"/>
          </a:xfrm>
          <a:prstGeom prst="rect">
            <a:avLst/>
          </a:prstGeom>
          <a:solidFill>
            <a:schemeClr val="accent2"/>
          </a:solidFill>
        </p:spPr>
        <p:txBody>
          <a:bodyPr anchorCtr="0" anchor="ctr" bIns="0" lIns="91425" spcFirstLastPara="1" rIns="91425" wrap="square" tIns="0">
            <a:noAutofit/>
          </a:bodyPr>
          <a:lstStyle/>
          <a:p>
            <a:pPr indent="0" lvl="0" marL="0" rtl="0" algn="ctr">
              <a:spcBef>
                <a:spcPts val="0"/>
              </a:spcBef>
              <a:spcAft>
                <a:spcPts val="0"/>
              </a:spcAft>
              <a:buNone/>
            </a:pPr>
            <a:r>
              <a:rPr lang="en"/>
              <a:t>Women’s Health – A Global Crisis!</a:t>
            </a:r>
            <a:endParaRPr/>
          </a:p>
        </p:txBody>
      </p:sp>
      <p:grpSp>
        <p:nvGrpSpPr>
          <p:cNvPr id="1783" name="Google Shape;1783;p32"/>
          <p:cNvGrpSpPr/>
          <p:nvPr/>
        </p:nvGrpSpPr>
        <p:grpSpPr>
          <a:xfrm>
            <a:off x="6321325" y="1836623"/>
            <a:ext cx="2693549" cy="3306865"/>
            <a:chOff x="589225" y="1296623"/>
            <a:chExt cx="2693549" cy="3306865"/>
          </a:xfrm>
        </p:grpSpPr>
        <p:sp>
          <p:nvSpPr>
            <p:cNvPr id="1784" name="Google Shape;1784;p32"/>
            <p:cNvSpPr/>
            <p:nvPr/>
          </p:nvSpPr>
          <p:spPr>
            <a:xfrm>
              <a:off x="589225" y="2928549"/>
              <a:ext cx="2693549" cy="1674940"/>
            </a:xfrm>
            <a:custGeom>
              <a:rect b="b" l="l" r="r" t="t"/>
              <a:pathLst>
                <a:path extrusionOk="0" h="12810" w="55142">
                  <a:moveTo>
                    <a:pt x="1" y="0"/>
                  </a:moveTo>
                  <a:lnTo>
                    <a:pt x="1" y="12809"/>
                  </a:lnTo>
                  <a:lnTo>
                    <a:pt x="55141" y="12809"/>
                  </a:lnTo>
                  <a:lnTo>
                    <a:pt x="551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2"/>
            <p:cNvSpPr/>
            <p:nvPr/>
          </p:nvSpPr>
          <p:spPr>
            <a:xfrm>
              <a:off x="795164" y="3099614"/>
              <a:ext cx="2281618" cy="454577"/>
            </a:xfrm>
            <a:custGeom>
              <a:rect b="b" l="l" r="r" t="t"/>
              <a:pathLst>
                <a:path extrusionOk="0" h="9307" w="46709">
                  <a:moveTo>
                    <a:pt x="1" y="1"/>
                  </a:moveTo>
                  <a:lnTo>
                    <a:pt x="1" y="9306"/>
                  </a:lnTo>
                  <a:lnTo>
                    <a:pt x="46708" y="9306"/>
                  </a:lnTo>
                  <a:lnTo>
                    <a:pt x="467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2"/>
            <p:cNvSpPr/>
            <p:nvPr/>
          </p:nvSpPr>
          <p:spPr>
            <a:xfrm>
              <a:off x="1660510" y="3313367"/>
              <a:ext cx="550902" cy="64912"/>
            </a:xfrm>
            <a:custGeom>
              <a:rect b="b" l="l" r="r" t="t"/>
              <a:pathLst>
                <a:path extrusionOk="0" h="1329" w="11278">
                  <a:moveTo>
                    <a:pt x="1" y="1"/>
                  </a:moveTo>
                  <a:lnTo>
                    <a:pt x="1" y="1328"/>
                  </a:lnTo>
                  <a:lnTo>
                    <a:pt x="11277" y="1328"/>
                  </a:lnTo>
                  <a:lnTo>
                    <a:pt x="112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2"/>
            <p:cNvSpPr/>
            <p:nvPr/>
          </p:nvSpPr>
          <p:spPr>
            <a:xfrm>
              <a:off x="812700" y="1296623"/>
              <a:ext cx="2246594" cy="1429034"/>
            </a:xfrm>
            <a:custGeom>
              <a:rect b="b" l="l" r="r" t="t"/>
              <a:pathLst>
                <a:path extrusionOk="0" h="29258" w="45992">
                  <a:moveTo>
                    <a:pt x="47" y="1"/>
                  </a:moveTo>
                  <a:cubicBezTo>
                    <a:pt x="21" y="1"/>
                    <a:pt x="0" y="21"/>
                    <a:pt x="0" y="47"/>
                  </a:cubicBezTo>
                  <a:lnTo>
                    <a:pt x="0" y="29211"/>
                  </a:lnTo>
                  <a:cubicBezTo>
                    <a:pt x="0" y="29237"/>
                    <a:pt x="21" y="29258"/>
                    <a:pt x="47" y="29258"/>
                  </a:cubicBezTo>
                  <a:lnTo>
                    <a:pt x="45945" y="29258"/>
                  </a:lnTo>
                  <a:cubicBezTo>
                    <a:pt x="45971" y="29258"/>
                    <a:pt x="45992" y="29237"/>
                    <a:pt x="45992" y="29211"/>
                  </a:cubicBezTo>
                  <a:lnTo>
                    <a:pt x="45992" y="47"/>
                  </a:lnTo>
                  <a:cubicBezTo>
                    <a:pt x="45992" y="21"/>
                    <a:pt x="45971" y="1"/>
                    <a:pt x="459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2"/>
            <p:cNvSpPr/>
            <p:nvPr/>
          </p:nvSpPr>
          <p:spPr>
            <a:xfrm>
              <a:off x="1585994" y="2688503"/>
              <a:ext cx="699936" cy="133389"/>
            </a:xfrm>
            <a:custGeom>
              <a:rect b="b" l="l" r="r" t="t"/>
              <a:pathLst>
                <a:path extrusionOk="0" h="2731" w="14329">
                  <a:moveTo>
                    <a:pt x="1" y="1"/>
                  </a:moveTo>
                  <a:lnTo>
                    <a:pt x="1" y="2731"/>
                  </a:lnTo>
                  <a:lnTo>
                    <a:pt x="14328" y="2731"/>
                  </a:lnTo>
                  <a:lnTo>
                    <a:pt x="143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2"/>
            <p:cNvSpPr/>
            <p:nvPr/>
          </p:nvSpPr>
          <p:spPr>
            <a:xfrm>
              <a:off x="1431589" y="2821844"/>
              <a:ext cx="1008799" cy="135978"/>
            </a:xfrm>
            <a:custGeom>
              <a:rect b="b" l="l" r="r" t="t"/>
              <a:pathLst>
                <a:path extrusionOk="0" h="2784" w="20652">
                  <a:moveTo>
                    <a:pt x="0" y="1"/>
                  </a:moveTo>
                  <a:lnTo>
                    <a:pt x="0" y="2784"/>
                  </a:lnTo>
                  <a:lnTo>
                    <a:pt x="20652" y="2784"/>
                  </a:lnTo>
                  <a:lnTo>
                    <a:pt x="206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2"/>
            <p:cNvSpPr/>
            <p:nvPr/>
          </p:nvSpPr>
          <p:spPr>
            <a:xfrm>
              <a:off x="1709576" y="2817888"/>
              <a:ext cx="499954" cy="11771"/>
            </a:xfrm>
            <a:custGeom>
              <a:rect b="b" l="l" r="r" t="t"/>
              <a:pathLst>
                <a:path extrusionOk="0" h="241" w="10235">
                  <a:moveTo>
                    <a:pt x="0" y="1"/>
                  </a:moveTo>
                  <a:lnTo>
                    <a:pt x="0" y="240"/>
                  </a:lnTo>
                  <a:lnTo>
                    <a:pt x="10235" y="240"/>
                  </a:lnTo>
                  <a:lnTo>
                    <a:pt x="1023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2"/>
            <p:cNvSpPr/>
            <p:nvPr/>
          </p:nvSpPr>
          <p:spPr>
            <a:xfrm>
              <a:off x="896277" y="1423420"/>
              <a:ext cx="2079487" cy="1175395"/>
            </a:xfrm>
            <a:custGeom>
              <a:rect b="b" l="l" r="r" t="t"/>
              <a:pathLst>
                <a:path extrusionOk="0" h="24065" w="42571">
                  <a:moveTo>
                    <a:pt x="0" y="1"/>
                  </a:moveTo>
                  <a:lnTo>
                    <a:pt x="0" y="24065"/>
                  </a:lnTo>
                  <a:lnTo>
                    <a:pt x="42571" y="24065"/>
                  </a:lnTo>
                  <a:lnTo>
                    <a:pt x="4257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2"/>
            <p:cNvSpPr/>
            <p:nvPr/>
          </p:nvSpPr>
          <p:spPr>
            <a:xfrm>
              <a:off x="1171187" y="1423469"/>
              <a:ext cx="1529562" cy="1175346"/>
            </a:xfrm>
            <a:custGeom>
              <a:rect b="b" l="l" r="r" t="t"/>
              <a:pathLst>
                <a:path extrusionOk="0" h="24064" w="31313">
                  <a:moveTo>
                    <a:pt x="5641" y="1"/>
                  </a:moveTo>
                  <a:cubicBezTo>
                    <a:pt x="2195" y="2872"/>
                    <a:pt x="1" y="7195"/>
                    <a:pt x="1" y="12032"/>
                  </a:cubicBezTo>
                  <a:cubicBezTo>
                    <a:pt x="1" y="16869"/>
                    <a:pt x="2195" y="21193"/>
                    <a:pt x="5641" y="24064"/>
                  </a:cubicBezTo>
                  <a:lnTo>
                    <a:pt x="25673" y="24064"/>
                  </a:lnTo>
                  <a:cubicBezTo>
                    <a:pt x="29119" y="21192"/>
                    <a:pt x="31313" y="16868"/>
                    <a:pt x="31313" y="12032"/>
                  </a:cubicBezTo>
                  <a:cubicBezTo>
                    <a:pt x="31313" y="7197"/>
                    <a:pt x="29119" y="2872"/>
                    <a:pt x="256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2"/>
            <p:cNvSpPr/>
            <p:nvPr/>
          </p:nvSpPr>
          <p:spPr>
            <a:xfrm>
              <a:off x="988109" y="1550558"/>
              <a:ext cx="464784" cy="73020"/>
            </a:xfrm>
            <a:custGeom>
              <a:rect b="b" l="l" r="r" t="t"/>
              <a:pathLst>
                <a:path extrusionOk="0" h="1495" w="9515">
                  <a:moveTo>
                    <a:pt x="1" y="0"/>
                  </a:moveTo>
                  <a:lnTo>
                    <a:pt x="1" y="1494"/>
                  </a:lnTo>
                  <a:lnTo>
                    <a:pt x="9515" y="1494"/>
                  </a:lnTo>
                  <a:lnTo>
                    <a:pt x="951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2"/>
            <p:cNvSpPr/>
            <p:nvPr/>
          </p:nvSpPr>
          <p:spPr>
            <a:xfrm>
              <a:off x="2418050" y="2431637"/>
              <a:ext cx="464784" cy="94364"/>
            </a:xfrm>
            <a:custGeom>
              <a:rect b="b" l="l" r="r" t="t"/>
              <a:pathLst>
                <a:path extrusionOk="0" h="1932" w="9515">
                  <a:moveTo>
                    <a:pt x="0" y="0"/>
                  </a:moveTo>
                  <a:lnTo>
                    <a:pt x="0" y="1932"/>
                  </a:lnTo>
                  <a:lnTo>
                    <a:pt x="9514" y="1932"/>
                  </a:lnTo>
                  <a:lnTo>
                    <a:pt x="95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2"/>
            <p:cNvSpPr/>
            <p:nvPr/>
          </p:nvSpPr>
          <p:spPr>
            <a:xfrm>
              <a:off x="988109" y="1650344"/>
              <a:ext cx="464784" cy="46058"/>
            </a:xfrm>
            <a:custGeom>
              <a:rect b="b" l="l" r="r" t="t"/>
              <a:pathLst>
                <a:path extrusionOk="0" h="943" w="9515">
                  <a:moveTo>
                    <a:pt x="1" y="1"/>
                  </a:moveTo>
                  <a:lnTo>
                    <a:pt x="1" y="942"/>
                  </a:lnTo>
                  <a:lnTo>
                    <a:pt x="9515" y="942"/>
                  </a:lnTo>
                  <a:lnTo>
                    <a:pt x="951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2"/>
            <p:cNvSpPr/>
            <p:nvPr/>
          </p:nvSpPr>
          <p:spPr>
            <a:xfrm>
              <a:off x="2150174" y="1930263"/>
              <a:ext cx="147952" cy="115605"/>
            </a:xfrm>
            <a:custGeom>
              <a:rect b="b" l="l" r="r" t="t"/>
              <a:pathLst>
                <a:path extrusionOk="0" h="3849" w="4926">
                  <a:moveTo>
                    <a:pt x="2463" y="0"/>
                  </a:moveTo>
                  <a:cubicBezTo>
                    <a:pt x="1103" y="0"/>
                    <a:pt x="1" y="862"/>
                    <a:pt x="1" y="1924"/>
                  </a:cubicBezTo>
                  <a:cubicBezTo>
                    <a:pt x="1" y="2987"/>
                    <a:pt x="1103" y="3849"/>
                    <a:pt x="2463" y="3849"/>
                  </a:cubicBezTo>
                  <a:cubicBezTo>
                    <a:pt x="3824" y="3849"/>
                    <a:pt x="4926" y="2987"/>
                    <a:pt x="4926" y="1924"/>
                  </a:cubicBezTo>
                  <a:cubicBezTo>
                    <a:pt x="4926" y="862"/>
                    <a:pt x="3824" y="0"/>
                    <a:pt x="24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2"/>
            <p:cNvSpPr/>
            <p:nvPr/>
          </p:nvSpPr>
          <p:spPr>
            <a:xfrm>
              <a:off x="2116114" y="1701068"/>
              <a:ext cx="394690" cy="334229"/>
            </a:xfrm>
            <a:custGeom>
              <a:rect b="b" l="l" r="r" t="t"/>
              <a:pathLst>
                <a:path extrusionOk="0" h="11128" w="13141">
                  <a:moveTo>
                    <a:pt x="4543" y="1"/>
                  </a:moveTo>
                  <a:cubicBezTo>
                    <a:pt x="4051" y="1"/>
                    <a:pt x="3556" y="33"/>
                    <a:pt x="3059" y="99"/>
                  </a:cubicBezTo>
                  <a:cubicBezTo>
                    <a:pt x="2027" y="242"/>
                    <a:pt x="981" y="537"/>
                    <a:pt x="1" y="1071"/>
                  </a:cubicBezTo>
                  <a:cubicBezTo>
                    <a:pt x="693" y="1504"/>
                    <a:pt x="1214" y="2018"/>
                    <a:pt x="1591" y="2588"/>
                  </a:cubicBezTo>
                  <a:cubicBezTo>
                    <a:pt x="2128" y="2252"/>
                    <a:pt x="2745" y="1999"/>
                    <a:pt x="3393" y="1831"/>
                  </a:cubicBezTo>
                  <a:cubicBezTo>
                    <a:pt x="4129" y="1634"/>
                    <a:pt x="4909" y="1547"/>
                    <a:pt x="5695" y="1547"/>
                  </a:cubicBezTo>
                  <a:cubicBezTo>
                    <a:pt x="5838" y="1547"/>
                    <a:pt x="5980" y="1550"/>
                    <a:pt x="6123" y="1555"/>
                  </a:cubicBezTo>
                  <a:cubicBezTo>
                    <a:pt x="7053" y="1605"/>
                    <a:pt x="7986" y="1770"/>
                    <a:pt x="8868" y="2081"/>
                  </a:cubicBezTo>
                  <a:cubicBezTo>
                    <a:pt x="9744" y="2396"/>
                    <a:pt x="10579" y="2844"/>
                    <a:pt x="11239" y="3471"/>
                  </a:cubicBezTo>
                  <a:cubicBezTo>
                    <a:pt x="11892" y="4098"/>
                    <a:pt x="12348" y="4916"/>
                    <a:pt x="12391" y="5814"/>
                  </a:cubicBezTo>
                  <a:cubicBezTo>
                    <a:pt x="12411" y="6269"/>
                    <a:pt x="12364" y="6728"/>
                    <a:pt x="12198" y="7124"/>
                  </a:cubicBezTo>
                  <a:cubicBezTo>
                    <a:pt x="12041" y="7525"/>
                    <a:pt x="11746" y="7849"/>
                    <a:pt x="11367" y="8062"/>
                  </a:cubicBezTo>
                  <a:cubicBezTo>
                    <a:pt x="10988" y="8281"/>
                    <a:pt x="10534" y="8398"/>
                    <a:pt x="10070" y="8440"/>
                  </a:cubicBezTo>
                  <a:cubicBezTo>
                    <a:pt x="9887" y="8457"/>
                    <a:pt x="9702" y="8465"/>
                    <a:pt x="9515" y="8465"/>
                  </a:cubicBezTo>
                  <a:cubicBezTo>
                    <a:pt x="9227" y="8465"/>
                    <a:pt x="8937" y="8446"/>
                    <a:pt x="8648" y="8410"/>
                  </a:cubicBezTo>
                  <a:cubicBezTo>
                    <a:pt x="8170" y="8353"/>
                    <a:pt x="7697" y="8254"/>
                    <a:pt x="7227" y="8130"/>
                  </a:cubicBezTo>
                  <a:cubicBezTo>
                    <a:pt x="6763" y="8004"/>
                    <a:pt x="6291" y="7846"/>
                    <a:pt x="5863" y="7664"/>
                  </a:cubicBezTo>
                  <a:lnTo>
                    <a:pt x="5851" y="7659"/>
                  </a:lnTo>
                  <a:cubicBezTo>
                    <a:pt x="5796" y="7636"/>
                    <a:pt x="5739" y="7625"/>
                    <a:pt x="5682" y="7625"/>
                  </a:cubicBezTo>
                  <a:cubicBezTo>
                    <a:pt x="5515" y="7625"/>
                    <a:pt x="5357" y="7721"/>
                    <a:pt x="5286" y="7884"/>
                  </a:cubicBezTo>
                  <a:cubicBezTo>
                    <a:pt x="5194" y="8104"/>
                    <a:pt x="5296" y="8357"/>
                    <a:pt x="5515" y="8449"/>
                  </a:cubicBezTo>
                  <a:cubicBezTo>
                    <a:pt x="5529" y="8457"/>
                    <a:pt x="5548" y="8463"/>
                    <a:pt x="5562" y="8468"/>
                  </a:cubicBezTo>
                  <a:cubicBezTo>
                    <a:pt x="5568" y="8469"/>
                    <a:pt x="5576" y="8472"/>
                    <a:pt x="5582" y="8473"/>
                  </a:cubicBezTo>
                  <a:cubicBezTo>
                    <a:pt x="5565" y="8473"/>
                    <a:pt x="5548" y="8472"/>
                    <a:pt x="5531" y="8472"/>
                  </a:cubicBezTo>
                  <a:cubicBezTo>
                    <a:pt x="5235" y="8472"/>
                    <a:pt x="5028" y="8534"/>
                    <a:pt x="5011" y="8702"/>
                  </a:cubicBezTo>
                  <a:cubicBezTo>
                    <a:pt x="4951" y="9237"/>
                    <a:pt x="5475" y="9285"/>
                    <a:pt x="5667" y="9285"/>
                  </a:cubicBezTo>
                  <a:cubicBezTo>
                    <a:pt x="5710" y="9285"/>
                    <a:pt x="5736" y="9283"/>
                    <a:pt x="5736" y="9283"/>
                  </a:cubicBezTo>
                  <a:lnTo>
                    <a:pt x="5736" y="9283"/>
                  </a:lnTo>
                  <a:cubicBezTo>
                    <a:pt x="5736" y="9283"/>
                    <a:pt x="5192" y="9573"/>
                    <a:pt x="5265" y="9972"/>
                  </a:cubicBezTo>
                  <a:cubicBezTo>
                    <a:pt x="5294" y="10135"/>
                    <a:pt x="5420" y="10183"/>
                    <a:pt x="5559" y="10183"/>
                  </a:cubicBezTo>
                  <a:cubicBezTo>
                    <a:pt x="5761" y="10183"/>
                    <a:pt x="5990" y="10081"/>
                    <a:pt x="5990" y="10081"/>
                  </a:cubicBezTo>
                  <a:lnTo>
                    <a:pt x="5990" y="10081"/>
                  </a:lnTo>
                  <a:cubicBezTo>
                    <a:pt x="5990" y="10081"/>
                    <a:pt x="5410" y="10553"/>
                    <a:pt x="5845" y="11061"/>
                  </a:cubicBezTo>
                  <a:cubicBezTo>
                    <a:pt x="5884" y="11107"/>
                    <a:pt x="5934" y="11127"/>
                    <a:pt x="5991" y="11127"/>
                  </a:cubicBezTo>
                  <a:cubicBezTo>
                    <a:pt x="6573" y="11127"/>
                    <a:pt x="7984" y="8994"/>
                    <a:pt x="7984" y="8994"/>
                  </a:cubicBezTo>
                  <a:cubicBezTo>
                    <a:pt x="7984" y="8994"/>
                    <a:pt x="7977" y="8991"/>
                    <a:pt x="7967" y="8987"/>
                  </a:cubicBezTo>
                  <a:lnTo>
                    <a:pt x="7967" y="8987"/>
                  </a:lnTo>
                  <a:cubicBezTo>
                    <a:pt x="8170" y="9016"/>
                    <a:pt x="8373" y="9043"/>
                    <a:pt x="8579" y="9063"/>
                  </a:cubicBezTo>
                  <a:cubicBezTo>
                    <a:pt x="8866" y="9085"/>
                    <a:pt x="9156" y="9101"/>
                    <a:pt x="9447" y="9101"/>
                  </a:cubicBezTo>
                  <a:cubicBezTo>
                    <a:pt x="9676" y="9101"/>
                    <a:pt x="9905" y="9091"/>
                    <a:pt x="10135" y="9067"/>
                  </a:cubicBezTo>
                  <a:cubicBezTo>
                    <a:pt x="10654" y="9007"/>
                    <a:pt x="11190" y="8891"/>
                    <a:pt x="11680" y="8621"/>
                  </a:cubicBezTo>
                  <a:cubicBezTo>
                    <a:pt x="12173" y="8357"/>
                    <a:pt x="12590" y="7913"/>
                    <a:pt x="12823" y="7397"/>
                  </a:cubicBezTo>
                  <a:cubicBezTo>
                    <a:pt x="13059" y="6880"/>
                    <a:pt x="13132" y="6329"/>
                    <a:pt x="13135" y="5794"/>
                  </a:cubicBezTo>
                  <a:cubicBezTo>
                    <a:pt x="13140" y="5246"/>
                    <a:pt x="13023" y="4692"/>
                    <a:pt x="12804" y="4186"/>
                  </a:cubicBezTo>
                  <a:cubicBezTo>
                    <a:pt x="12586" y="3679"/>
                    <a:pt x="12271" y="3222"/>
                    <a:pt x="11909" y="2823"/>
                  </a:cubicBezTo>
                  <a:cubicBezTo>
                    <a:pt x="11173" y="2025"/>
                    <a:pt x="10263" y="1437"/>
                    <a:pt x="9300" y="1008"/>
                  </a:cubicBezTo>
                  <a:cubicBezTo>
                    <a:pt x="8336" y="577"/>
                    <a:pt x="7315" y="283"/>
                    <a:pt x="6266" y="132"/>
                  </a:cubicBezTo>
                  <a:cubicBezTo>
                    <a:pt x="5699" y="45"/>
                    <a:pt x="5124" y="1"/>
                    <a:pt x="45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2"/>
            <p:cNvSpPr/>
            <p:nvPr/>
          </p:nvSpPr>
          <p:spPr>
            <a:xfrm>
              <a:off x="1660878" y="1692178"/>
              <a:ext cx="545105" cy="687171"/>
            </a:xfrm>
            <a:custGeom>
              <a:rect b="b" l="l" r="r" t="t"/>
              <a:pathLst>
                <a:path extrusionOk="0" h="22879" w="18149">
                  <a:moveTo>
                    <a:pt x="9408" y="0"/>
                  </a:moveTo>
                  <a:cubicBezTo>
                    <a:pt x="9318" y="0"/>
                    <a:pt x="9227" y="1"/>
                    <a:pt x="9135" y="2"/>
                  </a:cubicBezTo>
                  <a:cubicBezTo>
                    <a:pt x="6245" y="33"/>
                    <a:pt x="4184" y="574"/>
                    <a:pt x="2768" y="1412"/>
                  </a:cubicBezTo>
                  <a:cubicBezTo>
                    <a:pt x="2051" y="1836"/>
                    <a:pt x="1501" y="2335"/>
                    <a:pt x="1091" y="2880"/>
                  </a:cubicBezTo>
                  <a:cubicBezTo>
                    <a:pt x="252" y="3990"/>
                    <a:pt x="0" y="5296"/>
                    <a:pt x="132" y="6553"/>
                  </a:cubicBezTo>
                  <a:cubicBezTo>
                    <a:pt x="486" y="9911"/>
                    <a:pt x="3190" y="9960"/>
                    <a:pt x="5364" y="12264"/>
                  </a:cubicBezTo>
                  <a:cubicBezTo>
                    <a:pt x="6013" y="12954"/>
                    <a:pt x="5585" y="22729"/>
                    <a:pt x="9063" y="22875"/>
                  </a:cubicBezTo>
                  <a:cubicBezTo>
                    <a:pt x="9114" y="22877"/>
                    <a:pt x="9165" y="22878"/>
                    <a:pt x="9214" y="22878"/>
                  </a:cubicBezTo>
                  <a:cubicBezTo>
                    <a:pt x="12545" y="22878"/>
                    <a:pt x="12577" y="18119"/>
                    <a:pt x="12844" y="14570"/>
                  </a:cubicBezTo>
                  <a:cubicBezTo>
                    <a:pt x="13114" y="10968"/>
                    <a:pt x="17778" y="9873"/>
                    <a:pt x="18045" y="6519"/>
                  </a:cubicBezTo>
                  <a:cubicBezTo>
                    <a:pt x="18149" y="5229"/>
                    <a:pt x="17940" y="3957"/>
                    <a:pt x="17225" y="2883"/>
                  </a:cubicBezTo>
                  <a:cubicBezTo>
                    <a:pt x="16848" y="2313"/>
                    <a:pt x="16327" y="1797"/>
                    <a:pt x="15635" y="1366"/>
                  </a:cubicBezTo>
                  <a:cubicBezTo>
                    <a:pt x="14284" y="525"/>
                    <a:pt x="12279" y="0"/>
                    <a:pt x="94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2"/>
            <p:cNvSpPr/>
            <p:nvPr/>
          </p:nvSpPr>
          <p:spPr>
            <a:xfrm>
              <a:off x="1565369" y="1928371"/>
              <a:ext cx="147952" cy="115635"/>
            </a:xfrm>
            <a:custGeom>
              <a:rect b="b" l="l" r="r" t="t"/>
              <a:pathLst>
                <a:path extrusionOk="0" h="3850" w="4926">
                  <a:moveTo>
                    <a:pt x="2463" y="1"/>
                  </a:moveTo>
                  <a:cubicBezTo>
                    <a:pt x="1103" y="1"/>
                    <a:pt x="1" y="863"/>
                    <a:pt x="1" y="1925"/>
                  </a:cubicBezTo>
                  <a:cubicBezTo>
                    <a:pt x="1" y="2988"/>
                    <a:pt x="1103" y="3850"/>
                    <a:pt x="2463" y="3850"/>
                  </a:cubicBezTo>
                  <a:cubicBezTo>
                    <a:pt x="3823" y="3850"/>
                    <a:pt x="4926" y="2988"/>
                    <a:pt x="4926" y="1925"/>
                  </a:cubicBezTo>
                  <a:cubicBezTo>
                    <a:pt x="4926" y="863"/>
                    <a:pt x="3823" y="1"/>
                    <a:pt x="24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2"/>
            <p:cNvSpPr/>
            <p:nvPr/>
          </p:nvSpPr>
          <p:spPr>
            <a:xfrm>
              <a:off x="1361162" y="1701068"/>
              <a:ext cx="397153" cy="334199"/>
            </a:xfrm>
            <a:custGeom>
              <a:rect b="b" l="l" r="r" t="t"/>
              <a:pathLst>
                <a:path extrusionOk="0" h="11127" w="13223">
                  <a:moveTo>
                    <a:pt x="8597" y="1"/>
                  </a:moveTo>
                  <a:cubicBezTo>
                    <a:pt x="8016" y="1"/>
                    <a:pt x="7441" y="45"/>
                    <a:pt x="6873" y="132"/>
                  </a:cubicBezTo>
                  <a:cubicBezTo>
                    <a:pt x="5825" y="283"/>
                    <a:pt x="4804" y="577"/>
                    <a:pt x="3839" y="1008"/>
                  </a:cubicBezTo>
                  <a:cubicBezTo>
                    <a:pt x="2876" y="1437"/>
                    <a:pt x="1966" y="2026"/>
                    <a:pt x="1233" y="2823"/>
                  </a:cubicBezTo>
                  <a:cubicBezTo>
                    <a:pt x="869" y="3222"/>
                    <a:pt x="554" y="3679"/>
                    <a:pt x="337" y="4186"/>
                  </a:cubicBezTo>
                  <a:cubicBezTo>
                    <a:pt x="117" y="4691"/>
                    <a:pt x="0" y="5247"/>
                    <a:pt x="5" y="5794"/>
                  </a:cubicBezTo>
                  <a:cubicBezTo>
                    <a:pt x="9" y="6329"/>
                    <a:pt x="82" y="6882"/>
                    <a:pt x="321" y="7397"/>
                  </a:cubicBezTo>
                  <a:cubicBezTo>
                    <a:pt x="553" y="7914"/>
                    <a:pt x="970" y="8356"/>
                    <a:pt x="1461" y="8620"/>
                  </a:cubicBezTo>
                  <a:cubicBezTo>
                    <a:pt x="1952" y="8892"/>
                    <a:pt x="2486" y="9008"/>
                    <a:pt x="3009" y="9066"/>
                  </a:cubicBezTo>
                  <a:cubicBezTo>
                    <a:pt x="3244" y="9091"/>
                    <a:pt x="3477" y="9101"/>
                    <a:pt x="3710" y="9101"/>
                  </a:cubicBezTo>
                  <a:cubicBezTo>
                    <a:pt x="3996" y="9101"/>
                    <a:pt x="4280" y="9086"/>
                    <a:pt x="4561" y="9063"/>
                  </a:cubicBezTo>
                  <a:cubicBezTo>
                    <a:pt x="4767" y="9043"/>
                    <a:pt x="4971" y="9014"/>
                    <a:pt x="5174" y="8986"/>
                  </a:cubicBezTo>
                  <a:lnTo>
                    <a:pt x="5174" y="8986"/>
                  </a:lnTo>
                  <a:cubicBezTo>
                    <a:pt x="5164" y="8990"/>
                    <a:pt x="5156" y="8992"/>
                    <a:pt x="5156" y="8992"/>
                  </a:cubicBezTo>
                  <a:cubicBezTo>
                    <a:pt x="5156" y="8992"/>
                    <a:pt x="6568" y="11126"/>
                    <a:pt x="7150" y="11126"/>
                  </a:cubicBezTo>
                  <a:cubicBezTo>
                    <a:pt x="7208" y="11126"/>
                    <a:pt x="7257" y="11106"/>
                    <a:pt x="7296" y="11060"/>
                  </a:cubicBezTo>
                  <a:cubicBezTo>
                    <a:pt x="7732" y="10552"/>
                    <a:pt x="7151" y="10080"/>
                    <a:pt x="7151" y="10080"/>
                  </a:cubicBezTo>
                  <a:lnTo>
                    <a:pt x="7151" y="10080"/>
                  </a:lnTo>
                  <a:cubicBezTo>
                    <a:pt x="7151" y="10080"/>
                    <a:pt x="7381" y="10182"/>
                    <a:pt x="7582" y="10182"/>
                  </a:cubicBezTo>
                  <a:cubicBezTo>
                    <a:pt x="7721" y="10182"/>
                    <a:pt x="7847" y="10134"/>
                    <a:pt x="7877" y="9971"/>
                  </a:cubicBezTo>
                  <a:cubicBezTo>
                    <a:pt x="7949" y="9572"/>
                    <a:pt x="7405" y="9282"/>
                    <a:pt x="7405" y="9282"/>
                  </a:cubicBezTo>
                  <a:lnTo>
                    <a:pt x="7405" y="9282"/>
                  </a:lnTo>
                  <a:cubicBezTo>
                    <a:pt x="7405" y="9282"/>
                    <a:pt x="7432" y="9284"/>
                    <a:pt x="7474" y="9284"/>
                  </a:cubicBezTo>
                  <a:cubicBezTo>
                    <a:pt x="7667" y="9284"/>
                    <a:pt x="8190" y="9236"/>
                    <a:pt x="8131" y="8701"/>
                  </a:cubicBezTo>
                  <a:cubicBezTo>
                    <a:pt x="8112" y="8533"/>
                    <a:pt x="7906" y="8471"/>
                    <a:pt x="7609" y="8471"/>
                  </a:cubicBezTo>
                  <a:cubicBezTo>
                    <a:pt x="7592" y="8471"/>
                    <a:pt x="7575" y="8472"/>
                    <a:pt x="7558" y="8472"/>
                  </a:cubicBezTo>
                  <a:cubicBezTo>
                    <a:pt x="7564" y="8470"/>
                    <a:pt x="7571" y="8468"/>
                    <a:pt x="7577" y="8467"/>
                  </a:cubicBezTo>
                  <a:cubicBezTo>
                    <a:pt x="7592" y="8462"/>
                    <a:pt x="7610" y="8454"/>
                    <a:pt x="7628" y="8448"/>
                  </a:cubicBezTo>
                  <a:cubicBezTo>
                    <a:pt x="7844" y="8356"/>
                    <a:pt x="7946" y="8102"/>
                    <a:pt x="7853" y="7883"/>
                  </a:cubicBezTo>
                  <a:cubicBezTo>
                    <a:pt x="7783" y="7720"/>
                    <a:pt x="7625" y="7623"/>
                    <a:pt x="7458" y="7623"/>
                  </a:cubicBezTo>
                  <a:cubicBezTo>
                    <a:pt x="7401" y="7623"/>
                    <a:pt x="7344" y="7634"/>
                    <a:pt x="7288" y="7658"/>
                  </a:cubicBezTo>
                  <a:lnTo>
                    <a:pt x="7277" y="7663"/>
                  </a:lnTo>
                  <a:cubicBezTo>
                    <a:pt x="6848" y="7845"/>
                    <a:pt x="6377" y="8001"/>
                    <a:pt x="5912" y="8128"/>
                  </a:cubicBezTo>
                  <a:cubicBezTo>
                    <a:pt x="5446" y="8252"/>
                    <a:pt x="4970" y="8350"/>
                    <a:pt x="4492" y="8408"/>
                  </a:cubicBezTo>
                  <a:cubicBezTo>
                    <a:pt x="4204" y="8444"/>
                    <a:pt x="3914" y="8464"/>
                    <a:pt x="3627" y="8464"/>
                  </a:cubicBezTo>
                  <a:cubicBezTo>
                    <a:pt x="3440" y="8464"/>
                    <a:pt x="3253" y="8455"/>
                    <a:pt x="3069" y="8438"/>
                  </a:cubicBezTo>
                  <a:cubicBezTo>
                    <a:pt x="2605" y="8395"/>
                    <a:pt x="2150" y="8278"/>
                    <a:pt x="1772" y="8060"/>
                  </a:cubicBezTo>
                  <a:cubicBezTo>
                    <a:pt x="1393" y="7846"/>
                    <a:pt x="1098" y="7524"/>
                    <a:pt x="942" y="7122"/>
                  </a:cubicBezTo>
                  <a:cubicBezTo>
                    <a:pt x="777" y="6726"/>
                    <a:pt x="729" y="6267"/>
                    <a:pt x="749" y="5813"/>
                  </a:cubicBezTo>
                  <a:cubicBezTo>
                    <a:pt x="791" y="4914"/>
                    <a:pt x="1246" y="4097"/>
                    <a:pt x="1901" y="3470"/>
                  </a:cubicBezTo>
                  <a:cubicBezTo>
                    <a:pt x="2560" y="2843"/>
                    <a:pt x="3396" y="2394"/>
                    <a:pt x="4272" y="2080"/>
                  </a:cubicBezTo>
                  <a:cubicBezTo>
                    <a:pt x="5153" y="1769"/>
                    <a:pt x="6086" y="1604"/>
                    <a:pt x="7016" y="1553"/>
                  </a:cubicBezTo>
                  <a:cubicBezTo>
                    <a:pt x="7161" y="1547"/>
                    <a:pt x="7305" y="1545"/>
                    <a:pt x="7450" y="1545"/>
                  </a:cubicBezTo>
                  <a:cubicBezTo>
                    <a:pt x="8234" y="1545"/>
                    <a:pt x="9013" y="1632"/>
                    <a:pt x="9746" y="1829"/>
                  </a:cubicBezTo>
                  <a:cubicBezTo>
                    <a:pt x="10394" y="1998"/>
                    <a:pt x="11009" y="2252"/>
                    <a:pt x="11545" y="2585"/>
                  </a:cubicBezTo>
                  <a:cubicBezTo>
                    <a:pt x="11955" y="2040"/>
                    <a:pt x="12506" y="1541"/>
                    <a:pt x="13223" y="1117"/>
                  </a:cubicBezTo>
                  <a:cubicBezTo>
                    <a:pt x="12221" y="555"/>
                    <a:pt x="11144" y="246"/>
                    <a:pt x="10082" y="99"/>
                  </a:cubicBezTo>
                  <a:cubicBezTo>
                    <a:pt x="9585" y="33"/>
                    <a:pt x="9089" y="1"/>
                    <a:pt x="85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2"/>
            <p:cNvSpPr/>
            <p:nvPr/>
          </p:nvSpPr>
          <p:spPr>
            <a:xfrm>
              <a:off x="795281" y="3798050"/>
              <a:ext cx="2281618" cy="454577"/>
            </a:xfrm>
            <a:custGeom>
              <a:rect b="b" l="l" r="r" t="t"/>
              <a:pathLst>
                <a:path extrusionOk="0" h="9307" w="46709">
                  <a:moveTo>
                    <a:pt x="1" y="1"/>
                  </a:moveTo>
                  <a:lnTo>
                    <a:pt x="1" y="9306"/>
                  </a:lnTo>
                  <a:lnTo>
                    <a:pt x="46708" y="9306"/>
                  </a:lnTo>
                  <a:lnTo>
                    <a:pt x="467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2"/>
            <p:cNvSpPr/>
            <p:nvPr/>
          </p:nvSpPr>
          <p:spPr>
            <a:xfrm>
              <a:off x="1660614" y="3992881"/>
              <a:ext cx="550902" cy="64912"/>
            </a:xfrm>
            <a:custGeom>
              <a:rect b="b" l="l" r="r" t="t"/>
              <a:pathLst>
                <a:path extrusionOk="0" h="1329" w="11278">
                  <a:moveTo>
                    <a:pt x="1" y="1"/>
                  </a:moveTo>
                  <a:lnTo>
                    <a:pt x="1" y="1328"/>
                  </a:lnTo>
                  <a:lnTo>
                    <a:pt x="11277" y="1328"/>
                  </a:lnTo>
                  <a:lnTo>
                    <a:pt x="112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3" name="Google Shape;1803;p32"/>
          <p:cNvSpPr/>
          <p:nvPr/>
        </p:nvSpPr>
        <p:spPr>
          <a:xfrm>
            <a:off x="0" y="3737275"/>
            <a:ext cx="4003642" cy="1406195"/>
          </a:xfrm>
          <a:custGeom>
            <a:rect b="b" l="l" r="r" t="t"/>
            <a:pathLst>
              <a:path extrusionOk="0" h="65374" w="115821">
                <a:moveTo>
                  <a:pt x="0" y="1"/>
                </a:moveTo>
                <a:lnTo>
                  <a:pt x="0" y="65373"/>
                </a:lnTo>
                <a:lnTo>
                  <a:pt x="115821" y="65373"/>
                </a:lnTo>
                <a:cubicBezTo>
                  <a:pt x="87482" y="62367"/>
                  <a:pt x="75458" y="40791"/>
                  <a:pt x="66869" y="31347"/>
                </a:cubicBezTo>
                <a:cubicBezTo>
                  <a:pt x="61827" y="25799"/>
                  <a:pt x="53526" y="25284"/>
                  <a:pt x="45969" y="25284"/>
                </a:cubicBezTo>
                <a:cubicBezTo>
                  <a:pt x="45110" y="25284"/>
                  <a:pt x="44264" y="25292"/>
                  <a:pt x="43432" y="25299"/>
                </a:cubicBezTo>
                <a:cubicBezTo>
                  <a:pt x="42600" y="25303"/>
                  <a:pt x="41780" y="25311"/>
                  <a:pt x="40987" y="25311"/>
                </a:cubicBezTo>
                <a:cubicBezTo>
                  <a:pt x="37648" y="25311"/>
                  <a:pt x="34680" y="25195"/>
                  <a:pt x="32522" y="24476"/>
                </a:cubicBezTo>
                <a:cubicBezTo>
                  <a:pt x="24792" y="21899"/>
                  <a:pt x="20926" y="12880"/>
                  <a:pt x="15344" y="7298"/>
                </a:cubicBezTo>
                <a:cubicBezTo>
                  <a:pt x="9761" y="1718"/>
                  <a:pt x="0" y="1"/>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33"/>
          <p:cNvSpPr txBox="1"/>
          <p:nvPr>
            <p:ph idx="1" type="body"/>
          </p:nvPr>
        </p:nvSpPr>
        <p:spPr>
          <a:xfrm>
            <a:off x="715100" y="1279350"/>
            <a:ext cx="6191100" cy="25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Hanken Grotesk Light"/>
                <a:ea typeface="Hanken Grotesk Light"/>
                <a:cs typeface="Hanken Grotesk Light"/>
                <a:sym typeface="Hanken Grotesk Light"/>
              </a:rPr>
              <a:t>Taxpayers spend</a:t>
            </a:r>
            <a:endParaRPr sz="3600">
              <a:latin typeface="Hanken Grotesk Light"/>
              <a:ea typeface="Hanken Grotesk Light"/>
              <a:cs typeface="Hanken Grotesk Light"/>
              <a:sym typeface="Hanken Grotesk Light"/>
            </a:endParaRPr>
          </a:p>
          <a:p>
            <a:pPr indent="0" lvl="0" marL="0" rtl="0" algn="l">
              <a:spcBef>
                <a:spcPts val="0"/>
              </a:spcBef>
              <a:spcAft>
                <a:spcPts val="0"/>
              </a:spcAft>
              <a:buNone/>
            </a:pPr>
            <a:r>
              <a:rPr b="1" lang="en" sz="3600">
                <a:latin typeface="Hanken Grotesk"/>
                <a:ea typeface="Hanken Grotesk"/>
                <a:cs typeface="Hanken Grotesk"/>
                <a:sym typeface="Hanken Grotesk"/>
              </a:rPr>
              <a:t>$12 billion </a:t>
            </a:r>
            <a:r>
              <a:rPr b="1" lang="en" sz="3600">
                <a:latin typeface="Hanken Grotesk"/>
                <a:ea typeface="Hanken Grotesk"/>
                <a:cs typeface="Hanken Grotesk"/>
                <a:sym typeface="Hanken Grotesk"/>
              </a:rPr>
              <a:t>annually </a:t>
            </a:r>
            <a:endParaRPr b="1" sz="3600">
              <a:latin typeface="Hanken Grotesk"/>
              <a:ea typeface="Hanken Grotesk"/>
              <a:cs typeface="Hanken Grotesk"/>
              <a:sym typeface="Hanken Grotesk"/>
            </a:endParaRPr>
          </a:p>
          <a:p>
            <a:pPr indent="0" lvl="0" marL="0" rtl="0" algn="l">
              <a:spcBef>
                <a:spcPts val="0"/>
              </a:spcBef>
              <a:spcAft>
                <a:spcPts val="0"/>
              </a:spcAft>
              <a:buNone/>
            </a:pPr>
            <a:r>
              <a:rPr lang="en" sz="3600">
                <a:latin typeface="Hanken Grotesk Light"/>
                <a:ea typeface="Hanken Grotesk Light"/>
                <a:cs typeface="Hanken Grotesk Light"/>
                <a:sym typeface="Hanken Grotesk Light"/>
              </a:rPr>
              <a:t>on unintentional </a:t>
            </a:r>
            <a:endParaRPr sz="3600">
              <a:latin typeface="Hanken Grotesk Light"/>
              <a:ea typeface="Hanken Grotesk Light"/>
              <a:cs typeface="Hanken Grotesk Light"/>
              <a:sym typeface="Hanken Grotesk Light"/>
            </a:endParaRPr>
          </a:p>
          <a:p>
            <a:pPr indent="0" lvl="0" marL="0" rtl="0" algn="l">
              <a:spcBef>
                <a:spcPts val="0"/>
              </a:spcBef>
              <a:spcAft>
                <a:spcPts val="0"/>
              </a:spcAft>
              <a:buNone/>
            </a:pPr>
            <a:r>
              <a:rPr lang="en" sz="3600">
                <a:latin typeface="Hanken Grotesk Light"/>
                <a:ea typeface="Hanken Grotesk Light"/>
                <a:cs typeface="Hanken Grotesk Light"/>
                <a:sym typeface="Hanken Grotesk Light"/>
              </a:rPr>
              <a:t>pregnancies</a:t>
            </a:r>
            <a:endParaRPr sz="3600">
              <a:latin typeface="Hanken Grotesk Light"/>
              <a:ea typeface="Hanken Grotesk Light"/>
              <a:cs typeface="Hanken Grotesk Light"/>
              <a:sym typeface="Hanken Grotesk Light"/>
            </a:endParaRPr>
          </a:p>
          <a:p>
            <a:pPr indent="0" lvl="0" marL="0" rtl="0" algn="l">
              <a:spcBef>
                <a:spcPts val="0"/>
              </a:spcBef>
              <a:spcAft>
                <a:spcPts val="0"/>
              </a:spcAft>
              <a:buNone/>
            </a:pPr>
            <a:r>
              <a:rPr lang="en" sz="1700">
                <a:latin typeface="Hanken Grotesk Light"/>
                <a:ea typeface="Hanken Grotesk Light"/>
                <a:cs typeface="Hanken Grotesk Light"/>
                <a:sym typeface="Hanken Grotesk Light"/>
              </a:rPr>
              <a:t>[13]</a:t>
            </a:r>
            <a:endParaRPr sz="1700">
              <a:latin typeface="Hanken Grotesk Light"/>
              <a:ea typeface="Hanken Grotesk Light"/>
              <a:cs typeface="Hanken Grotesk Light"/>
              <a:sym typeface="Hanken Grotesk Light"/>
            </a:endParaRPr>
          </a:p>
          <a:p>
            <a:pPr indent="0" lvl="0" marL="0" rtl="0" algn="l">
              <a:spcBef>
                <a:spcPts val="0"/>
              </a:spcBef>
              <a:spcAft>
                <a:spcPts val="0"/>
              </a:spcAft>
              <a:buNone/>
            </a:pPr>
            <a:r>
              <a:t/>
            </a:r>
            <a:endParaRPr sz="1500">
              <a:latin typeface="Hanken Grotesk Light"/>
              <a:ea typeface="Hanken Grotesk Light"/>
              <a:cs typeface="Hanken Grotesk Light"/>
              <a:sym typeface="Hanken Grotesk Light"/>
            </a:endParaRPr>
          </a:p>
        </p:txBody>
      </p:sp>
      <p:sp>
        <p:nvSpPr>
          <p:cNvPr id="1809" name="Google Shape;1809;p33"/>
          <p:cNvSpPr txBox="1"/>
          <p:nvPr>
            <p:ph type="title"/>
          </p:nvPr>
        </p:nvSpPr>
        <p:spPr>
          <a:xfrm>
            <a:off x="715100" y="502675"/>
            <a:ext cx="7713600" cy="490800"/>
          </a:xfrm>
          <a:prstGeom prst="rect">
            <a:avLst/>
          </a:prstGeom>
          <a:solidFill>
            <a:schemeClr val="accent2"/>
          </a:solidFill>
        </p:spPr>
        <p:txBody>
          <a:bodyPr anchorCtr="0" anchor="ctr" bIns="0" lIns="91425" spcFirstLastPara="1" rIns="91425" wrap="square" tIns="0">
            <a:noAutofit/>
          </a:bodyPr>
          <a:lstStyle/>
          <a:p>
            <a:pPr indent="0" lvl="0" marL="0" rtl="0" algn="ctr">
              <a:spcBef>
                <a:spcPts val="0"/>
              </a:spcBef>
              <a:spcAft>
                <a:spcPts val="0"/>
              </a:spcAft>
              <a:buNone/>
            </a:pPr>
            <a:r>
              <a:rPr lang="en"/>
              <a:t>Women’s Health – A Global Crisis!</a:t>
            </a:r>
            <a:endParaRPr/>
          </a:p>
        </p:txBody>
      </p:sp>
      <p:grpSp>
        <p:nvGrpSpPr>
          <p:cNvPr id="1810" name="Google Shape;1810;p33"/>
          <p:cNvGrpSpPr/>
          <p:nvPr/>
        </p:nvGrpSpPr>
        <p:grpSpPr>
          <a:xfrm>
            <a:off x="6321325" y="1836623"/>
            <a:ext cx="2693549" cy="3306865"/>
            <a:chOff x="589225" y="1296623"/>
            <a:chExt cx="2693549" cy="3306865"/>
          </a:xfrm>
        </p:grpSpPr>
        <p:sp>
          <p:nvSpPr>
            <p:cNvPr id="1811" name="Google Shape;1811;p33"/>
            <p:cNvSpPr/>
            <p:nvPr/>
          </p:nvSpPr>
          <p:spPr>
            <a:xfrm>
              <a:off x="589225" y="2928549"/>
              <a:ext cx="2693549" cy="1674940"/>
            </a:xfrm>
            <a:custGeom>
              <a:rect b="b" l="l" r="r" t="t"/>
              <a:pathLst>
                <a:path extrusionOk="0" h="12810" w="55142">
                  <a:moveTo>
                    <a:pt x="1" y="0"/>
                  </a:moveTo>
                  <a:lnTo>
                    <a:pt x="1" y="12809"/>
                  </a:lnTo>
                  <a:lnTo>
                    <a:pt x="55141" y="12809"/>
                  </a:lnTo>
                  <a:lnTo>
                    <a:pt x="551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3"/>
            <p:cNvSpPr/>
            <p:nvPr/>
          </p:nvSpPr>
          <p:spPr>
            <a:xfrm>
              <a:off x="795164" y="3099614"/>
              <a:ext cx="2281618" cy="454577"/>
            </a:xfrm>
            <a:custGeom>
              <a:rect b="b" l="l" r="r" t="t"/>
              <a:pathLst>
                <a:path extrusionOk="0" h="9307" w="46709">
                  <a:moveTo>
                    <a:pt x="1" y="1"/>
                  </a:moveTo>
                  <a:lnTo>
                    <a:pt x="1" y="9306"/>
                  </a:lnTo>
                  <a:lnTo>
                    <a:pt x="46708" y="9306"/>
                  </a:lnTo>
                  <a:lnTo>
                    <a:pt x="467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3"/>
            <p:cNvSpPr/>
            <p:nvPr/>
          </p:nvSpPr>
          <p:spPr>
            <a:xfrm>
              <a:off x="1660510" y="3313367"/>
              <a:ext cx="550902" cy="64912"/>
            </a:xfrm>
            <a:custGeom>
              <a:rect b="b" l="l" r="r" t="t"/>
              <a:pathLst>
                <a:path extrusionOk="0" h="1329" w="11278">
                  <a:moveTo>
                    <a:pt x="1" y="1"/>
                  </a:moveTo>
                  <a:lnTo>
                    <a:pt x="1" y="1328"/>
                  </a:lnTo>
                  <a:lnTo>
                    <a:pt x="11277" y="1328"/>
                  </a:lnTo>
                  <a:lnTo>
                    <a:pt x="112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3"/>
            <p:cNvSpPr/>
            <p:nvPr/>
          </p:nvSpPr>
          <p:spPr>
            <a:xfrm>
              <a:off x="812700" y="1296623"/>
              <a:ext cx="2246594" cy="1429034"/>
            </a:xfrm>
            <a:custGeom>
              <a:rect b="b" l="l" r="r" t="t"/>
              <a:pathLst>
                <a:path extrusionOk="0" h="29258" w="45992">
                  <a:moveTo>
                    <a:pt x="47" y="1"/>
                  </a:moveTo>
                  <a:cubicBezTo>
                    <a:pt x="21" y="1"/>
                    <a:pt x="0" y="21"/>
                    <a:pt x="0" y="47"/>
                  </a:cubicBezTo>
                  <a:lnTo>
                    <a:pt x="0" y="29211"/>
                  </a:lnTo>
                  <a:cubicBezTo>
                    <a:pt x="0" y="29237"/>
                    <a:pt x="21" y="29258"/>
                    <a:pt x="47" y="29258"/>
                  </a:cubicBezTo>
                  <a:lnTo>
                    <a:pt x="45945" y="29258"/>
                  </a:lnTo>
                  <a:cubicBezTo>
                    <a:pt x="45971" y="29258"/>
                    <a:pt x="45992" y="29237"/>
                    <a:pt x="45992" y="29211"/>
                  </a:cubicBezTo>
                  <a:lnTo>
                    <a:pt x="45992" y="47"/>
                  </a:lnTo>
                  <a:cubicBezTo>
                    <a:pt x="45992" y="21"/>
                    <a:pt x="45971" y="1"/>
                    <a:pt x="459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3"/>
            <p:cNvSpPr/>
            <p:nvPr/>
          </p:nvSpPr>
          <p:spPr>
            <a:xfrm>
              <a:off x="1585994" y="2688503"/>
              <a:ext cx="699936" cy="133389"/>
            </a:xfrm>
            <a:custGeom>
              <a:rect b="b" l="l" r="r" t="t"/>
              <a:pathLst>
                <a:path extrusionOk="0" h="2731" w="14329">
                  <a:moveTo>
                    <a:pt x="1" y="1"/>
                  </a:moveTo>
                  <a:lnTo>
                    <a:pt x="1" y="2731"/>
                  </a:lnTo>
                  <a:lnTo>
                    <a:pt x="14328" y="2731"/>
                  </a:lnTo>
                  <a:lnTo>
                    <a:pt x="1432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3"/>
            <p:cNvSpPr/>
            <p:nvPr/>
          </p:nvSpPr>
          <p:spPr>
            <a:xfrm>
              <a:off x="1431589" y="2821844"/>
              <a:ext cx="1008799" cy="135978"/>
            </a:xfrm>
            <a:custGeom>
              <a:rect b="b" l="l" r="r" t="t"/>
              <a:pathLst>
                <a:path extrusionOk="0" h="2784" w="20652">
                  <a:moveTo>
                    <a:pt x="0" y="1"/>
                  </a:moveTo>
                  <a:lnTo>
                    <a:pt x="0" y="2784"/>
                  </a:lnTo>
                  <a:lnTo>
                    <a:pt x="20652" y="2784"/>
                  </a:lnTo>
                  <a:lnTo>
                    <a:pt x="2065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3"/>
            <p:cNvSpPr/>
            <p:nvPr/>
          </p:nvSpPr>
          <p:spPr>
            <a:xfrm>
              <a:off x="1709576" y="2817888"/>
              <a:ext cx="499954" cy="11771"/>
            </a:xfrm>
            <a:custGeom>
              <a:rect b="b" l="l" r="r" t="t"/>
              <a:pathLst>
                <a:path extrusionOk="0" h="241" w="10235">
                  <a:moveTo>
                    <a:pt x="0" y="1"/>
                  </a:moveTo>
                  <a:lnTo>
                    <a:pt x="0" y="240"/>
                  </a:lnTo>
                  <a:lnTo>
                    <a:pt x="10235" y="240"/>
                  </a:lnTo>
                  <a:lnTo>
                    <a:pt x="1023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3"/>
            <p:cNvSpPr/>
            <p:nvPr/>
          </p:nvSpPr>
          <p:spPr>
            <a:xfrm>
              <a:off x="896277" y="1423420"/>
              <a:ext cx="2079487" cy="1175395"/>
            </a:xfrm>
            <a:custGeom>
              <a:rect b="b" l="l" r="r" t="t"/>
              <a:pathLst>
                <a:path extrusionOk="0" h="24065" w="42571">
                  <a:moveTo>
                    <a:pt x="0" y="1"/>
                  </a:moveTo>
                  <a:lnTo>
                    <a:pt x="0" y="24065"/>
                  </a:lnTo>
                  <a:lnTo>
                    <a:pt x="42571" y="24065"/>
                  </a:lnTo>
                  <a:lnTo>
                    <a:pt x="4257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3"/>
            <p:cNvSpPr/>
            <p:nvPr/>
          </p:nvSpPr>
          <p:spPr>
            <a:xfrm>
              <a:off x="1171187" y="1423469"/>
              <a:ext cx="1529562" cy="1175346"/>
            </a:xfrm>
            <a:custGeom>
              <a:rect b="b" l="l" r="r" t="t"/>
              <a:pathLst>
                <a:path extrusionOk="0" h="24064" w="31313">
                  <a:moveTo>
                    <a:pt x="5641" y="1"/>
                  </a:moveTo>
                  <a:cubicBezTo>
                    <a:pt x="2195" y="2872"/>
                    <a:pt x="1" y="7195"/>
                    <a:pt x="1" y="12032"/>
                  </a:cubicBezTo>
                  <a:cubicBezTo>
                    <a:pt x="1" y="16869"/>
                    <a:pt x="2195" y="21193"/>
                    <a:pt x="5641" y="24064"/>
                  </a:cubicBezTo>
                  <a:lnTo>
                    <a:pt x="25673" y="24064"/>
                  </a:lnTo>
                  <a:cubicBezTo>
                    <a:pt x="29119" y="21192"/>
                    <a:pt x="31313" y="16868"/>
                    <a:pt x="31313" y="12032"/>
                  </a:cubicBezTo>
                  <a:cubicBezTo>
                    <a:pt x="31313" y="7197"/>
                    <a:pt x="29119" y="2872"/>
                    <a:pt x="256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3"/>
            <p:cNvSpPr/>
            <p:nvPr/>
          </p:nvSpPr>
          <p:spPr>
            <a:xfrm>
              <a:off x="988109" y="1550558"/>
              <a:ext cx="464784" cy="73020"/>
            </a:xfrm>
            <a:custGeom>
              <a:rect b="b" l="l" r="r" t="t"/>
              <a:pathLst>
                <a:path extrusionOk="0" h="1495" w="9515">
                  <a:moveTo>
                    <a:pt x="1" y="0"/>
                  </a:moveTo>
                  <a:lnTo>
                    <a:pt x="1" y="1494"/>
                  </a:lnTo>
                  <a:lnTo>
                    <a:pt x="9515" y="1494"/>
                  </a:lnTo>
                  <a:lnTo>
                    <a:pt x="951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3"/>
            <p:cNvSpPr/>
            <p:nvPr/>
          </p:nvSpPr>
          <p:spPr>
            <a:xfrm>
              <a:off x="2418050" y="2431637"/>
              <a:ext cx="464784" cy="94364"/>
            </a:xfrm>
            <a:custGeom>
              <a:rect b="b" l="l" r="r" t="t"/>
              <a:pathLst>
                <a:path extrusionOk="0" h="1932" w="9515">
                  <a:moveTo>
                    <a:pt x="0" y="0"/>
                  </a:moveTo>
                  <a:lnTo>
                    <a:pt x="0" y="1932"/>
                  </a:lnTo>
                  <a:lnTo>
                    <a:pt x="9514" y="1932"/>
                  </a:lnTo>
                  <a:lnTo>
                    <a:pt x="95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3"/>
            <p:cNvSpPr/>
            <p:nvPr/>
          </p:nvSpPr>
          <p:spPr>
            <a:xfrm>
              <a:off x="988109" y="1650344"/>
              <a:ext cx="464784" cy="46058"/>
            </a:xfrm>
            <a:custGeom>
              <a:rect b="b" l="l" r="r" t="t"/>
              <a:pathLst>
                <a:path extrusionOk="0" h="943" w="9515">
                  <a:moveTo>
                    <a:pt x="1" y="1"/>
                  </a:moveTo>
                  <a:lnTo>
                    <a:pt x="1" y="942"/>
                  </a:lnTo>
                  <a:lnTo>
                    <a:pt x="9515" y="942"/>
                  </a:lnTo>
                  <a:lnTo>
                    <a:pt x="951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3"/>
            <p:cNvSpPr/>
            <p:nvPr/>
          </p:nvSpPr>
          <p:spPr>
            <a:xfrm>
              <a:off x="2150174" y="1930263"/>
              <a:ext cx="147952" cy="115605"/>
            </a:xfrm>
            <a:custGeom>
              <a:rect b="b" l="l" r="r" t="t"/>
              <a:pathLst>
                <a:path extrusionOk="0" h="3849" w="4926">
                  <a:moveTo>
                    <a:pt x="2463" y="0"/>
                  </a:moveTo>
                  <a:cubicBezTo>
                    <a:pt x="1103" y="0"/>
                    <a:pt x="1" y="862"/>
                    <a:pt x="1" y="1924"/>
                  </a:cubicBezTo>
                  <a:cubicBezTo>
                    <a:pt x="1" y="2987"/>
                    <a:pt x="1103" y="3849"/>
                    <a:pt x="2463" y="3849"/>
                  </a:cubicBezTo>
                  <a:cubicBezTo>
                    <a:pt x="3824" y="3849"/>
                    <a:pt x="4926" y="2987"/>
                    <a:pt x="4926" y="1924"/>
                  </a:cubicBezTo>
                  <a:cubicBezTo>
                    <a:pt x="4926" y="862"/>
                    <a:pt x="3824" y="0"/>
                    <a:pt x="246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3"/>
            <p:cNvSpPr/>
            <p:nvPr/>
          </p:nvSpPr>
          <p:spPr>
            <a:xfrm>
              <a:off x="2116114" y="1701068"/>
              <a:ext cx="394690" cy="334229"/>
            </a:xfrm>
            <a:custGeom>
              <a:rect b="b" l="l" r="r" t="t"/>
              <a:pathLst>
                <a:path extrusionOk="0" h="11128" w="13141">
                  <a:moveTo>
                    <a:pt x="4543" y="1"/>
                  </a:moveTo>
                  <a:cubicBezTo>
                    <a:pt x="4051" y="1"/>
                    <a:pt x="3556" y="33"/>
                    <a:pt x="3059" y="99"/>
                  </a:cubicBezTo>
                  <a:cubicBezTo>
                    <a:pt x="2027" y="242"/>
                    <a:pt x="981" y="537"/>
                    <a:pt x="1" y="1071"/>
                  </a:cubicBezTo>
                  <a:cubicBezTo>
                    <a:pt x="693" y="1504"/>
                    <a:pt x="1214" y="2018"/>
                    <a:pt x="1591" y="2588"/>
                  </a:cubicBezTo>
                  <a:cubicBezTo>
                    <a:pt x="2128" y="2252"/>
                    <a:pt x="2745" y="1999"/>
                    <a:pt x="3393" y="1831"/>
                  </a:cubicBezTo>
                  <a:cubicBezTo>
                    <a:pt x="4129" y="1634"/>
                    <a:pt x="4909" y="1547"/>
                    <a:pt x="5695" y="1547"/>
                  </a:cubicBezTo>
                  <a:cubicBezTo>
                    <a:pt x="5838" y="1547"/>
                    <a:pt x="5980" y="1550"/>
                    <a:pt x="6123" y="1555"/>
                  </a:cubicBezTo>
                  <a:cubicBezTo>
                    <a:pt x="7053" y="1605"/>
                    <a:pt x="7986" y="1770"/>
                    <a:pt x="8868" y="2081"/>
                  </a:cubicBezTo>
                  <a:cubicBezTo>
                    <a:pt x="9744" y="2396"/>
                    <a:pt x="10579" y="2844"/>
                    <a:pt x="11239" y="3471"/>
                  </a:cubicBezTo>
                  <a:cubicBezTo>
                    <a:pt x="11892" y="4098"/>
                    <a:pt x="12348" y="4916"/>
                    <a:pt x="12391" y="5814"/>
                  </a:cubicBezTo>
                  <a:cubicBezTo>
                    <a:pt x="12411" y="6269"/>
                    <a:pt x="12364" y="6728"/>
                    <a:pt x="12198" y="7124"/>
                  </a:cubicBezTo>
                  <a:cubicBezTo>
                    <a:pt x="12041" y="7525"/>
                    <a:pt x="11746" y="7849"/>
                    <a:pt x="11367" y="8062"/>
                  </a:cubicBezTo>
                  <a:cubicBezTo>
                    <a:pt x="10988" y="8281"/>
                    <a:pt x="10534" y="8398"/>
                    <a:pt x="10070" y="8440"/>
                  </a:cubicBezTo>
                  <a:cubicBezTo>
                    <a:pt x="9887" y="8457"/>
                    <a:pt x="9702" y="8465"/>
                    <a:pt x="9515" y="8465"/>
                  </a:cubicBezTo>
                  <a:cubicBezTo>
                    <a:pt x="9227" y="8465"/>
                    <a:pt x="8937" y="8446"/>
                    <a:pt x="8648" y="8410"/>
                  </a:cubicBezTo>
                  <a:cubicBezTo>
                    <a:pt x="8170" y="8353"/>
                    <a:pt x="7697" y="8254"/>
                    <a:pt x="7227" y="8130"/>
                  </a:cubicBezTo>
                  <a:cubicBezTo>
                    <a:pt x="6763" y="8004"/>
                    <a:pt x="6291" y="7846"/>
                    <a:pt x="5863" y="7664"/>
                  </a:cubicBezTo>
                  <a:lnTo>
                    <a:pt x="5851" y="7659"/>
                  </a:lnTo>
                  <a:cubicBezTo>
                    <a:pt x="5796" y="7636"/>
                    <a:pt x="5739" y="7625"/>
                    <a:pt x="5682" y="7625"/>
                  </a:cubicBezTo>
                  <a:cubicBezTo>
                    <a:pt x="5515" y="7625"/>
                    <a:pt x="5357" y="7721"/>
                    <a:pt x="5286" y="7884"/>
                  </a:cubicBezTo>
                  <a:cubicBezTo>
                    <a:pt x="5194" y="8104"/>
                    <a:pt x="5296" y="8357"/>
                    <a:pt x="5515" y="8449"/>
                  </a:cubicBezTo>
                  <a:cubicBezTo>
                    <a:pt x="5529" y="8457"/>
                    <a:pt x="5548" y="8463"/>
                    <a:pt x="5562" y="8468"/>
                  </a:cubicBezTo>
                  <a:cubicBezTo>
                    <a:pt x="5568" y="8469"/>
                    <a:pt x="5576" y="8472"/>
                    <a:pt x="5582" y="8473"/>
                  </a:cubicBezTo>
                  <a:cubicBezTo>
                    <a:pt x="5565" y="8473"/>
                    <a:pt x="5548" y="8472"/>
                    <a:pt x="5531" y="8472"/>
                  </a:cubicBezTo>
                  <a:cubicBezTo>
                    <a:pt x="5235" y="8472"/>
                    <a:pt x="5028" y="8534"/>
                    <a:pt x="5011" y="8702"/>
                  </a:cubicBezTo>
                  <a:cubicBezTo>
                    <a:pt x="4951" y="9237"/>
                    <a:pt x="5475" y="9285"/>
                    <a:pt x="5667" y="9285"/>
                  </a:cubicBezTo>
                  <a:cubicBezTo>
                    <a:pt x="5710" y="9285"/>
                    <a:pt x="5736" y="9283"/>
                    <a:pt x="5736" y="9283"/>
                  </a:cubicBezTo>
                  <a:lnTo>
                    <a:pt x="5736" y="9283"/>
                  </a:lnTo>
                  <a:cubicBezTo>
                    <a:pt x="5736" y="9283"/>
                    <a:pt x="5192" y="9573"/>
                    <a:pt x="5265" y="9972"/>
                  </a:cubicBezTo>
                  <a:cubicBezTo>
                    <a:pt x="5294" y="10135"/>
                    <a:pt x="5420" y="10183"/>
                    <a:pt x="5559" y="10183"/>
                  </a:cubicBezTo>
                  <a:cubicBezTo>
                    <a:pt x="5761" y="10183"/>
                    <a:pt x="5990" y="10081"/>
                    <a:pt x="5990" y="10081"/>
                  </a:cubicBezTo>
                  <a:lnTo>
                    <a:pt x="5990" y="10081"/>
                  </a:lnTo>
                  <a:cubicBezTo>
                    <a:pt x="5990" y="10081"/>
                    <a:pt x="5410" y="10553"/>
                    <a:pt x="5845" y="11061"/>
                  </a:cubicBezTo>
                  <a:cubicBezTo>
                    <a:pt x="5884" y="11107"/>
                    <a:pt x="5934" y="11127"/>
                    <a:pt x="5991" y="11127"/>
                  </a:cubicBezTo>
                  <a:cubicBezTo>
                    <a:pt x="6573" y="11127"/>
                    <a:pt x="7984" y="8994"/>
                    <a:pt x="7984" y="8994"/>
                  </a:cubicBezTo>
                  <a:cubicBezTo>
                    <a:pt x="7984" y="8994"/>
                    <a:pt x="7977" y="8991"/>
                    <a:pt x="7967" y="8987"/>
                  </a:cubicBezTo>
                  <a:lnTo>
                    <a:pt x="7967" y="8987"/>
                  </a:lnTo>
                  <a:cubicBezTo>
                    <a:pt x="8170" y="9016"/>
                    <a:pt x="8373" y="9043"/>
                    <a:pt x="8579" y="9063"/>
                  </a:cubicBezTo>
                  <a:cubicBezTo>
                    <a:pt x="8866" y="9085"/>
                    <a:pt x="9156" y="9101"/>
                    <a:pt x="9447" y="9101"/>
                  </a:cubicBezTo>
                  <a:cubicBezTo>
                    <a:pt x="9676" y="9101"/>
                    <a:pt x="9905" y="9091"/>
                    <a:pt x="10135" y="9067"/>
                  </a:cubicBezTo>
                  <a:cubicBezTo>
                    <a:pt x="10654" y="9007"/>
                    <a:pt x="11190" y="8891"/>
                    <a:pt x="11680" y="8621"/>
                  </a:cubicBezTo>
                  <a:cubicBezTo>
                    <a:pt x="12173" y="8357"/>
                    <a:pt x="12590" y="7913"/>
                    <a:pt x="12823" y="7397"/>
                  </a:cubicBezTo>
                  <a:cubicBezTo>
                    <a:pt x="13059" y="6880"/>
                    <a:pt x="13132" y="6329"/>
                    <a:pt x="13135" y="5794"/>
                  </a:cubicBezTo>
                  <a:cubicBezTo>
                    <a:pt x="13140" y="5246"/>
                    <a:pt x="13023" y="4692"/>
                    <a:pt x="12804" y="4186"/>
                  </a:cubicBezTo>
                  <a:cubicBezTo>
                    <a:pt x="12586" y="3679"/>
                    <a:pt x="12271" y="3222"/>
                    <a:pt x="11909" y="2823"/>
                  </a:cubicBezTo>
                  <a:cubicBezTo>
                    <a:pt x="11173" y="2025"/>
                    <a:pt x="10263" y="1437"/>
                    <a:pt x="9300" y="1008"/>
                  </a:cubicBezTo>
                  <a:cubicBezTo>
                    <a:pt x="8336" y="577"/>
                    <a:pt x="7315" y="283"/>
                    <a:pt x="6266" y="132"/>
                  </a:cubicBezTo>
                  <a:cubicBezTo>
                    <a:pt x="5699" y="45"/>
                    <a:pt x="5124" y="1"/>
                    <a:pt x="45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3"/>
            <p:cNvSpPr/>
            <p:nvPr/>
          </p:nvSpPr>
          <p:spPr>
            <a:xfrm>
              <a:off x="1660878" y="1692178"/>
              <a:ext cx="545105" cy="687171"/>
            </a:xfrm>
            <a:custGeom>
              <a:rect b="b" l="l" r="r" t="t"/>
              <a:pathLst>
                <a:path extrusionOk="0" h="22879" w="18149">
                  <a:moveTo>
                    <a:pt x="9408" y="0"/>
                  </a:moveTo>
                  <a:cubicBezTo>
                    <a:pt x="9318" y="0"/>
                    <a:pt x="9227" y="1"/>
                    <a:pt x="9135" y="2"/>
                  </a:cubicBezTo>
                  <a:cubicBezTo>
                    <a:pt x="6245" y="33"/>
                    <a:pt x="4184" y="574"/>
                    <a:pt x="2768" y="1412"/>
                  </a:cubicBezTo>
                  <a:cubicBezTo>
                    <a:pt x="2051" y="1836"/>
                    <a:pt x="1501" y="2335"/>
                    <a:pt x="1091" y="2880"/>
                  </a:cubicBezTo>
                  <a:cubicBezTo>
                    <a:pt x="252" y="3990"/>
                    <a:pt x="0" y="5296"/>
                    <a:pt x="132" y="6553"/>
                  </a:cubicBezTo>
                  <a:cubicBezTo>
                    <a:pt x="486" y="9911"/>
                    <a:pt x="3190" y="9960"/>
                    <a:pt x="5364" y="12264"/>
                  </a:cubicBezTo>
                  <a:cubicBezTo>
                    <a:pt x="6013" y="12954"/>
                    <a:pt x="5585" y="22729"/>
                    <a:pt x="9063" y="22875"/>
                  </a:cubicBezTo>
                  <a:cubicBezTo>
                    <a:pt x="9114" y="22877"/>
                    <a:pt x="9165" y="22878"/>
                    <a:pt x="9214" y="22878"/>
                  </a:cubicBezTo>
                  <a:cubicBezTo>
                    <a:pt x="12545" y="22878"/>
                    <a:pt x="12577" y="18119"/>
                    <a:pt x="12844" y="14570"/>
                  </a:cubicBezTo>
                  <a:cubicBezTo>
                    <a:pt x="13114" y="10968"/>
                    <a:pt x="17778" y="9873"/>
                    <a:pt x="18045" y="6519"/>
                  </a:cubicBezTo>
                  <a:cubicBezTo>
                    <a:pt x="18149" y="5229"/>
                    <a:pt x="17940" y="3957"/>
                    <a:pt x="17225" y="2883"/>
                  </a:cubicBezTo>
                  <a:cubicBezTo>
                    <a:pt x="16848" y="2313"/>
                    <a:pt x="16327" y="1797"/>
                    <a:pt x="15635" y="1366"/>
                  </a:cubicBezTo>
                  <a:cubicBezTo>
                    <a:pt x="14284" y="525"/>
                    <a:pt x="12279" y="0"/>
                    <a:pt x="94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3"/>
            <p:cNvSpPr/>
            <p:nvPr/>
          </p:nvSpPr>
          <p:spPr>
            <a:xfrm>
              <a:off x="1565369" y="1928371"/>
              <a:ext cx="147952" cy="115635"/>
            </a:xfrm>
            <a:custGeom>
              <a:rect b="b" l="l" r="r" t="t"/>
              <a:pathLst>
                <a:path extrusionOk="0" h="3850" w="4926">
                  <a:moveTo>
                    <a:pt x="2463" y="1"/>
                  </a:moveTo>
                  <a:cubicBezTo>
                    <a:pt x="1103" y="1"/>
                    <a:pt x="1" y="863"/>
                    <a:pt x="1" y="1925"/>
                  </a:cubicBezTo>
                  <a:cubicBezTo>
                    <a:pt x="1" y="2988"/>
                    <a:pt x="1103" y="3850"/>
                    <a:pt x="2463" y="3850"/>
                  </a:cubicBezTo>
                  <a:cubicBezTo>
                    <a:pt x="3823" y="3850"/>
                    <a:pt x="4926" y="2988"/>
                    <a:pt x="4926" y="1925"/>
                  </a:cubicBezTo>
                  <a:cubicBezTo>
                    <a:pt x="4926" y="863"/>
                    <a:pt x="3823" y="1"/>
                    <a:pt x="24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3"/>
            <p:cNvSpPr/>
            <p:nvPr/>
          </p:nvSpPr>
          <p:spPr>
            <a:xfrm>
              <a:off x="1361162" y="1701068"/>
              <a:ext cx="397153" cy="334199"/>
            </a:xfrm>
            <a:custGeom>
              <a:rect b="b" l="l" r="r" t="t"/>
              <a:pathLst>
                <a:path extrusionOk="0" h="11127" w="13223">
                  <a:moveTo>
                    <a:pt x="8597" y="1"/>
                  </a:moveTo>
                  <a:cubicBezTo>
                    <a:pt x="8016" y="1"/>
                    <a:pt x="7441" y="45"/>
                    <a:pt x="6873" y="132"/>
                  </a:cubicBezTo>
                  <a:cubicBezTo>
                    <a:pt x="5825" y="283"/>
                    <a:pt x="4804" y="577"/>
                    <a:pt x="3839" y="1008"/>
                  </a:cubicBezTo>
                  <a:cubicBezTo>
                    <a:pt x="2876" y="1437"/>
                    <a:pt x="1966" y="2026"/>
                    <a:pt x="1233" y="2823"/>
                  </a:cubicBezTo>
                  <a:cubicBezTo>
                    <a:pt x="869" y="3222"/>
                    <a:pt x="554" y="3679"/>
                    <a:pt x="337" y="4186"/>
                  </a:cubicBezTo>
                  <a:cubicBezTo>
                    <a:pt x="117" y="4691"/>
                    <a:pt x="0" y="5247"/>
                    <a:pt x="5" y="5794"/>
                  </a:cubicBezTo>
                  <a:cubicBezTo>
                    <a:pt x="9" y="6329"/>
                    <a:pt x="82" y="6882"/>
                    <a:pt x="321" y="7397"/>
                  </a:cubicBezTo>
                  <a:cubicBezTo>
                    <a:pt x="553" y="7914"/>
                    <a:pt x="970" y="8356"/>
                    <a:pt x="1461" y="8620"/>
                  </a:cubicBezTo>
                  <a:cubicBezTo>
                    <a:pt x="1952" y="8892"/>
                    <a:pt x="2486" y="9008"/>
                    <a:pt x="3009" y="9066"/>
                  </a:cubicBezTo>
                  <a:cubicBezTo>
                    <a:pt x="3244" y="9091"/>
                    <a:pt x="3477" y="9101"/>
                    <a:pt x="3710" y="9101"/>
                  </a:cubicBezTo>
                  <a:cubicBezTo>
                    <a:pt x="3996" y="9101"/>
                    <a:pt x="4280" y="9086"/>
                    <a:pt x="4561" y="9063"/>
                  </a:cubicBezTo>
                  <a:cubicBezTo>
                    <a:pt x="4767" y="9043"/>
                    <a:pt x="4971" y="9014"/>
                    <a:pt x="5174" y="8986"/>
                  </a:cubicBezTo>
                  <a:lnTo>
                    <a:pt x="5174" y="8986"/>
                  </a:lnTo>
                  <a:cubicBezTo>
                    <a:pt x="5164" y="8990"/>
                    <a:pt x="5156" y="8992"/>
                    <a:pt x="5156" y="8992"/>
                  </a:cubicBezTo>
                  <a:cubicBezTo>
                    <a:pt x="5156" y="8992"/>
                    <a:pt x="6568" y="11126"/>
                    <a:pt x="7150" y="11126"/>
                  </a:cubicBezTo>
                  <a:cubicBezTo>
                    <a:pt x="7208" y="11126"/>
                    <a:pt x="7257" y="11106"/>
                    <a:pt x="7296" y="11060"/>
                  </a:cubicBezTo>
                  <a:cubicBezTo>
                    <a:pt x="7732" y="10552"/>
                    <a:pt x="7151" y="10080"/>
                    <a:pt x="7151" y="10080"/>
                  </a:cubicBezTo>
                  <a:lnTo>
                    <a:pt x="7151" y="10080"/>
                  </a:lnTo>
                  <a:cubicBezTo>
                    <a:pt x="7151" y="10080"/>
                    <a:pt x="7381" y="10182"/>
                    <a:pt x="7582" y="10182"/>
                  </a:cubicBezTo>
                  <a:cubicBezTo>
                    <a:pt x="7721" y="10182"/>
                    <a:pt x="7847" y="10134"/>
                    <a:pt x="7877" y="9971"/>
                  </a:cubicBezTo>
                  <a:cubicBezTo>
                    <a:pt x="7949" y="9572"/>
                    <a:pt x="7405" y="9282"/>
                    <a:pt x="7405" y="9282"/>
                  </a:cubicBezTo>
                  <a:lnTo>
                    <a:pt x="7405" y="9282"/>
                  </a:lnTo>
                  <a:cubicBezTo>
                    <a:pt x="7405" y="9282"/>
                    <a:pt x="7432" y="9284"/>
                    <a:pt x="7474" y="9284"/>
                  </a:cubicBezTo>
                  <a:cubicBezTo>
                    <a:pt x="7667" y="9284"/>
                    <a:pt x="8190" y="9236"/>
                    <a:pt x="8131" y="8701"/>
                  </a:cubicBezTo>
                  <a:cubicBezTo>
                    <a:pt x="8112" y="8533"/>
                    <a:pt x="7906" y="8471"/>
                    <a:pt x="7609" y="8471"/>
                  </a:cubicBezTo>
                  <a:cubicBezTo>
                    <a:pt x="7592" y="8471"/>
                    <a:pt x="7575" y="8472"/>
                    <a:pt x="7558" y="8472"/>
                  </a:cubicBezTo>
                  <a:cubicBezTo>
                    <a:pt x="7564" y="8470"/>
                    <a:pt x="7571" y="8468"/>
                    <a:pt x="7577" y="8467"/>
                  </a:cubicBezTo>
                  <a:cubicBezTo>
                    <a:pt x="7592" y="8462"/>
                    <a:pt x="7610" y="8454"/>
                    <a:pt x="7628" y="8448"/>
                  </a:cubicBezTo>
                  <a:cubicBezTo>
                    <a:pt x="7844" y="8356"/>
                    <a:pt x="7946" y="8102"/>
                    <a:pt x="7853" y="7883"/>
                  </a:cubicBezTo>
                  <a:cubicBezTo>
                    <a:pt x="7783" y="7720"/>
                    <a:pt x="7625" y="7623"/>
                    <a:pt x="7458" y="7623"/>
                  </a:cubicBezTo>
                  <a:cubicBezTo>
                    <a:pt x="7401" y="7623"/>
                    <a:pt x="7344" y="7634"/>
                    <a:pt x="7288" y="7658"/>
                  </a:cubicBezTo>
                  <a:lnTo>
                    <a:pt x="7277" y="7663"/>
                  </a:lnTo>
                  <a:cubicBezTo>
                    <a:pt x="6848" y="7845"/>
                    <a:pt x="6377" y="8001"/>
                    <a:pt x="5912" y="8128"/>
                  </a:cubicBezTo>
                  <a:cubicBezTo>
                    <a:pt x="5446" y="8252"/>
                    <a:pt x="4970" y="8350"/>
                    <a:pt x="4492" y="8408"/>
                  </a:cubicBezTo>
                  <a:cubicBezTo>
                    <a:pt x="4204" y="8444"/>
                    <a:pt x="3914" y="8464"/>
                    <a:pt x="3627" y="8464"/>
                  </a:cubicBezTo>
                  <a:cubicBezTo>
                    <a:pt x="3440" y="8464"/>
                    <a:pt x="3253" y="8455"/>
                    <a:pt x="3069" y="8438"/>
                  </a:cubicBezTo>
                  <a:cubicBezTo>
                    <a:pt x="2605" y="8395"/>
                    <a:pt x="2150" y="8278"/>
                    <a:pt x="1772" y="8060"/>
                  </a:cubicBezTo>
                  <a:cubicBezTo>
                    <a:pt x="1393" y="7846"/>
                    <a:pt x="1098" y="7524"/>
                    <a:pt x="942" y="7122"/>
                  </a:cubicBezTo>
                  <a:cubicBezTo>
                    <a:pt x="777" y="6726"/>
                    <a:pt x="729" y="6267"/>
                    <a:pt x="749" y="5813"/>
                  </a:cubicBezTo>
                  <a:cubicBezTo>
                    <a:pt x="791" y="4914"/>
                    <a:pt x="1246" y="4097"/>
                    <a:pt x="1901" y="3470"/>
                  </a:cubicBezTo>
                  <a:cubicBezTo>
                    <a:pt x="2560" y="2843"/>
                    <a:pt x="3396" y="2394"/>
                    <a:pt x="4272" y="2080"/>
                  </a:cubicBezTo>
                  <a:cubicBezTo>
                    <a:pt x="5153" y="1769"/>
                    <a:pt x="6086" y="1604"/>
                    <a:pt x="7016" y="1553"/>
                  </a:cubicBezTo>
                  <a:cubicBezTo>
                    <a:pt x="7161" y="1547"/>
                    <a:pt x="7305" y="1545"/>
                    <a:pt x="7450" y="1545"/>
                  </a:cubicBezTo>
                  <a:cubicBezTo>
                    <a:pt x="8234" y="1545"/>
                    <a:pt x="9013" y="1632"/>
                    <a:pt x="9746" y="1829"/>
                  </a:cubicBezTo>
                  <a:cubicBezTo>
                    <a:pt x="10394" y="1998"/>
                    <a:pt x="11009" y="2252"/>
                    <a:pt x="11545" y="2585"/>
                  </a:cubicBezTo>
                  <a:cubicBezTo>
                    <a:pt x="11955" y="2040"/>
                    <a:pt x="12506" y="1541"/>
                    <a:pt x="13223" y="1117"/>
                  </a:cubicBezTo>
                  <a:cubicBezTo>
                    <a:pt x="12221" y="555"/>
                    <a:pt x="11144" y="246"/>
                    <a:pt x="10082" y="99"/>
                  </a:cubicBezTo>
                  <a:cubicBezTo>
                    <a:pt x="9585" y="33"/>
                    <a:pt x="9089" y="1"/>
                    <a:pt x="859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3"/>
            <p:cNvSpPr/>
            <p:nvPr/>
          </p:nvSpPr>
          <p:spPr>
            <a:xfrm>
              <a:off x="795281" y="3798050"/>
              <a:ext cx="2281618" cy="454577"/>
            </a:xfrm>
            <a:custGeom>
              <a:rect b="b" l="l" r="r" t="t"/>
              <a:pathLst>
                <a:path extrusionOk="0" h="9307" w="46709">
                  <a:moveTo>
                    <a:pt x="1" y="1"/>
                  </a:moveTo>
                  <a:lnTo>
                    <a:pt x="1" y="9306"/>
                  </a:lnTo>
                  <a:lnTo>
                    <a:pt x="46708" y="9306"/>
                  </a:lnTo>
                  <a:lnTo>
                    <a:pt x="467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3"/>
            <p:cNvSpPr/>
            <p:nvPr/>
          </p:nvSpPr>
          <p:spPr>
            <a:xfrm>
              <a:off x="1660614" y="3992881"/>
              <a:ext cx="550902" cy="64912"/>
            </a:xfrm>
            <a:custGeom>
              <a:rect b="b" l="l" r="r" t="t"/>
              <a:pathLst>
                <a:path extrusionOk="0" h="1329" w="11278">
                  <a:moveTo>
                    <a:pt x="1" y="1"/>
                  </a:moveTo>
                  <a:lnTo>
                    <a:pt x="1" y="1328"/>
                  </a:lnTo>
                  <a:lnTo>
                    <a:pt x="11277" y="1328"/>
                  </a:lnTo>
                  <a:lnTo>
                    <a:pt x="1127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0" name="Google Shape;1830;p33"/>
          <p:cNvSpPr/>
          <p:nvPr/>
        </p:nvSpPr>
        <p:spPr>
          <a:xfrm>
            <a:off x="0" y="3737275"/>
            <a:ext cx="4003642" cy="1406195"/>
          </a:xfrm>
          <a:custGeom>
            <a:rect b="b" l="l" r="r" t="t"/>
            <a:pathLst>
              <a:path extrusionOk="0" h="65374" w="115821">
                <a:moveTo>
                  <a:pt x="0" y="1"/>
                </a:moveTo>
                <a:lnTo>
                  <a:pt x="0" y="65373"/>
                </a:lnTo>
                <a:lnTo>
                  <a:pt x="115821" y="65373"/>
                </a:lnTo>
                <a:cubicBezTo>
                  <a:pt x="87482" y="62367"/>
                  <a:pt x="75458" y="40791"/>
                  <a:pt x="66869" y="31347"/>
                </a:cubicBezTo>
                <a:cubicBezTo>
                  <a:pt x="61827" y="25799"/>
                  <a:pt x="53526" y="25284"/>
                  <a:pt x="45969" y="25284"/>
                </a:cubicBezTo>
                <a:cubicBezTo>
                  <a:pt x="45110" y="25284"/>
                  <a:pt x="44264" y="25292"/>
                  <a:pt x="43432" y="25299"/>
                </a:cubicBezTo>
                <a:cubicBezTo>
                  <a:pt x="42600" y="25303"/>
                  <a:pt x="41780" y="25311"/>
                  <a:pt x="40987" y="25311"/>
                </a:cubicBezTo>
                <a:cubicBezTo>
                  <a:pt x="37648" y="25311"/>
                  <a:pt x="34680" y="25195"/>
                  <a:pt x="32522" y="24476"/>
                </a:cubicBezTo>
                <a:cubicBezTo>
                  <a:pt x="24792" y="21899"/>
                  <a:pt x="20926" y="12880"/>
                  <a:pt x="15344" y="7298"/>
                </a:cubicBezTo>
                <a:cubicBezTo>
                  <a:pt x="9761" y="1718"/>
                  <a:pt x="0" y="1"/>
                  <a:pt x="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34"/>
          <p:cNvSpPr txBox="1"/>
          <p:nvPr>
            <p:ph type="title"/>
          </p:nvPr>
        </p:nvSpPr>
        <p:spPr>
          <a:xfrm>
            <a:off x="875050" y="901350"/>
            <a:ext cx="77040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What is Birth Control?</a:t>
            </a:r>
            <a:endParaRPr/>
          </a:p>
        </p:txBody>
      </p:sp>
      <p:sp>
        <p:nvSpPr>
          <p:cNvPr id="1836" name="Google Shape;1836;p34"/>
          <p:cNvSpPr txBox="1"/>
          <p:nvPr>
            <p:ph idx="3" type="subTitle"/>
          </p:nvPr>
        </p:nvSpPr>
        <p:spPr>
          <a:xfrm>
            <a:off x="875050" y="1675550"/>
            <a:ext cx="6809100" cy="257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3700"/>
              <a:t>T</a:t>
            </a:r>
            <a:r>
              <a:rPr b="0" lang="en" sz="3700"/>
              <a:t>he practice of </a:t>
            </a:r>
            <a:r>
              <a:rPr lang="en" sz="3700"/>
              <a:t>preventing unwanted pregnancies, </a:t>
            </a:r>
            <a:r>
              <a:rPr b="0" lang="en" sz="3700"/>
              <a:t>especially by use of </a:t>
            </a:r>
            <a:r>
              <a:rPr lang="en" sz="3700"/>
              <a:t>contraception.</a:t>
            </a:r>
            <a:endParaRPr sz="3700"/>
          </a:p>
        </p:txBody>
      </p:sp>
      <p:grpSp>
        <p:nvGrpSpPr>
          <p:cNvPr id="1837" name="Google Shape;1837;p34"/>
          <p:cNvGrpSpPr/>
          <p:nvPr/>
        </p:nvGrpSpPr>
        <p:grpSpPr>
          <a:xfrm>
            <a:off x="7660239" y="3850377"/>
            <a:ext cx="1114925" cy="773075"/>
            <a:chOff x="-4566130" y="2793615"/>
            <a:chExt cx="3288863" cy="2481781"/>
          </a:xfrm>
        </p:grpSpPr>
        <p:grpSp>
          <p:nvGrpSpPr>
            <p:cNvPr id="1838" name="Google Shape;1838;p34"/>
            <p:cNvGrpSpPr/>
            <p:nvPr/>
          </p:nvGrpSpPr>
          <p:grpSpPr>
            <a:xfrm>
              <a:off x="-2773218" y="2793615"/>
              <a:ext cx="1495952" cy="900319"/>
              <a:chOff x="-3224393" y="4375077"/>
              <a:chExt cx="1495952" cy="900319"/>
            </a:xfrm>
          </p:grpSpPr>
          <p:sp>
            <p:nvSpPr>
              <p:cNvPr id="1839" name="Google Shape;1839;p34"/>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rgbClr val="D41B3B"/>
              </a:solidFill>
              <a:ln>
                <a:noFill/>
              </a:ln>
              <a:effectLst>
                <a:outerShdw blurRad="57150" rotWithShape="0" algn="bl" dir="5400000" dist="19050">
                  <a:srgbClr val="26272A">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0" name="Google Shape;1840;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1" name="Google Shape;1841;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2" name="Google Shape;1842;p34"/>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3" name="Google Shape;1843;p34"/>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4" name="Google Shape;1844;p34"/>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5" name="Google Shape;1845;p34"/>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6" name="Google Shape;1846;p34"/>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7" name="Google Shape;1847;p34"/>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8" name="Google Shape;1848;p34"/>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49" name="Google Shape;1849;p34"/>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rgbClr val="F7939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0" name="Google Shape;1850;p34"/>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1" name="Google Shape;1851;p34"/>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2" name="Google Shape;1852;p34"/>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3" name="Google Shape;1853;p34"/>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4" name="Google Shape;1854;p34"/>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5" name="Google Shape;1855;p34"/>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6" name="Google Shape;1856;p34"/>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7" name="Google Shape;1857;p34"/>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8" name="Google Shape;1858;p34"/>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59" name="Google Shape;1859;p34"/>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0" name="Google Shape;1860;p34"/>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1" name="Google Shape;1861;p34"/>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2" name="Google Shape;1862;p34"/>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3" name="Google Shape;1863;p34"/>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864" name="Google Shape;1864;p34"/>
            <p:cNvGrpSpPr/>
            <p:nvPr/>
          </p:nvGrpSpPr>
          <p:grpSpPr>
            <a:xfrm>
              <a:off x="-3224393" y="4375077"/>
              <a:ext cx="1495952" cy="900319"/>
              <a:chOff x="-3224393" y="4375077"/>
              <a:chExt cx="1495952" cy="900319"/>
            </a:xfrm>
          </p:grpSpPr>
          <p:sp>
            <p:nvSpPr>
              <p:cNvPr id="1865" name="Google Shape;1865;p34"/>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rgbClr val="D41B3B"/>
              </a:solidFill>
              <a:ln>
                <a:noFill/>
              </a:ln>
              <a:effectLst>
                <a:outerShdw blurRad="57150" rotWithShape="0" algn="bl" dir="5400000" dist="19050">
                  <a:srgbClr val="26272A">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6" name="Google Shape;1866;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7" name="Google Shape;1867;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8" name="Google Shape;1868;p34"/>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69" name="Google Shape;1869;p34"/>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0" name="Google Shape;1870;p34"/>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1" name="Google Shape;1871;p34"/>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2" name="Google Shape;1872;p34"/>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3" name="Google Shape;1873;p34"/>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4" name="Google Shape;1874;p34"/>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5" name="Google Shape;1875;p34"/>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rgbClr val="F7939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6" name="Google Shape;1876;p34"/>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7" name="Google Shape;1877;p34"/>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8" name="Google Shape;1878;p34"/>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79" name="Google Shape;1879;p34"/>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0" name="Google Shape;1880;p34"/>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1" name="Google Shape;1881;p34"/>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2" name="Google Shape;1882;p34"/>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3" name="Google Shape;1883;p34"/>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4" name="Google Shape;1884;p34"/>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5" name="Google Shape;1885;p34"/>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6" name="Google Shape;1886;p34"/>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7" name="Google Shape;1887;p34"/>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8" name="Google Shape;1888;p34"/>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89" name="Google Shape;1889;p34"/>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890" name="Google Shape;1890;p34"/>
            <p:cNvSpPr/>
            <p:nvPr/>
          </p:nvSpPr>
          <p:spPr>
            <a:xfrm>
              <a:off x="-3853783" y="4446159"/>
              <a:ext cx="57341" cy="0"/>
            </a:xfrm>
            <a:custGeom>
              <a:rect b="b" l="l" r="r" t="t"/>
              <a:pathLst>
                <a:path extrusionOk="0" h="120000" w="338">
                  <a:moveTo>
                    <a:pt x="215" y="0"/>
                  </a:moveTo>
                  <a:lnTo>
                    <a:pt x="215" y="0"/>
                  </a:lnTo>
                  <a:lnTo>
                    <a:pt x="210" y="0"/>
                  </a:lnTo>
                  <a:lnTo>
                    <a:pt x="215" y="0"/>
                  </a:lnTo>
                  <a:moveTo>
                    <a:pt x="204" y="0"/>
                  </a:moveTo>
                  <a:lnTo>
                    <a:pt x="204" y="0"/>
                  </a:lnTo>
                  <a:lnTo>
                    <a:pt x="210" y="0"/>
                  </a:lnTo>
                  <a:lnTo>
                    <a:pt x="204" y="0"/>
                  </a:lnTo>
                  <a:moveTo>
                    <a:pt x="222" y="0"/>
                  </a:moveTo>
                  <a:lnTo>
                    <a:pt x="222" y="0"/>
                  </a:lnTo>
                  <a:moveTo>
                    <a:pt x="198" y="0"/>
                  </a:moveTo>
                  <a:lnTo>
                    <a:pt x="198" y="0"/>
                  </a:lnTo>
                  <a:moveTo>
                    <a:pt x="233" y="0"/>
                  </a:moveTo>
                  <a:lnTo>
                    <a:pt x="233" y="0"/>
                  </a:lnTo>
                  <a:cubicBezTo>
                    <a:pt x="227" y="0"/>
                    <a:pt x="227" y="0"/>
                    <a:pt x="227" y="0"/>
                  </a:cubicBezTo>
                  <a:lnTo>
                    <a:pt x="233" y="0"/>
                  </a:lnTo>
                  <a:moveTo>
                    <a:pt x="186" y="0"/>
                  </a:moveTo>
                  <a:lnTo>
                    <a:pt x="186" y="0"/>
                  </a:lnTo>
                  <a:cubicBezTo>
                    <a:pt x="192" y="0"/>
                    <a:pt x="192" y="0"/>
                    <a:pt x="192" y="0"/>
                  </a:cubicBezTo>
                  <a:lnTo>
                    <a:pt x="186" y="0"/>
                  </a:lnTo>
                  <a:moveTo>
                    <a:pt x="239" y="0"/>
                  </a:moveTo>
                  <a:lnTo>
                    <a:pt x="239" y="0"/>
                  </a:lnTo>
                  <a:cubicBezTo>
                    <a:pt x="233" y="0"/>
                    <a:pt x="233" y="0"/>
                    <a:pt x="233" y="0"/>
                  </a:cubicBezTo>
                  <a:lnTo>
                    <a:pt x="239" y="0"/>
                  </a:lnTo>
                  <a:moveTo>
                    <a:pt x="181" y="0"/>
                  </a:moveTo>
                  <a:lnTo>
                    <a:pt x="181" y="0"/>
                  </a:lnTo>
                  <a:cubicBezTo>
                    <a:pt x="186" y="0"/>
                    <a:pt x="186" y="0"/>
                    <a:pt x="186" y="0"/>
                  </a:cubicBezTo>
                  <a:lnTo>
                    <a:pt x="181" y="0"/>
                  </a:lnTo>
                  <a:moveTo>
                    <a:pt x="244" y="0"/>
                  </a:moveTo>
                  <a:lnTo>
                    <a:pt x="244" y="0"/>
                  </a:lnTo>
                  <a:lnTo>
                    <a:pt x="239" y="0"/>
                  </a:lnTo>
                  <a:lnTo>
                    <a:pt x="244" y="0"/>
                  </a:lnTo>
                  <a:moveTo>
                    <a:pt x="175" y="0"/>
                  </a:moveTo>
                  <a:lnTo>
                    <a:pt x="175" y="0"/>
                  </a:lnTo>
                  <a:lnTo>
                    <a:pt x="181" y="0"/>
                  </a:lnTo>
                  <a:lnTo>
                    <a:pt x="175" y="0"/>
                  </a:lnTo>
                  <a:moveTo>
                    <a:pt x="251" y="0"/>
                  </a:moveTo>
                  <a:lnTo>
                    <a:pt x="251" y="0"/>
                  </a:lnTo>
                  <a:lnTo>
                    <a:pt x="244" y="0"/>
                  </a:lnTo>
                  <a:cubicBezTo>
                    <a:pt x="251" y="0"/>
                    <a:pt x="251" y="0"/>
                    <a:pt x="251" y="0"/>
                  </a:cubicBezTo>
                  <a:moveTo>
                    <a:pt x="169" y="0"/>
                  </a:moveTo>
                  <a:lnTo>
                    <a:pt x="169" y="0"/>
                  </a:lnTo>
                  <a:lnTo>
                    <a:pt x="175" y="0"/>
                  </a:lnTo>
                  <a:cubicBezTo>
                    <a:pt x="169" y="0"/>
                    <a:pt x="169" y="0"/>
                    <a:pt x="169" y="0"/>
                  </a:cubicBezTo>
                  <a:moveTo>
                    <a:pt x="256" y="0"/>
                  </a:moveTo>
                  <a:lnTo>
                    <a:pt x="256" y="0"/>
                  </a:lnTo>
                  <a:moveTo>
                    <a:pt x="163" y="0"/>
                  </a:moveTo>
                  <a:lnTo>
                    <a:pt x="163" y="0"/>
                  </a:lnTo>
                  <a:moveTo>
                    <a:pt x="262" y="0"/>
                  </a:moveTo>
                  <a:lnTo>
                    <a:pt x="262" y="0"/>
                  </a:lnTo>
                  <a:moveTo>
                    <a:pt x="157" y="0"/>
                  </a:moveTo>
                  <a:lnTo>
                    <a:pt x="157" y="0"/>
                  </a:lnTo>
                  <a:moveTo>
                    <a:pt x="268" y="0"/>
                  </a:moveTo>
                  <a:lnTo>
                    <a:pt x="268" y="0"/>
                  </a:lnTo>
                  <a:moveTo>
                    <a:pt x="152" y="0"/>
                  </a:moveTo>
                  <a:lnTo>
                    <a:pt x="152" y="0"/>
                  </a:lnTo>
                  <a:moveTo>
                    <a:pt x="280" y="0"/>
                  </a:moveTo>
                  <a:lnTo>
                    <a:pt x="280" y="0"/>
                  </a:lnTo>
                  <a:cubicBezTo>
                    <a:pt x="274" y="0"/>
                    <a:pt x="274" y="0"/>
                    <a:pt x="274" y="0"/>
                  </a:cubicBezTo>
                  <a:lnTo>
                    <a:pt x="280" y="0"/>
                  </a:lnTo>
                  <a:moveTo>
                    <a:pt x="140" y="0"/>
                  </a:moveTo>
                  <a:lnTo>
                    <a:pt x="140" y="0"/>
                  </a:lnTo>
                  <a:lnTo>
                    <a:pt x="146" y="0"/>
                  </a:lnTo>
                  <a:lnTo>
                    <a:pt x="140" y="0"/>
                  </a:lnTo>
                  <a:moveTo>
                    <a:pt x="134" y="0"/>
                  </a:moveTo>
                  <a:lnTo>
                    <a:pt x="134" y="0"/>
                  </a:lnTo>
                  <a:lnTo>
                    <a:pt x="140" y="0"/>
                  </a:lnTo>
                  <a:cubicBezTo>
                    <a:pt x="134" y="0"/>
                    <a:pt x="134" y="0"/>
                    <a:pt x="134" y="0"/>
                  </a:cubicBezTo>
                  <a:moveTo>
                    <a:pt x="303" y="0"/>
                  </a:moveTo>
                  <a:lnTo>
                    <a:pt x="303" y="0"/>
                  </a:lnTo>
                  <a:lnTo>
                    <a:pt x="297" y="0"/>
                  </a:lnTo>
                  <a:lnTo>
                    <a:pt x="303" y="0"/>
                  </a:lnTo>
                  <a:moveTo>
                    <a:pt x="116" y="0"/>
                  </a:moveTo>
                  <a:lnTo>
                    <a:pt x="116" y="0"/>
                  </a:lnTo>
                  <a:lnTo>
                    <a:pt x="123" y="0"/>
                  </a:lnTo>
                  <a:lnTo>
                    <a:pt x="116" y="0"/>
                  </a:lnTo>
                  <a:moveTo>
                    <a:pt x="309" y="0"/>
                  </a:moveTo>
                  <a:lnTo>
                    <a:pt x="309" y="0"/>
                  </a:lnTo>
                  <a:lnTo>
                    <a:pt x="303" y="0"/>
                  </a:lnTo>
                  <a:cubicBezTo>
                    <a:pt x="309" y="0"/>
                    <a:pt x="309" y="0"/>
                    <a:pt x="309" y="0"/>
                  </a:cubicBezTo>
                  <a:moveTo>
                    <a:pt x="111" y="0"/>
                  </a:moveTo>
                  <a:lnTo>
                    <a:pt x="111" y="0"/>
                  </a:lnTo>
                  <a:lnTo>
                    <a:pt x="116" y="0"/>
                  </a:lnTo>
                  <a:lnTo>
                    <a:pt x="111" y="0"/>
                  </a:lnTo>
                  <a:moveTo>
                    <a:pt x="314" y="0"/>
                  </a:moveTo>
                  <a:lnTo>
                    <a:pt x="314" y="0"/>
                  </a:lnTo>
                  <a:moveTo>
                    <a:pt x="105" y="0"/>
                  </a:moveTo>
                  <a:lnTo>
                    <a:pt x="105" y="0"/>
                  </a:lnTo>
                  <a:lnTo>
                    <a:pt x="111" y="0"/>
                  </a:lnTo>
                  <a:cubicBezTo>
                    <a:pt x="105" y="0"/>
                    <a:pt x="105" y="0"/>
                    <a:pt x="105" y="0"/>
                  </a:cubicBezTo>
                  <a:moveTo>
                    <a:pt x="321" y="0"/>
                  </a:moveTo>
                  <a:lnTo>
                    <a:pt x="321" y="0"/>
                  </a:lnTo>
                  <a:moveTo>
                    <a:pt x="99" y="0"/>
                  </a:moveTo>
                  <a:lnTo>
                    <a:pt x="99" y="0"/>
                  </a:lnTo>
                  <a:moveTo>
                    <a:pt x="326" y="0"/>
                  </a:moveTo>
                  <a:lnTo>
                    <a:pt x="326" y="0"/>
                  </a:lnTo>
                  <a:moveTo>
                    <a:pt x="93" y="0"/>
                  </a:moveTo>
                  <a:lnTo>
                    <a:pt x="93" y="0"/>
                  </a:lnTo>
                  <a:moveTo>
                    <a:pt x="332" y="0"/>
                  </a:moveTo>
                  <a:lnTo>
                    <a:pt x="332" y="0"/>
                  </a:lnTo>
                  <a:moveTo>
                    <a:pt x="87" y="0"/>
                  </a:moveTo>
                  <a:lnTo>
                    <a:pt x="87" y="0"/>
                  </a:lnTo>
                  <a:moveTo>
                    <a:pt x="338" y="0"/>
                  </a:moveTo>
                  <a:lnTo>
                    <a:pt x="338" y="0"/>
                  </a:lnTo>
                  <a:moveTo>
                    <a:pt x="76" y="0"/>
                  </a:moveTo>
                  <a:lnTo>
                    <a:pt x="76" y="0"/>
                  </a:lnTo>
                  <a:lnTo>
                    <a:pt x="82" y="0"/>
                  </a:lnTo>
                  <a:lnTo>
                    <a:pt x="76" y="0"/>
                  </a:lnTo>
                  <a:moveTo>
                    <a:pt x="70" y="0"/>
                  </a:moveTo>
                  <a:lnTo>
                    <a:pt x="70" y="0"/>
                  </a:lnTo>
                  <a:lnTo>
                    <a:pt x="76" y="0"/>
                  </a:lnTo>
                  <a:lnTo>
                    <a:pt x="70" y="0"/>
                  </a:lnTo>
                  <a:moveTo>
                    <a:pt x="64" y="0"/>
                  </a:moveTo>
                  <a:lnTo>
                    <a:pt x="64" y="0"/>
                  </a:lnTo>
                  <a:moveTo>
                    <a:pt x="47" y="0"/>
                  </a:moveTo>
                  <a:lnTo>
                    <a:pt x="47" y="0"/>
                  </a:lnTo>
                  <a:moveTo>
                    <a:pt x="41" y="0"/>
                  </a:moveTo>
                  <a:lnTo>
                    <a:pt x="41" y="0"/>
                  </a:lnTo>
                  <a:moveTo>
                    <a:pt x="35" y="0"/>
                  </a:moveTo>
                  <a:lnTo>
                    <a:pt x="35" y="0"/>
                  </a:lnTo>
                  <a:moveTo>
                    <a:pt x="29" y="0"/>
                  </a:moveTo>
                  <a:lnTo>
                    <a:pt x="29" y="0"/>
                  </a:lnTo>
                  <a:moveTo>
                    <a:pt x="24" y="0"/>
                  </a:moveTo>
                  <a:lnTo>
                    <a:pt x="24" y="0"/>
                  </a:lnTo>
                  <a:moveTo>
                    <a:pt x="17" y="0"/>
                  </a:moveTo>
                  <a:lnTo>
                    <a:pt x="17" y="0"/>
                  </a:lnTo>
                  <a:moveTo>
                    <a:pt x="6" y="0"/>
                  </a:moveTo>
                  <a:lnTo>
                    <a:pt x="6" y="0"/>
                  </a:lnTo>
                  <a:lnTo>
                    <a:pt x="12" y="0"/>
                  </a:lnTo>
                  <a:cubicBezTo>
                    <a:pt x="6" y="0"/>
                    <a:pt x="6" y="0"/>
                    <a:pt x="6" y="0"/>
                  </a:cubicBezTo>
                  <a:moveTo>
                    <a:pt x="0" y="0"/>
                  </a:moveTo>
                  <a:lnTo>
                    <a:pt x="0" y="0"/>
                  </a:lnTo>
                  <a:close/>
                </a:path>
              </a:pathLst>
            </a:custGeom>
            <a:solidFill>
              <a:srgbClr val="D41B3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1" name="Google Shape;1891;p34"/>
            <p:cNvSpPr/>
            <p:nvPr/>
          </p:nvSpPr>
          <p:spPr>
            <a:xfrm>
              <a:off x="-4369679" y="4325710"/>
              <a:ext cx="1007028" cy="120450"/>
            </a:xfrm>
            <a:custGeom>
              <a:rect b="b" l="l" r="r" t="t"/>
              <a:pathLst>
                <a:path extrusionOk="0" h="710" w="5936">
                  <a:moveTo>
                    <a:pt x="0" y="0"/>
                  </a:moveTo>
                  <a:lnTo>
                    <a:pt x="0" y="0"/>
                  </a:lnTo>
                  <a:cubicBezTo>
                    <a:pt x="0" y="139"/>
                    <a:pt x="0" y="139"/>
                    <a:pt x="0" y="139"/>
                  </a:cubicBezTo>
                  <a:cubicBezTo>
                    <a:pt x="764" y="472"/>
                    <a:pt x="1841" y="687"/>
                    <a:pt x="3041" y="710"/>
                  </a:cubicBezTo>
                  <a:lnTo>
                    <a:pt x="3041" y="710"/>
                  </a:lnTo>
                  <a:cubicBezTo>
                    <a:pt x="3047" y="710"/>
                    <a:pt x="3047" y="710"/>
                    <a:pt x="3047" y="710"/>
                  </a:cubicBezTo>
                  <a:lnTo>
                    <a:pt x="3053" y="710"/>
                  </a:lnTo>
                  <a:lnTo>
                    <a:pt x="3058" y="710"/>
                  </a:lnTo>
                  <a:lnTo>
                    <a:pt x="3058" y="710"/>
                  </a:lnTo>
                  <a:lnTo>
                    <a:pt x="3065" y="710"/>
                  </a:lnTo>
                  <a:lnTo>
                    <a:pt x="3065" y="710"/>
                  </a:lnTo>
                  <a:lnTo>
                    <a:pt x="3070" y="710"/>
                  </a:lnTo>
                  <a:lnTo>
                    <a:pt x="3070" y="710"/>
                  </a:lnTo>
                  <a:lnTo>
                    <a:pt x="3076" y="710"/>
                  </a:lnTo>
                  <a:lnTo>
                    <a:pt x="3076" y="710"/>
                  </a:lnTo>
                  <a:lnTo>
                    <a:pt x="3082" y="710"/>
                  </a:lnTo>
                  <a:lnTo>
                    <a:pt x="3082" y="710"/>
                  </a:lnTo>
                  <a:cubicBezTo>
                    <a:pt x="3088" y="710"/>
                    <a:pt x="3088" y="710"/>
                    <a:pt x="3088" y="710"/>
                  </a:cubicBezTo>
                  <a:lnTo>
                    <a:pt x="3088" y="710"/>
                  </a:lnTo>
                  <a:cubicBezTo>
                    <a:pt x="3094" y="710"/>
                    <a:pt x="3099" y="710"/>
                    <a:pt x="3105" y="710"/>
                  </a:cubicBezTo>
                  <a:lnTo>
                    <a:pt x="3105" y="710"/>
                  </a:lnTo>
                  <a:cubicBezTo>
                    <a:pt x="3111" y="710"/>
                    <a:pt x="3111" y="710"/>
                    <a:pt x="3111" y="710"/>
                  </a:cubicBezTo>
                  <a:lnTo>
                    <a:pt x="3117" y="710"/>
                  </a:lnTo>
                  <a:lnTo>
                    <a:pt x="3117" y="710"/>
                  </a:lnTo>
                  <a:lnTo>
                    <a:pt x="3123" y="710"/>
                  </a:lnTo>
                  <a:lnTo>
                    <a:pt x="3128" y="710"/>
                  </a:lnTo>
                  <a:lnTo>
                    <a:pt x="3128" y="710"/>
                  </a:lnTo>
                  <a:lnTo>
                    <a:pt x="3134" y="710"/>
                  </a:lnTo>
                  <a:lnTo>
                    <a:pt x="3134" y="710"/>
                  </a:lnTo>
                  <a:lnTo>
                    <a:pt x="3140" y="710"/>
                  </a:lnTo>
                  <a:lnTo>
                    <a:pt x="3140" y="710"/>
                  </a:lnTo>
                  <a:lnTo>
                    <a:pt x="3146" y="710"/>
                  </a:lnTo>
                  <a:lnTo>
                    <a:pt x="3152" y="710"/>
                  </a:lnTo>
                  <a:lnTo>
                    <a:pt x="3152" y="710"/>
                  </a:lnTo>
                  <a:lnTo>
                    <a:pt x="3157" y="710"/>
                  </a:lnTo>
                  <a:lnTo>
                    <a:pt x="3157" y="710"/>
                  </a:lnTo>
                  <a:lnTo>
                    <a:pt x="3164" y="710"/>
                  </a:lnTo>
                  <a:cubicBezTo>
                    <a:pt x="3164" y="710"/>
                    <a:pt x="3169" y="710"/>
                    <a:pt x="3175" y="710"/>
                  </a:cubicBezTo>
                  <a:lnTo>
                    <a:pt x="3181" y="710"/>
                  </a:lnTo>
                  <a:lnTo>
                    <a:pt x="3181" y="710"/>
                  </a:lnTo>
                  <a:lnTo>
                    <a:pt x="3187" y="710"/>
                  </a:lnTo>
                  <a:lnTo>
                    <a:pt x="3193" y="710"/>
                  </a:lnTo>
                  <a:lnTo>
                    <a:pt x="3193" y="710"/>
                  </a:lnTo>
                  <a:lnTo>
                    <a:pt x="3198" y="710"/>
                  </a:lnTo>
                  <a:lnTo>
                    <a:pt x="3198" y="710"/>
                  </a:lnTo>
                  <a:lnTo>
                    <a:pt x="3204" y="710"/>
                  </a:lnTo>
                  <a:lnTo>
                    <a:pt x="3204" y="710"/>
                  </a:lnTo>
                  <a:cubicBezTo>
                    <a:pt x="3210" y="710"/>
                    <a:pt x="3210" y="710"/>
                    <a:pt x="3210" y="710"/>
                  </a:cubicBezTo>
                  <a:lnTo>
                    <a:pt x="3216" y="710"/>
                  </a:lnTo>
                  <a:lnTo>
                    <a:pt x="3216" y="710"/>
                  </a:lnTo>
                  <a:lnTo>
                    <a:pt x="3222" y="710"/>
                  </a:lnTo>
                  <a:lnTo>
                    <a:pt x="3222" y="710"/>
                  </a:lnTo>
                  <a:cubicBezTo>
                    <a:pt x="3227" y="710"/>
                    <a:pt x="3227" y="710"/>
                    <a:pt x="3227" y="710"/>
                  </a:cubicBezTo>
                  <a:lnTo>
                    <a:pt x="3227" y="710"/>
                  </a:lnTo>
                  <a:cubicBezTo>
                    <a:pt x="3233" y="710"/>
                    <a:pt x="3233" y="710"/>
                    <a:pt x="3233" y="710"/>
                  </a:cubicBezTo>
                  <a:lnTo>
                    <a:pt x="3239" y="710"/>
                  </a:lnTo>
                  <a:lnTo>
                    <a:pt x="3239" y="710"/>
                  </a:lnTo>
                  <a:cubicBezTo>
                    <a:pt x="3245" y="710"/>
                    <a:pt x="3245" y="710"/>
                    <a:pt x="3245" y="710"/>
                  </a:cubicBezTo>
                  <a:lnTo>
                    <a:pt x="3251" y="710"/>
                  </a:lnTo>
                  <a:lnTo>
                    <a:pt x="3251" y="710"/>
                  </a:lnTo>
                  <a:lnTo>
                    <a:pt x="3251" y="710"/>
                  </a:lnTo>
                  <a:lnTo>
                    <a:pt x="3256" y="710"/>
                  </a:lnTo>
                  <a:lnTo>
                    <a:pt x="3263" y="710"/>
                  </a:lnTo>
                  <a:lnTo>
                    <a:pt x="3263" y="710"/>
                  </a:lnTo>
                  <a:cubicBezTo>
                    <a:pt x="3268" y="710"/>
                    <a:pt x="3268" y="710"/>
                    <a:pt x="3268" y="710"/>
                  </a:cubicBezTo>
                  <a:lnTo>
                    <a:pt x="3274" y="710"/>
                  </a:lnTo>
                  <a:lnTo>
                    <a:pt x="3274" y="710"/>
                  </a:lnTo>
                  <a:lnTo>
                    <a:pt x="3280" y="710"/>
                  </a:lnTo>
                  <a:lnTo>
                    <a:pt x="3280" y="710"/>
                  </a:lnTo>
                  <a:lnTo>
                    <a:pt x="3285" y="710"/>
                  </a:lnTo>
                  <a:lnTo>
                    <a:pt x="3285" y="710"/>
                  </a:lnTo>
                  <a:cubicBezTo>
                    <a:pt x="3292" y="710"/>
                    <a:pt x="3292" y="710"/>
                    <a:pt x="3292" y="710"/>
                  </a:cubicBezTo>
                  <a:lnTo>
                    <a:pt x="3297" y="710"/>
                  </a:lnTo>
                  <a:lnTo>
                    <a:pt x="3297" y="710"/>
                  </a:lnTo>
                  <a:lnTo>
                    <a:pt x="3303" y="710"/>
                  </a:lnTo>
                  <a:lnTo>
                    <a:pt x="3303" y="710"/>
                  </a:lnTo>
                  <a:cubicBezTo>
                    <a:pt x="3309" y="710"/>
                    <a:pt x="3309" y="710"/>
                    <a:pt x="3309" y="710"/>
                  </a:cubicBezTo>
                  <a:lnTo>
                    <a:pt x="3309" y="710"/>
                  </a:lnTo>
                  <a:cubicBezTo>
                    <a:pt x="3315" y="710"/>
                    <a:pt x="3315" y="710"/>
                    <a:pt x="3315" y="710"/>
                  </a:cubicBezTo>
                  <a:lnTo>
                    <a:pt x="3321" y="710"/>
                  </a:lnTo>
                  <a:cubicBezTo>
                    <a:pt x="3326" y="710"/>
                    <a:pt x="3332" y="710"/>
                    <a:pt x="3338" y="710"/>
                  </a:cubicBezTo>
                  <a:lnTo>
                    <a:pt x="3344" y="710"/>
                  </a:lnTo>
                  <a:lnTo>
                    <a:pt x="3344" y="710"/>
                  </a:lnTo>
                  <a:cubicBezTo>
                    <a:pt x="3350" y="710"/>
                    <a:pt x="3350" y="710"/>
                    <a:pt x="3350" y="710"/>
                  </a:cubicBezTo>
                  <a:lnTo>
                    <a:pt x="3355" y="710"/>
                  </a:lnTo>
                  <a:lnTo>
                    <a:pt x="3355" y="710"/>
                  </a:lnTo>
                  <a:lnTo>
                    <a:pt x="3362" y="710"/>
                  </a:lnTo>
                  <a:lnTo>
                    <a:pt x="3362" y="710"/>
                  </a:lnTo>
                  <a:lnTo>
                    <a:pt x="3367" y="710"/>
                  </a:lnTo>
                  <a:lnTo>
                    <a:pt x="3367" y="710"/>
                  </a:lnTo>
                  <a:lnTo>
                    <a:pt x="3373" y="710"/>
                  </a:lnTo>
                  <a:lnTo>
                    <a:pt x="3373" y="710"/>
                  </a:lnTo>
                  <a:cubicBezTo>
                    <a:pt x="3379" y="710"/>
                    <a:pt x="3379" y="710"/>
                    <a:pt x="3379" y="710"/>
                  </a:cubicBezTo>
                  <a:lnTo>
                    <a:pt x="3379" y="710"/>
                  </a:lnTo>
                  <a:cubicBezTo>
                    <a:pt x="4340" y="699"/>
                    <a:pt x="5225" y="565"/>
                    <a:pt x="5936" y="349"/>
                  </a:cubicBezTo>
                  <a:cubicBezTo>
                    <a:pt x="5861" y="373"/>
                    <a:pt x="5779" y="396"/>
                    <a:pt x="5692" y="419"/>
                  </a:cubicBezTo>
                  <a:cubicBezTo>
                    <a:pt x="5692" y="262"/>
                    <a:pt x="5692" y="262"/>
                    <a:pt x="5692" y="262"/>
                  </a:cubicBezTo>
                  <a:cubicBezTo>
                    <a:pt x="4993" y="436"/>
                    <a:pt x="4154" y="542"/>
                    <a:pt x="3251" y="542"/>
                  </a:cubicBezTo>
                  <a:cubicBezTo>
                    <a:pt x="1969" y="542"/>
                    <a:pt x="816" y="332"/>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892" name="Google Shape;1892;p34"/>
            <p:cNvGrpSpPr/>
            <p:nvPr/>
          </p:nvGrpSpPr>
          <p:grpSpPr>
            <a:xfrm>
              <a:off x="-4566130" y="3552119"/>
              <a:ext cx="1496970" cy="894042"/>
              <a:chOff x="-4566130" y="3552119"/>
              <a:chExt cx="1496970" cy="894042"/>
            </a:xfrm>
          </p:grpSpPr>
          <p:sp>
            <p:nvSpPr>
              <p:cNvPr id="1893" name="Google Shape;1893;p34"/>
              <p:cNvSpPr/>
              <p:nvPr/>
            </p:nvSpPr>
            <p:spPr>
              <a:xfrm>
                <a:off x="-4565282" y="3852564"/>
                <a:ext cx="1494086" cy="593597"/>
              </a:xfrm>
              <a:custGeom>
                <a:rect b="b" l="l" r="r" t="t"/>
                <a:pathLst>
                  <a:path extrusionOk="0" h="3499" w="8807">
                    <a:moveTo>
                      <a:pt x="8807" y="1752"/>
                    </a:moveTo>
                    <a:lnTo>
                      <a:pt x="8807" y="1752"/>
                    </a:lnTo>
                    <a:cubicBezTo>
                      <a:pt x="8807" y="2719"/>
                      <a:pt x="6839" y="3499"/>
                      <a:pt x="4404" y="3499"/>
                    </a:cubicBezTo>
                    <a:cubicBezTo>
                      <a:pt x="1969" y="3499"/>
                      <a:pt x="0" y="2719"/>
                      <a:pt x="0" y="1752"/>
                    </a:cubicBezTo>
                    <a:cubicBezTo>
                      <a:pt x="0" y="786"/>
                      <a:pt x="1969" y="0"/>
                      <a:pt x="4404" y="0"/>
                    </a:cubicBezTo>
                    <a:cubicBezTo>
                      <a:pt x="6839" y="0"/>
                      <a:pt x="8807" y="786"/>
                      <a:pt x="8807" y="1752"/>
                    </a:cubicBezTo>
                    <a:close/>
                  </a:path>
                </a:pathLst>
              </a:custGeom>
              <a:solidFill>
                <a:srgbClr val="D41B3B"/>
              </a:solidFill>
              <a:ln>
                <a:noFill/>
              </a:ln>
              <a:effectLst>
                <a:outerShdw blurRad="57150" rotWithShape="0" algn="bl" dir="5400000" dist="19050">
                  <a:srgbClr val="000000">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4" name="Google Shape;1894;p34"/>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5" name="Google Shape;1895;p34"/>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6" name="Google Shape;1896;p34"/>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7" name="Google Shape;1897;p34"/>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8" name="Google Shape;1898;p34"/>
              <p:cNvSpPr/>
              <p:nvPr/>
            </p:nvSpPr>
            <p:spPr>
              <a:xfrm>
                <a:off x="-3404049" y="4141982"/>
                <a:ext cx="332848" cy="242935"/>
              </a:xfrm>
              <a:custGeom>
                <a:rect b="b" l="l" r="r" t="t"/>
                <a:pathLst>
                  <a:path extrusionOk="0" h="1432" w="1962">
                    <a:moveTo>
                      <a:pt x="1962" y="0"/>
                    </a:moveTo>
                    <a:lnTo>
                      <a:pt x="1962" y="0"/>
                    </a:lnTo>
                    <a:cubicBezTo>
                      <a:pt x="0" y="0"/>
                      <a:pt x="0" y="0"/>
                      <a:pt x="0" y="0"/>
                    </a:cubicBezTo>
                    <a:cubicBezTo>
                      <a:pt x="0" y="1345"/>
                      <a:pt x="0" y="1345"/>
                      <a:pt x="0" y="1345"/>
                    </a:cubicBezTo>
                    <a:cubicBezTo>
                      <a:pt x="949" y="1100"/>
                      <a:pt x="1648" y="728"/>
                      <a:pt x="1922" y="285"/>
                    </a:cubicBezTo>
                    <a:lnTo>
                      <a:pt x="1922" y="285"/>
                    </a:lnTo>
                    <a:lnTo>
                      <a:pt x="1922" y="285"/>
                    </a:lnTo>
                    <a:cubicBezTo>
                      <a:pt x="1758" y="751"/>
                      <a:pt x="1135" y="1159"/>
                      <a:pt x="244" y="1432"/>
                    </a:cubicBezTo>
                    <a:cubicBezTo>
                      <a:pt x="1293" y="1112"/>
                      <a:pt x="1962" y="611"/>
                      <a:pt x="1962" y="46"/>
                    </a:cubicBezTo>
                    <a:cubicBezTo>
                      <a:pt x="1962" y="29"/>
                      <a:pt x="1962" y="11"/>
                      <a:pt x="196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899" name="Google Shape;1899;p34"/>
              <p:cNvSpPr/>
              <p:nvPr/>
            </p:nvSpPr>
            <p:spPr>
              <a:xfrm>
                <a:off x="-3404049" y="3849510"/>
                <a:ext cx="334884" cy="292472"/>
              </a:xfrm>
              <a:custGeom>
                <a:rect b="b" l="l" r="r" t="t"/>
                <a:pathLst>
                  <a:path extrusionOk="0" h="1724" w="1974">
                    <a:moveTo>
                      <a:pt x="1974" y="0"/>
                    </a:moveTo>
                    <a:lnTo>
                      <a:pt x="1974" y="0"/>
                    </a:lnTo>
                    <a:cubicBezTo>
                      <a:pt x="1962" y="0"/>
                      <a:pt x="1962" y="0"/>
                      <a:pt x="1962" y="0"/>
                    </a:cubicBezTo>
                    <a:cubicBezTo>
                      <a:pt x="1951" y="600"/>
                      <a:pt x="1170" y="1130"/>
                      <a:pt x="0" y="1438"/>
                    </a:cubicBezTo>
                    <a:cubicBezTo>
                      <a:pt x="0" y="1724"/>
                      <a:pt x="0" y="1724"/>
                      <a:pt x="0" y="1724"/>
                    </a:cubicBezTo>
                    <a:cubicBezTo>
                      <a:pt x="1962" y="1724"/>
                      <a:pt x="1962" y="1724"/>
                      <a:pt x="1962" y="1724"/>
                    </a:cubicBezTo>
                    <a:lnTo>
                      <a:pt x="1962" y="1724"/>
                    </a:lnTo>
                    <a:cubicBezTo>
                      <a:pt x="1974" y="1724"/>
                      <a:pt x="1974" y="1724"/>
                      <a:pt x="1974" y="1724"/>
                    </a:cubicBezTo>
                    <a:cubicBezTo>
                      <a:pt x="1974" y="0"/>
                      <a:pt x="1974" y="0"/>
                      <a:pt x="1974"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0" name="Google Shape;1900;p34"/>
              <p:cNvSpPr/>
              <p:nvPr/>
            </p:nvSpPr>
            <p:spPr>
              <a:xfrm>
                <a:off x="-4566130" y="3849510"/>
                <a:ext cx="30537" cy="383234"/>
              </a:xfrm>
              <a:custGeom>
                <a:rect b="b" l="l" r="r" t="t"/>
                <a:pathLst>
                  <a:path extrusionOk="0" h="2259" w="180">
                    <a:moveTo>
                      <a:pt x="5" y="1758"/>
                    </a:moveTo>
                    <a:lnTo>
                      <a:pt x="5" y="1758"/>
                    </a:lnTo>
                    <a:cubicBezTo>
                      <a:pt x="5" y="1758"/>
                      <a:pt x="5" y="1764"/>
                      <a:pt x="5" y="1770"/>
                    </a:cubicBezTo>
                    <a:cubicBezTo>
                      <a:pt x="5" y="1939"/>
                      <a:pt x="63" y="2102"/>
                      <a:pt x="180" y="2259"/>
                    </a:cubicBezTo>
                    <a:cubicBezTo>
                      <a:pt x="63" y="2108"/>
                      <a:pt x="5" y="1939"/>
                      <a:pt x="5" y="1770"/>
                    </a:cubicBezTo>
                    <a:cubicBezTo>
                      <a:pt x="5" y="1764"/>
                      <a:pt x="5" y="1758"/>
                      <a:pt x="5" y="1758"/>
                    </a:cubicBezTo>
                    <a:moveTo>
                      <a:pt x="5" y="0"/>
                    </a:moveTo>
                    <a:lnTo>
                      <a:pt x="5" y="0"/>
                    </a:lnTo>
                    <a:cubicBezTo>
                      <a:pt x="0" y="0"/>
                      <a:pt x="0" y="0"/>
                      <a:pt x="0" y="0"/>
                    </a:cubicBezTo>
                    <a:cubicBezTo>
                      <a:pt x="0" y="1724"/>
                      <a:pt x="0" y="1724"/>
                      <a:pt x="0" y="1724"/>
                    </a:cubicBezTo>
                    <a:lnTo>
                      <a:pt x="0" y="1724"/>
                    </a:lnTo>
                    <a:cubicBezTo>
                      <a:pt x="0" y="0"/>
                      <a:pt x="0" y="0"/>
                      <a:pt x="0" y="0"/>
                    </a:cubicBezTo>
                    <a:cubicBezTo>
                      <a:pt x="5" y="0"/>
                      <a:pt x="5" y="0"/>
                      <a:pt x="5" y="0"/>
                    </a:cubicBez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1" name="Google Shape;1901;p34"/>
              <p:cNvSpPr/>
              <p:nvPr/>
            </p:nvSpPr>
            <p:spPr>
              <a:xfrm>
                <a:off x="-4565282" y="4141982"/>
                <a:ext cx="195604" cy="207309"/>
              </a:xfrm>
              <a:custGeom>
                <a:rect b="b" l="l" r="r" t="t"/>
                <a:pathLst>
                  <a:path extrusionOk="0" h="1222" w="1153">
                    <a:moveTo>
                      <a:pt x="1153" y="0"/>
                    </a:moveTo>
                    <a:lnTo>
                      <a:pt x="1153" y="0"/>
                    </a:lnTo>
                    <a:cubicBezTo>
                      <a:pt x="0" y="0"/>
                      <a:pt x="0" y="0"/>
                      <a:pt x="0" y="0"/>
                    </a:cubicBezTo>
                    <a:cubicBezTo>
                      <a:pt x="0" y="11"/>
                      <a:pt x="0" y="22"/>
                      <a:pt x="0" y="34"/>
                    </a:cubicBezTo>
                    <a:cubicBezTo>
                      <a:pt x="0" y="34"/>
                      <a:pt x="0" y="40"/>
                      <a:pt x="0" y="46"/>
                    </a:cubicBezTo>
                    <a:cubicBezTo>
                      <a:pt x="0" y="215"/>
                      <a:pt x="58" y="384"/>
                      <a:pt x="175" y="535"/>
                    </a:cubicBezTo>
                    <a:cubicBezTo>
                      <a:pt x="367" y="797"/>
                      <a:pt x="705" y="1030"/>
                      <a:pt x="1153" y="1222"/>
                    </a:cubicBezTo>
                    <a:lnTo>
                      <a:pt x="1153" y="1222"/>
                    </a:lnTo>
                    <a:cubicBezTo>
                      <a:pt x="565" y="972"/>
                      <a:pt x="169" y="646"/>
                      <a:pt x="41" y="285"/>
                    </a:cubicBezTo>
                    <a:cubicBezTo>
                      <a:pt x="227" y="588"/>
                      <a:pt x="618" y="861"/>
                      <a:pt x="1153" y="1083"/>
                    </a:cubicBezTo>
                    <a:cubicBezTo>
                      <a:pt x="1153" y="0"/>
                      <a:pt x="1153" y="0"/>
                      <a:pt x="1153"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2" name="Google Shape;1902;p34"/>
              <p:cNvSpPr/>
              <p:nvPr/>
            </p:nvSpPr>
            <p:spPr>
              <a:xfrm>
                <a:off x="-4566130" y="3849510"/>
                <a:ext cx="196452" cy="292472"/>
              </a:xfrm>
              <a:custGeom>
                <a:rect b="b" l="l" r="r" t="t"/>
                <a:pathLst>
                  <a:path extrusionOk="0" h="1724" w="1158">
                    <a:moveTo>
                      <a:pt x="5" y="0"/>
                    </a:moveTo>
                    <a:lnTo>
                      <a:pt x="5" y="0"/>
                    </a:lnTo>
                    <a:cubicBezTo>
                      <a:pt x="0" y="0"/>
                      <a:pt x="0" y="0"/>
                      <a:pt x="0" y="0"/>
                    </a:cubicBezTo>
                    <a:cubicBezTo>
                      <a:pt x="0" y="1724"/>
                      <a:pt x="0" y="1724"/>
                      <a:pt x="0" y="1724"/>
                    </a:cubicBezTo>
                    <a:cubicBezTo>
                      <a:pt x="5" y="1724"/>
                      <a:pt x="5" y="1724"/>
                      <a:pt x="5" y="1724"/>
                    </a:cubicBezTo>
                    <a:lnTo>
                      <a:pt x="5" y="1724"/>
                    </a:lnTo>
                    <a:cubicBezTo>
                      <a:pt x="1158" y="1724"/>
                      <a:pt x="1158" y="1724"/>
                      <a:pt x="1158" y="1724"/>
                    </a:cubicBezTo>
                    <a:cubicBezTo>
                      <a:pt x="1158" y="1165"/>
                      <a:pt x="1158" y="1165"/>
                      <a:pt x="1158" y="1165"/>
                    </a:cubicBezTo>
                    <a:cubicBezTo>
                      <a:pt x="448" y="857"/>
                      <a:pt x="17" y="448"/>
                      <a:pt x="5"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3" name="Google Shape;1903;p34"/>
              <p:cNvSpPr/>
              <p:nvPr/>
            </p:nvSpPr>
            <p:spPr>
              <a:xfrm>
                <a:off x="-3404049" y="4190332"/>
                <a:ext cx="326062" cy="206461"/>
              </a:xfrm>
              <a:custGeom>
                <a:rect b="b" l="l" r="r" t="t"/>
                <a:pathLst>
                  <a:path extrusionOk="0" h="1217" w="1922">
                    <a:moveTo>
                      <a:pt x="1922" y="0"/>
                    </a:moveTo>
                    <a:lnTo>
                      <a:pt x="1922" y="0"/>
                    </a:lnTo>
                    <a:cubicBezTo>
                      <a:pt x="1648" y="443"/>
                      <a:pt x="949" y="815"/>
                      <a:pt x="0" y="1060"/>
                    </a:cubicBezTo>
                    <a:cubicBezTo>
                      <a:pt x="0" y="1217"/>
                      <a:pt x="0" y="1217"/>
                      <a:pt x="0" y="1217"/>
                    </a:cubicBezTo>
                    <a:cubicBezTo>
                      <a:pt x="87" y="1194"/>
                      <a:pt x="169" y="1171"/>
                      <a:pt x="244" y="1147"/>
                    </a:cubicBezTo>
                    <a:cubicBezTo>
                      <a:pt x="1135" y="874"/>
                      <a:pt x="1758" y="466"/>
                      <a:pt x="192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4" name="Google Shape;1904;p34"/>
              <p:cNvSpPr/>
              <p:nvPr/>
            </p:nvSpPr>
            <p:spPr>
              <a:xfrm>
                <a:off x="-4558326" y="4190332"/>
                <a:ext cx="188648" cy="158960"/>
              </a:xfrm>
              <a:custGeom>
                <a:rect b="b" l="l" r="r" t="t"/>
                <a:pathLst>
                  <a:path extrusionOk="0" h="937" w="1112">
                    <a:moveTo>
                      <a:pt x="0" y="0"/>
                    </a:moveTo>
                    <a:lnTo>
                      <a:pt x="0" y="0"/>
                    </a:lnTo>
                    <a:cubicBezTo>
                      <a:pt x="128" y="361"/>
                      <a:pt x="524" y="687"/>
                      <a:pt x="1112" y="937"/>
                    </a:cubicBezTo>
                    <a:cubicBezTo>
                      <a:pt x="1112" y="798"/>
                      <a:pt x="1112" y="798"/>
                      <a:pt x="1112" y="798"/>
                    </a:cubicBezTo>
                    <a:cubicBezTo>
                      <a:pt x="577" y="576"/>
                      <a:pt x="186" y="303"/>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5" name="Google Shape;1905;p34"/>
              <p:cNvSpPr/>
              <p:nvPr/>
            </p:nvSpPr>
            <p:spPr>
              <a:xfrm>
                <a:off x="-4565282" y="3552119"/>
                <a:ext cx="1494086" cy="590713"/>
              </a:xfrm>
              <a:custGeom>
                <a:rect b="b" l="l" r="r" t="t"/>
                <a:pathLst>
                  <a:path extrusionOk="0" h="3482" w="8807">
                    <a:moveTo>
                      <a:pt x="5126" y="5"/>
                    </a:moveTo>
                    <a:lnTo>
                      <a:pt x="5126" y="5"/>
                    </a:lnTo>
                    <a:cubicBezTo>
                      <a:pt x="5126" y="407"/>
                      <a:pt x="5126" y="407"/>
                      <a:pt x="5126" y="407"/>
                    </a:cubicBezTo>
                    <a:cubicBezTo>
                      <a:pt x="4888" y="390"/>
                      <a:pt x="4648" y="384"/>
                      <a:pt x="4404" y="384"/>
                    </a:cubicBezTo>
                    <a:cubicBezTo>
                      <a:pt x="4218" y="384"/>
                      <a:pt x="4031" y="390"/>
                      <a:pt x="3850" y="396"/>
                    </a:cubicBezTo>
                    <a:cubicBezTo>
                      <a:pt x="3850" y="0"/>
                      <a:pt x="3850" y="0"/>
                      <a:pt x="3850" y="0"/>
                    </a:cubicBezTo>
                    <a:cubicBezTo>
                      <a:pt x="1678" y="104"/>
                      <a:pt x="0" y="844"/>
                      <a:pt x="0" y="1736"/>
                    </a:cubicBezTo>
                    <a:cubicBezTo>
                      <a:pt x="0" y="2702"/>
                      <a:pt x="1969" y="3482"/>
                      <a:pt x="4404" y="3482"/>
                    </a:cubicBezTo>
                    <a:cubicBezTo>
                      <a:pt x="6839" y="3482"/>
                      <a:pt x="8807" y="2702"/>
                      <a:pt x="8807" y="1736"/>
                    </a:cubicBezTo>
                    <a:cubicBezTo>
                      <a:pt x="8807" y="868"/>
                      <a:pt x="7217" y="145"/>
                      <a:pt x="5126" y="5"/>
                    </a:cubicBezTo>
                    <a:close/>
                  </a:path>
                </a:pathLst>
              </a:custGeom>
              <a:solidFill>
                <a:srgbClr val="F7939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6" name="Google Shape;1906;p34"/>
              <p:cNvSpPr/>
              <p:nvPr/>
            </p:nvSpPr>
            <p:spPr>
              <a:xfrm>
                <a:off x="-3882453" y="4141982"/>
                <a:ext cx="128423" cy="848"/>
              </a:xfrm>
              <a:custGeom>
                <a:rect b="b" l="l" r="r" t="t"/>
                <a:pathLst>
                  <a:path extrusionOk="0" h="5" w="757">
                    <a:moveTo>
                      <a:pt x="373" y="5"/>
                    </a:moveTo>
                    <a:lnTo>
                      <a:pt x="373" y="5"/>
                    </a:lnTo>
                    <a:lnTo>
                      <a:pt x="379" y="5"/>
                    </a:lnTo>
                    <a:lnTo>
                      <a:pt x="373" y="5"/>
                    </a:lnTo>
                    <a:moveTo>
                      <a:pt x="384" y="5"/>
                    </a:moveTo>
                    <a:lnTo>
                      <a:pt x="384" y="5"/>
                    </a:lnTo>
                    <a:lnTo>
                      <a:pt x="379" y="5"/>
                    </a:lnTo>
                    <a:lnTo>
                      <a:pt x="384" y="5"/>
                    </a:lnTo>
                    <a:moveTo>
                      <a:pt x="367" y="5"/>
                    </a:moveTo>
                    <a:lnTo>
                      <a:pt x="367" y="5"/>
                    </a:lnTo>
                    <a:moveTo>
                      <a:pt x="391" y="5"/>
                    </a:moveTo>
                    <a:lnTo>
                      <a:pt x="391" y="5"/>
                    </a:lnTo>
                    <a:moveTo>
                      <a:pt x="355" y="5"/>
                    </a:moveTo>
                    <a:lnTo>
                      <a:pt x="355" y="5"/>
                    </a:lnTo>
                    <a:cubicBezTo>
                      <a:pt x="361" y="5"/>
                      <a:pt x="361" y="5"/>
                      <a:pt x="361" y="5"/>
                    </a:cubicBezTo>
                    <a:lnTo>
                      <a:pt x="355" y="5"/>
                    </a:lnTo>
                    <a:moveTo>
                      <a:pt x="402" y="5"/>
                    </a:moveTo>
                    <a:lnTo>
                      <a:pt x="402" y="5"/>
                    </a:lnTo>
                    <a:cubicBezTo>
                      <a:pt x="396" y="5"/>
                      <a:pt x="396" y="5"/>
                      <a:pt x="396" y="5"/>
                    </a:cubicBezTo>
                    <a:lnTo>
                      <a:pt x="402" y="5"/>
                    </a:lnTo>
                    <a:moveTo>
                      <a:pt x="408" y="5"/>
                    </a:moveTo>
                    <a:lnTo>
                      <a:pt x="408" y="5"/>
                    </a:lnTo>
                    <a:cubicBezTo>
                      <a:pt x="402" y="5"/>
                      <a:pt x="402" y="5"/>
                      <a:pt x="402" y="5"/>
                    </a:cubicBezTo>
                    <a:lnTo>
                      <a:pt x="408" y="5"/>
                    </a:lnTo>
                    <a:moveTo>
                      <a:pt x="350" y="5"/>
                    </a:moveTo>
                    <a:lnTo>
                      <a:pt x="350" y="5"/>
                    </a:lnTo>
                    <a:cubicBezTo>
                      <a:pt x="355" y="5"/>
                      <a:pt x="355" y="5"/>
                      <a:pt x="355" y="5"/>
                    </a:cubicBezTo>
                    <a:lnTo>
                      <a:pt x="350" y="5"/>
                    </a:lnTo>
                    <a:moveTo>
                      <a:pt x="413" y="5"/>
                    </a:moveTo>
                    <a:lnTo>
                      <a:pt x="413" y="5"/>
                    </a:lnTo>
                    <a:lnTo>
                      <a:pt x="408" y="5"/>
                    </a:lnTo>
                    <a:lnTo>
                      <a:pt x="413" y="5"/>
                    </a:lnTo>
                    <a:moveTo>
                      <a:pt x="344" y="5"/>
                    </a:moveTo>
                    <a:lnTo>
                      <a:pt x="344" y="5"/>
                    </a:lnTo>
                    <a:lnTo>
                      <a:pt x="350" y="5"/>
                    </a:lnTo>
                    <a:lnTo>
                      <a:pt x="344" y="5"/>
                    </a:lnTo>
                    <a:moveTo>
                      <a:pt x="420" y="5"/>
                    </a:moveTo>
                    <a:lnTo>
                      <a:pt x="420" y="5"/>
                    </a:lnTo>
                    <a:lnTo>
                      <a:pt x="413" y="5"/>
                    </a:lnTo>
                    <a:cubicBezTo>
                      <a:pt x="420" y="5"/>
                      <a:pt x="420" y="5"/>
                      <a:pt x="420" y="5"/>
                    </a:cubicBezTo>
                    <a:moveTo>
                      <a:pt x="338" y="5"/>
                    </a:moveTo>
                    <a:lnTo>
                      <a:pt x="338" y="5"/>
                    </a:lnTo>
                    <a:lnTo>
                      <a:pt x="344" y="5"/>
                    </a:lnTo>
                    <a:cubicBezTo>
                      <a:pt x="338" y="5"/>
                      <a:pt x="338" y="5"/>
                      <a:pt x="338" y="5"/>
                    </a:cubicBezTo>
                    <a:moveTo>
                      <a:pt x="425" y="5"/>
                    </a:moveTo>
                    <a:lnTo>
                      <a:pt x="425" y="5"/>
                    </a:lnTo>
                    <a:moveTo>
                      <a:pt x="332" y="5"/>
                    </a:moveTo>
                    <a:lnTo>
                      <a:pt x="332" y="5"/>
                    </a:lnTo>
                    <a:moveTo>
                      <a:pt x="326" y="5"/>
                    </a:moveTo>
                    <a:lnTo>
                      <a:pt x="326" y="5"/>
                    </a:lnTo>
                    <a:moveTo>
                      <a:pt x="431" y="5"/>
                    </a:moveTo>
                    <a:lnTo>
                      <a:pt x="431" y="5"/>
                    </a:lnTo>
                    <a:moveTo>
                      <a:pt x="443" y="5"/>
                    </a:moveTo>
                    <a:lnTo>
                      <a:pt x="443" y="5"/>
                    </a:lnTo>
                    <a:cubicBezTo>
                      <a:pt x="437" y="5"/>
                      <a:pt x="437" y="5"/>
                      <a:pt x="437" y="5"/>
                    </a:cubicBezTo>
                    <a:lnTo>
                      <a:pt x="443" y="5"/>
                    </a:lnTo>
                    <a:moveTo>
                      <a:pt x="315" y="5"/>
                    </a:moveTo>
                    <a:lnTo>
                      <a:pt x="315" y="5"/>
                    </a:lnTo>
                    <a:cubicBezTo>
                      <a:pt x="321" y="5"/>
                      <a:pt x="321" y="5"/>
                      <a:pt x="321" y="5"/>
                    </a:cubicBezTo>
                    <a:lnTo>
                      <a:pt x="315" y="5"/>
                    </a:lnTo>
                    <a:moveTo>
                      <a:pt x="449" y="5"/>
                    </a:moveTo>
                    <a:lnTo>
                      <a:pt x="449" y="5"/>
                    </a:lnTo>
                    <a:lnTo>
                      <a:pt x="443" y="5"/>
                    </a:lnTo>
                    <a:lnTo>
                      <a:pt x="449" y="5"/>
                    </a:lnTo>
                    <a:moveTo>
                      <a:pt x="309" y="5"/>
                    </a:moveTo>
                    <a:lnTo>
                      <a:pt x="309" y="5"/>
                    </a:lnTo>
                    <a:lnTo>
                      <a:pt x="315" y="5"/>
                    </a:lnTo>
                    <a:lnTo>
                      <a:pt x="309" y="5"/>
                    </a:lnTo>
                    <a:moveTo>
                      <a:pt x="297" y="5"/>
                    </a:moveTo>
                    <a:lnTo>
                      <a:pt x="297" y="5"/>
                    </a:lnTo>
                    <a:cubicBezTo>
                      <a:pt x="297" y="5"/>
                      <a:pt x="303" y="5"/>
                      <a:pt x="309" y="5"/>
                    </a:cubicBezTo>
                    <a:cubicBezTo>
                      <a:pt x="303" y="5"/>
                      <a:pt x="297" y="5"/>
                      <a:pt x="297" y="5"/>
                    </a:cubicBezTo>
                    <a:moveTo>
                      <a:pt x="460" y="5"/>
                    </a:moveTo>
                    <a:lnTo>
                      <a:pt x="460" y="5"/>
                    </a:lnTo>
                    <a:cubicBezTo>
                      <a:pt x="460" y="5"/>
                      <a:pt x="454" y="5"/>
                      <a:pt x="449" y="5"/>
                    </a:cubicBezTo>
                    <a:cubicBezTo>
                      <a:pt x="454" y="5"/>
                      <a:pt x="460" y="5"/>
                      <a:pt x="460" y="5"/>
                    </a:cubicBezTo>
                    <a:moveTo>
                      <a:pt x="472" y="5"/>
                    </a:moveTo>
                    <a:lnTo>
                      <a:pt x="472" y="5"/>
                    </a:lnTo>
                    <a:lnTo>
                      <a:pt x="466" y="5"/>
                    </a:lnTo>
                    <a:lnTo>
                      <a:pt x="472" y="5"/>
                    </a:lnTo>
                    <a:moveTo>
                      <a:pt x="285" y="5"/>
                    </a:moveTo>
                    <a:lnTo>
                      <a:pt x="285" y="5"/>
                    </a:lnTo>
                    <a:lnTo>
                      <a:pt x="292" y="5"/>
                    </a:lnTo>
                    <a:lnTo>
                      <a:pt x="285" y="5"/>
                    </a:lnTo>
                    <a:moveTo>
                      <a:pt x="478" y="5"/>
                    </a:moveTo>
                    <a:lnTo>
                      <a:pt x="478" y="5"/>
                    </a:lnTo>
                    <a:lnTo>
                      <a:pt x="472" y="5"/>
                    </a:lnTo>
                    <a:lnTo>
                      <a:pt x="478" y="5"/>
                    </a:lnTo>
                    <a:moveTo>
                      <a:pt x="280" y="5"/>
                    </a:moveTo>
                    <a:lnTo>
                      <a:pt x="280" y="5"/>
                    </a:lnTo>
                    <a:lnTo>
                      <a:pt x="285" y="5"/>
                    </a:lnTo>
                    <a:lnTo>
                      <a:pt x="280" y="5"/>
                    </a:lnTo>
                    <a:moveTo>
                      <a:pt x="483" y="5"/>
                    </a:moveTo>
                    <a:lnTo>
                      <a:pt x="483" y="5"/>
                    </a:lnTo>
                    <a:lnTo>
                      <a:pt x="478" y="5"/>
                    </a:lnTo>
                    <a:cubicBezTo>
                      <a:pt x="483" y="5"/>
                      <a:pt x="483" y="5"/>
                      <a:pt x="483" y="5"/>
                    </a:cubicBezTo>
                    <a:moveTo>
                      <a:pt x="274" y="5"/>
                    </a:moveTo>
                    <a:lnTo>
                      <a:pt x="274" y="5"/>
                    </a:lnTo>
                    <a:lnTo>
                      <a:pt x="280" y="5"/>
                    </a:lnTo>
                    <a:cubicBezTo>
                      <a:pt x="274" y="5"/>
                      <a:pt x="274" y="5"/>
                      <a:pt x="274" y="5"/>
                    </a:cubicBezTo>
                    <a:moveTo>
                      <a:pt x="268" y="5"/>
                    </a:moveTo>
                    <a:lnTo>
                      <a:pt x="268" y="5"/>
                    </a:lnTo>
                    <a:moveTo>
                      <a:pt x="490" y="5"/>
                    </a:moveTo>
                    <a:lnTo>
                      <a:pt x="490" y="5"/>
                    </a:lnTo>
                    <a:moveTo>
                      <a:pt x="501" y="5"/>
                    </a:moveTo>
                    <a:lnTo>
                      <a:pt x="501" y="5"/>
                    </a:lnTo>
                    <a:cubicBezTo>
                      <a:pt x="495" y="5"/>
                      <a:pt x="495" y="5"/>
                      <a:pt x="495" y="5"/>
                    </a:cubicBezTo>
                    <a:lnTo>
                      <a:pt x="501" y="5"/>
                    </a:lnTo>
                    <a:moveTo>
                      <a:pt x="256" y="5"/>
                    </a:moveTo>
                    <a:lnTo>
                      <a:pt x="256" y="5"/>
                    </a:lnTo>
                    <a:cubicBezTo>
                      <a:pt x="262" y="5"/>
                      <a:pt x="262" y="5"/>
                      <a:pt x="262" y="5"/>
                    </a:cubicBezTo>
                    <a:lnTo>
                      <a:pt x="256" y="5"/>
                    </a:lnTo>
                    <a:moveTo>
                      <a:pt x="507" y="5"/>
                    </a:moveTo>
                    <a:lnTo>
                      <a:pt x="507" y="5"/>
                    </a:lnTo>
                    <a:cubicBezTo>
                      <a:pt x="501" y="5"/>
                      <a:pt x="501" y="5"/>
                      <a:pt x="501" y="5"/>
                    </a:cubicBezTo>
                    <a:lnTo>
                      <a:pt x="507" y="5"/>
                    </a:lnTo>
                    <a:moveTo>
                      <a:pt x="251" y="5"/>
                    </a:moveTo>
                    <a:lnTo>
                      <a:pt x="251" y="5"/>
                    </a:lnTo>
                    <a:cubicBezTo>
                      <a:pt x="256" y="5"/>
                      <a:pt x="256" y="5"/>
                      <a:pt x="256" y="5"/>
                    </a:cubicBezTo>
                    <a:lnTo>
                      <a:pt x="251" y="5"/>
                    </a:lnTo>
                    <a:moveTo>
                      <a:pt x="513" y="5"/>
                    </a:moveTo>
                    <a:lnTo>
                      <a:pt x="513" y="5"/>
                    </a:lnTo>
                    <a:lnTo>
                      <a:pt x="507" y="5"/>
                    </a:lnTo>
                    <a:lnTo>
                      <a:pt x="513" y="5"/>
                    </a:lnTo>
                    <a:moveTo>
                      <a:pt x="245" y="5"/>
                    </a:moveTo>
                    <a:lnTo>
                      <a:pt x="245" y="5"/>
                    </a:lnTo>
                    <a:lnTo>
                      <a:pt x="251" y="5"/>
                    </a:lnTo>
                    <a:lnTo>
                      <a:pt x="245" y="5"/>
                    </a:lnTo>
                    <a:moveTo>
                      <a:pt x="519" y="5"/>
                    </a:moveTo>
                    <a:lnTo>
                      <a:pt x="519" y="5"/>
                    </a:lnTo>
                    <a:lnTo>
                      <a:pt x="513" y="5"/>
                    </a:lnTo>
                    <a:cubicBezTo>
                      <a:pt x="519" y="5"/>
                      <a:pt x="519" y="5"/>
                      <a:pt x="519" y="5"/>
                    </a:cubicBezTo>
                    <a:moveTo>
                      <a:pt x="239" y="5"/>
                    </a:moveTo>
                    <a:lnTo>
                      <a:pt x="239" y="5"/>
                    </a:lnTo>
                    <a:lnTo>
                      <a:pt x="245" y="5"/>
                    </a:lnTo>
                    <a:cubicBezTo>
                      <a:pt x="239" y="5"/>
                      <a:pt x="239" y="5"/>
                      <a:pt x="239" y="5"/>
                    </a:cubicBezTo>
                    <a:moveTo>
                      <a:pt x="524" y="5"/>
                    </a:moveTo>
                    <a:lnTo>
                      <a:pt x="524" y="5"/>
                    </a:lnTo>
                    <a:moveTo>
                      <a:pt x="233" y="5"/>
                    </a:moveTo>
                    <a:lnTo>
                      <a:pt x="233" y="5"/>
                    </a:lnTo>
                    <a:moveTo>
                      <a:pt x="536" y="5"/>
                    </a:moveTo>
                    <a:lnTo>
                      <a:pt x="536" y="5"/>
                    </a:lnTo>
                    <a:cubicBezTo>
                      <a:pt x="530" y="5"/>
                      <a:pt x="530" y="5"/>
                      <a:pt x="530" y="5"/>
                    </a:cubicBezTo>
                    <a:lnTo>
                      <a:pt x="536" y="5"/>
                    </a:lnTo>
                    <a:moveTo>
                      <a:pt x="222" y="5"/>
                    </a:moveTo>
                    <a:lnTo>
                      <a:pt x="222" y="5"/>
                    </a:lnTo>
                    <a:cubicBezTo>
                      <a:pt x="227" y="5"/>
                      <a:pt x="227" y="5"/>
                      <a:pt x="227" y="5"/>
                    </a:cubicBezTo>
                    <a:lnTo>
                      <a:pt x="222" y="5"/>
                    </a:lnTo>
                    <a:moveTo>
                      <a:pt x="548" y="5"/>
                    </a:moveTo>
                    <a:lnTo>
                      <a:pt x="548" y="5"/>
                    </a:lnTo>
                    <a:cubicBezTo>
                      <a:pt x="542" y="5"/>
                      <a:pt x="542" y="5"/>
                      <a:pt x="536" y="5"/>
                    </a:cubicBezTo>
                    <a:cubicBezTo>
                      <a:pt x="542" y="5"/>
                      <a:pt x="542" y="5"/>
                      <a:pt x="548" y="5"/>
                    </a:cubicBezTo>
                    <a:moveTo>
                      <a:pt x="210" y="5"/>
                    </a:moveTo>
                    <a:lnTo>
                      <a:pt x="210" y="5"/>
                    </a:lnTo>
                    <a:cubicBezTo>
                      <a:pt x="216" y="5"/>
                      <a:pt x="216" y="5"/>
                      <a:pt x="222" y="5"/>
                    </a:cubicBezTo>
                    <a:cubicBezTo>
                      <a:pt x="216" y="5"/>
                      <a:pt x="216" y="5"/>
                      <a:pt x="210" y="5"/>
                    </a:cubicBezTo>
                    <a:moveTo>
                      <a:pt x="553" y="5"/>
                    </a:moveTo>
                    <a:lnTo>
                      <a:pt x="553" y="5"/>
                    </a:lnTo>
                    <a:moveTo>
                      <a:pt x="204" y="5"/>
                    </a:moveTo>
                    <a:lnTo>
                      <a:pt x="204" y="5"/>
                    </a:lnTo>
                    <a:moveTo>
                      <a:pt x="565" y="5"/>
                    </a:moveTo>
                    <a:lnTo>
                      <a:pt x="565" y="5"/>
                    </a:lnTo>
                    <a:cubicBezTo>
                      <a:pt x="559" y="5"/>
                      <a:pt x="559" y="5"/>
                      <a:pt x="559" y="5"/>
                    </a:cubicBezTo>
                    <a:lnTo>
                      <a:pt x="565" y="5"/>
                    </a:lnTo>
                    <a:moveTo>
                      <a:pt x="193" y="5"/>
                    </a:moveTo>
                    <a:lnTo>
                      <a:pt x="193" y="5"/>
                    </a:lnTo>
                    <a:cubicBezTo>
                      <a:pt x="198" y="5"/>
                      <a:pt x="198" y="5"/>
                      <a:pt x="198" y="5"/>
                    </a:cubicBezTo>
                    <a:lnTo>
                      <a:pt x="193" y="5"/>
                    </a:lnTo>
                    <a:moveTo>
                      <a:pt x="186" y="5"/>
                    </a:moveTo>
                    <a:lnTo>
                      <a:pt x="186" y="5"/>
                    </a:lnTo>
                    <a:cubicBezTo>
                      <a:pt x="193" y="5"/>
                      <a:pt x="193" y="5"/>
                      <a:pt x="193" y="5"/>
                    </a:cubicBezTo>
                    <a:lnTo>
                      <a:pt x="186" y="5"/>
                    </a:lnTo>
                    <a:moveTo>
                      <a:pt x="571" y="5"/>
                    </a:moveTo>
                    <a:lnTo>
                      <a:pt x="571" y="5"/>
                    </a:lnTo>
                    <a:cubicBezTo>
                      <a:pt x="565" y="5"/>
                      <a:pt x="565" y="5"/>
                      <a:pt x="565" y="5"/>
                    </a:cubicBezTo>
                    <a:lnTo>
                      <a:pt x="571" y="5"/>
                    </a:lnTo>
                    <a:moveTo>
                      <a:pt x="577" y="5"/>
                    </a:moveTo>
                    <a:lnTo>
                      <a:pt x="577" y="5"/>
                    </a:lnTo>
                    <a:lnTo>
                      <a:pt x="571" y="5"/>
                    </a:lnTo>
                    <a:lnTo>
                      <a:pt x="577" y="5"/>
                    </a:lnTo>
                    <a:moveTo>
                      <a:pt x="181" y="5"/>
                    </a:moveTo>
                    <a:lnTo>
                      <a:pt x="181" y="5"/>
                    </a:lnTo>
                    <a:lnTo>
                      <a:pt x="186" y="5"/>
                    </a:lnTo>
                    <a:lnTo>
                      <a:pt x="181" y="5"/>
                    </a:lnTo>
                    <a:moveTo>
                      <a:pt x="583" y="5"/>
                    </a:moveTo>
                    <a:lnTo>
                      <a:pt x="583" y="5"/>
                    </a:lnTo>
                    <a:lnTo>
                      <a:pt x="577" y="5"/>
                    </a:lnTo>
                    <a:cubicBezTo>
                      <a:pt x="583" y="5"/>
                      <a:pt x="583" y="5"/>
                      <a:pt x="583" y="5"/>
                    </a:cubicBezTo>
                    <a:moveTo>
                      <a:pt x="175" y="5"/>
                    </a:moveTo>
                    <a:lnTo>
                      <a:pt x="175" y="5"/>
                    </a:lnTo>
                    <a:lnTo>
                      <a:pt x="181" y="5"/>
                    </a:lnTo>
                    <a:cubicBezTo>
                      <a:pt x="175" y="5"/>
                      <a:pt x="175" y="5"/>
                      <a:pt x="175" y="5"/>
                    </a:cubicBezTo>
                    <a:moveTo>
                      <a:pt x="589" y="5"/>
                    </a:moveTo>
                    <a:lnTo>
                      <a:pt x="589" y="5"/>
                    </a:lnTo>
                    <a:lnTo>
                      <a:pt x="583" y="5"/>
                    </a:lnTo>
                    <a:cubicBezTo>
                      <a:pt x="589" y="5"/>
                      <a:pt x="589" y="5"/>
                      <a:pt x="589" y="5"/>
                    </a:cubicBezTo>
                    <a:moveTo>
                      <a:pt x="169" y="5"/>
                    </a:moveTo>
                    <a:lnTo>
                      <a:pt x="169" y="5"/>
                    </a:lnTo>
                    <a:lnTo>
                      <a:pt x="175" y="5"/>
                    </a:lnTo>
                    <a:cubicBezTo>
                      <a:pt x="169" y="5"/>
                      <a:pt x="169" y="5"/>
                      <a:pt x="169" y="5"/>
                    </a:cubicBezTo>
                    <a:moveTo>
                      <a:pt x="594" y="5"/>
                    </a:moveTo>
                    <a:lnTo>
                      <a:pt x="594" y="5"/>
                    </a:lnTo>
                    <a:moveTo>
                      <a:pt x="164" y="5"/>
                    </a:moveTo>
                    <a:lnTo>
                      <a:pt x="164" y="5"/>
                    </a:lnTo>
                    <a:moveTo>
                      <a:pt x="157" y="5"/>
                    </a:moveTo>
                    <a:lnTo>
                      <a:pt x="157" y="5"/>
                    </a:lnTo>
                    <a:moveTo>
                      <a:pt x="600" y="5"/>
                    </a:moveTo>
                    <a:lnTo>
                      <a:pt x="600" y="5"/>
                    </a:lnTo>
                    <a:moveTo>
                      <a:pt x="152" y="5"/>
                    </a:moveTo>
                    <a:lnTo>
                      <a:pt x="152" y="5"/>
                    </a:lnTo>
                    <a:moveTo>
                      <a:pt x="606" y="5"/>
                    </a:moveTo>
                    <a:lnTo>
                      <a:pt x="606" y="5"/>
                    </a:lnTo>
                    <a:moveTo>
                      <a:pt x="140" y="5"/>
                    </a:moveTo>
                    <a:lnTo>
                      <a:pt x="140" y="5"/>
                    </a:lnTo>
                    <a:cubicBezTo>
                      <a:pt x="146" y="5"/>
                      <a:pt x="146" y="5"/>
                      <a:pt x="146" y="5"/>
                    </a:cubicBezTo>
                    <a:lnTo>
                      <a:pt x="140" y="5"/>
                    </a:lnTo>
                    <a:moveTo>
                      <a:pt x="618" y="5"/>
                    </a:moveTo>
                    <a:lnTo>
                      <a:pt x="618" y="5"/>
                    </a:lnTo>
                    <a:cubicBezTo>
                      <a:pt x="612" y="5"/>
                      <a:pt x="612" y="5"/>
                      <a:pt x="612" y="5"/>
                    </a:cubicBezTo>
                    <a:lnTo>
                      <a:pt x="618" y="5"/>
                    </a:lnTo>
                    <a:moveTo>
                      <a:pt x="641" y="5"/>
                    </a:moveTo>
                    <a:lnTo>
                      <a:pt x="641" y="5"/>
                    </a:lnTo>
                    <a:lnTo>
                      <a:pt x="635" y="5"/>
                    </a:lnTo>
                    <a:cubicBezTo>
                      <a:pt x="641" y="5"/>
                      <a:pt x="641" y="5"/>
                      <a:pt x="641" y="5"/>
                    </a:cubicBezTo>
                    <a:moveTo>
                      <a:pt x="117" y="5"/>
                    </a:moveTo>
                    <a:lnTo>
                      <a:pt x="117" y="5"/>
                    </a:lnTo>
                    <a:lnTo>
                      <a:pt x="123" y="5"/>
                    </a:lnTo>
                    <a:cubicBezTo>
                      <a:pt x="117" y="5"/>
                      <a:pt x="117" y="5"/>
                      <a:pt x="117" y="5"/>
                    </a:cubicBezTo>
                    <a:moveTo>
                      <a:pt x="111" y="5"/>
                    </a:moveTo>
                    <a:lnTo>
                      <a:pt x="111" y="5"/>
                    </a:lnTo>
                    <a:moveTo>
                      <a:pt x="647" y="5"/>
                    </a:moveTo>
                    <a:lnTo>
                      <a:pt x="647" y="5"/>
                    </a:lnTo>
                    <a:moveTo>
                      <a:pt x="105" y="5"/>
                    </a:moveTo>
                    <a:lnTo>
                      <a:pt x="105" y="5"/>
                    </a:lnTo>
                    <a:moveTo>
                      <a:pt x="653" y="5"/>
                    </a:moveTo>
                    <a:lnTo>
                      <a:pt x="653" y="5"/>
                    </a:lnTo>
                    <a:moveTo>
                      <a:pt x="99" y="5"/>
                    </a:moveTo>
                    <a:lnTo>
                      <a:pt x="99" y="5"/>
                    </a:lnTo>
                    <a:moveTo>
                      <a:pt x="658" y="5"/>
                    </a:moveTo>
                    <a:lnTo>
                      <a:pt x="658" y="5"/>
                    </a:lnTo>
                    <a:moveTo>
                      <a:pt x="94" y="5"/>
                    </a:moveTo>
                    <a:lnTo>
                      <a:pt x="94" y="5"/>
                    </a:lnTo>
                    <a:moveTo>
                      <a:pt x="664" y="5"/>
                    </a:moveTo>
                    <a:lnTo>
                      <a:pt x="664" y="5"/>
                    </a:lnTo>
                    <a:moveTo>
                      <a:pt x="87" y="5"/>
                    </a:moveTo>
                    <a:lnTo>
                      <a:pt x="87" y="5"/>
                    </a:lnTo>
                    <a:moveTo>
                      <a:pt x="670" y="5"/>
                    </a:moveTo>
                    <a:lnTo>
                      <a:pt x="670" y="5"/>
                    </a:lnTo>
                    <a:moveTo>
                      <a:pt x="76" y="5"/>
                    </a:moveTo>
                    <a:lnTo>
                      <a:pt x="76" y="5"/>
                    </a:lnTo>
                    <a:lnTo>
                      <a:pt x="82" y="5"/>
                    </a:lnTo>
                    <a:lnTo>
                      <a:pt x="76" y="5"/>
                    </a:lnTo>
                    <a:moveTo>
                      <a:pt x="682" y="5"/>
                    </a:moveTo>
                    <a:lnTo>
                      <a:pt x="682" y="5"/>
                    </a:lnTo>
                    <a:lnTo>
                      <a:pt x="676" y="5"/>
                    </a:lnTo>
                    <a:lnTo>
                      <a:pt x="682" y="5"/>
                    </a:lnTo>
                    <a:moveTo>
                      <a:pt x="70" y="5"/>
                    </a:moveTo>
                    <a:lnTo>
                      <a:pt x="70" y="5"/>
                    </a:lnTo>
                    <a:lnTo>
                      <a:pt x="76" y="5"/>
                    </a:lnTo>
                    <a:cubicBezTo>
                      <a:pt x="70" y="5"/>
                      <a:pt x="70" y="5"/>
                      <a:pt x="70" y="5"/>
                    </a:cubicBezTo>
                    <a:moveTo>
                      <a:pt x="687" y="5"/>
                    </a:moveTo>
                    <a:lnTo>
                      <a:pt x="687" y="5"/>
                    </a:lnTo>
                    <a:lnTo>
                      <a:pt x="682" y="5"/>
                    </a:lnTo>
                    <a:cubicBezTo>
                      <a:pt x="687" y="5"/>
                      <a:pt x="687" y="5"/>
                      <a:pt x="687" y="5"/>
                    </a:cubicBezTo>
                    <a:moveTo>
                      <a:pt x="693" y="5"/>
                    </a:moveTo>
                    <a:lnTo>
                      <a:pt x="693" y="5"/>
                    </a:lnTo>
                    <a:moveTo>
                      <a:pt x="64" y="5"/>
                    </a:moveTo>
                    <a:lnTo>
                      <a:pt x="64" y="5"/>
                    </a:lnTo>
                    <a:moveTo>
                      <a:pt x="29" y="5"/>
                    </a:moveTo>
                    <a:lnTo>
                      <a:pt x="29" y="5"/>
                    </a:lnTo>
                    <a:moveTo>
                      <a:pt x="728" y="5"/>
                    </a:moveTo>
                    <a:lnTo>
                      <a:pt x="728" y="5"/>
                    </a:lnTo>
                    <a:moveTo>
                      <a:pt x="24" y="5"/>
                    </a:moveTo>
                    <a:lnTo>
                      <a:pt x="24" y="5"/>
                    </a:lnTo>
                    <a:moveTo>
                      <a:pt x="734" y="5"/>
                    </a:moveTo>
                    <a:lnTo>
                      <a:pt x="734" y="5"/>
                    </a:lnTo>
                    <a:moveTo>
                      <a:pt x="12" y="0"/>
                    </a:moveTo>
                    <a:lnTo>
                      <a:pt x="12" y="0"/>
                    </a:lnTo>
                    <a:cubicBezTo>
                      <a:pt x="18" y="0"/>
                      <a:pt x="18" y="0"/>
                      <a:pt x="18" y="0"/>
                    </a:cubicBezTo>
                    <a:lnTo>
                      <a:pt x="12" y="0"/>
                    </a:lnTo>
                    <a:moveTo>
                      <a:pt x="746" y="0"/>
                    </a:moveTo>
                    <a:lnTo>
                      <a:pt x="746" y="0"/>
                    </a:lnTo>
                    <a:cubicBezTo>
                      <a:pt x="740" y="0"/>
                      <a:pt x="740" y="0"/>
                      <a:pt x="740" y="0"/>
                    </a:cubicBezTo>
                    <a:lnTo>
                      <a:pt x="746" y="0"/>
                    </a:lnTo>
                    <a:moveTo>
                      <a:pt x="6" y="0"/>
                    </a:moveTo>
                    <a:lnTo>
                      <a:pt x="6" y="0"/>
                    </a:lnTo>
                    <a:lnTo>
                      <a:pt x="12" y="0"/>
                    </a:lnTo>
                    <a:cubicBezTo>
                      <a:pt x="6" y="0"/>
                      <a:pt x="6" y="0"/>
                      <a:pt x="6" y="0"/>
                    </a:cubicBezTo>
                    <a:moveTo>
                      <a:pt x="752" y="0"/>
                    </a:moveTo>
                    <a:lnTo>
                      <a:pt x="752" y="0"/>
                    </a:lnTo>
                    <a:lnTo>
                      <a:pt x="746" y="0"/>
                    </a:lnTo>
                    <a:cubicBezTo>
                      <a:pt x="752" y="0"/>
                      <a:pt x="752" y="0"/>
                      <a:pt x="752" y="0"/>
                    </a:cubicBezTo>
                    <a:moveTo>
                      <a:pt x="0" y="0"/>
                    </a:moveTo>
                    <a:lnTo>
                      <a:pt x="0" y="0"/>
                    </a:lnTo>
                    <a:moveTo>
                      <a:pt x="757" y="0"/>
                    </a:moveTo>
                    <a:lnTo>
                      <a:pt x="757" y="0"/>
                    </a:lnTo>
                    <a:close/>
                  </a:path>
                </a:pathLst>
              </a:custGeom>
              <a:solidFill>
                <a:srgbClr val="D41B3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7" name="Google Shape;1907;p34"/>
              <p:cNvSpPr/>
              <p:nvPr/>
            </p:nvSpPr>
            <p:spPr>
              <a:xfrm>
                <a:off x="-4559344" y="3885136"/>
                <a:ext cx="1482210" cy="257695"/>
              </a:xfrm>
              <a:custGeom>
                <a:rect b="b" l="l" r="r" t="t"/>
                <a:pathLst>
                  <a:path extrusionOk="0" h="1519" w="8737">
                    <a:moveTo>
                      <a:pt x="8737" y="0"/>
                    </a:moveTo>
                    <a:lnTo>
                      <a:pt x="8737" y="0"/>
                    </a:lnTo>
                    <a:cubicBezTo>
                      <a:pt x="8318" y="798"/>
                      <a:pt x="6524" y="1397"/>
                      <a:pt x="4369" y="1397"/>
                    </a:cubicBezTo>
                    <a:cubicBezTo>
                      <a:pt x="2214" y="1397"/>
                      <a:pt x="419" y="798"/>
                      <a:pt x="0" y="0"/>
                    </a:cubicBezTo>
                    <a:cubicBezTo>
                      <a:pt x="262" y="809"/>
                      <a:pt x="1922" y="1444"/>
                      <a:pt x="3990" y="1514"/>
                    </a:cubicBezTo>
                    <a:lnTo>
                      <a:pt x="3990" y="1514"/>
                    </a:lnTo>
                    <a:cubicBezTo>
                      <a:pt x="3996" y="1514"/>
                      <a:pt x="3996" y="1514"/>
                      <a:pt x="3996" y="1514"/>
                    </a:cubicBezTo>
                    <a:lnTo>
                      <a:pt x="4002" y="1514"/>
                    </a:lnTo>
                    <a:lnTo>
                      <a:pt x="4002" y="1514"/>
                    </a:lnTo>
                    <a:cubicBezTo>
                      <a:pt x="4008" y="1514"/>
                      <a:pt x="4008" y="1514"/>
                      <a:pt x="4008" y="1514"/>
                    </a:cubicBezTo>
                    <a:lnTo>
                      <a:pt x="4014" y="1519"/>
                    </a:lnTo>
                    <a:lnTo>
                      <a:pt x="4014" y="1519"/>
                    </a:lnTo>
                    <a:lnTo>
                      <a:pt x="4019" y="1519"/>
                    </a:lnTo>
                    <a:lnTo>
                      <a:pt x="4019" y="1519"/>
                    </a:lnTo>
                    <a:cubicBezTo>
                      <a:pt x="4031" y="1519"/>
                      <a:pt x="4043" y="1519"/>
                      <a:pt x="4054" y="1519"/>
                    </a:cubicBezTo>
                    <a:lnTo>
                      <a:pt x="4054" y="1519"/>
                    </a:lnTo>
                    <a:cubicBezTo>
                      <a:pt x="4060" y="1519"/>
                      <a:pt x="4060" y="1519"/>
                      <a:pt x="4060" y="1519"/>
                    </a:cubicBezTo>
                    <a:lnTo>
                      <a:pt x="4066" y="1519"/>
                    </a:lnTo>
                    <a:lnTo>
                      <a:pt x="4066" y="1519"/>
                    </a:lnTo>
                    <a:lnTo>
                      <a:pt x="4072" y="1519"/>
                    </a:lnTo>
                    <a:lnTo>
                      <a:pt x="4077" y="1519"/>
                    </a:lnTo>
                    <a:lnTo>
                      <a:pt x="4077" y="1519"/>
                    </a:lnTo>
                    <a:lnTo>
                      <a:pt x="4084" y="1519"/>
                    </a:lnTo>
                    <a:lnTo>
                      <a:pt x="4084" y="1519"/>
                    </a:lnTo>
                    <a:lnTo>
                      <a:pt x="4089" y="1519"/>
                    </a:lnTo>
                    <a:lnTo>
                      <a:pt x="4089" y="1519"/>
                    </a:lnTo>
                    <a:lnTo>
                      <a:pt x="4095" y="1519"/>
                    </a:lnTo>
                    <a:lnTo>
                      <a:pt x="4095" y="1519"/>
                    </a:lnTo>
                    <a:lnTo>
                      <a:pt x="4101" y="1519"/>
                    </a:lnTo>
                    <a:lnTo>
                      <a:pt x="4101" y="1519"/>
                    </a:lnTo>
                    <a:cubicBezTo>
                      <a:pt x="4107" y="1519"/>
                      <a:pt x="4107" y="1519"/>
                      <a:pt x="4107" y="1519"/>
                    </a:cubicBezTo>
                    <a:lnTo>
                      <a:pt x="4113" y="1519"/>
                    </a:lnTo>
                    <a:cubicBezTo>
                      <a:pt x="4118" y="1519"/>
                      <a:pt x="4124" y="1519"/>
                      <a:pt x="4130" y="1519"/>
                    </a:cubicBezTo>
                    <a:cubicBezTo>
                      <a:pt x="4136" y="1519"/>
                      <a:pt x="4136" y="1519"/>
                      <a:pt x="4136" y="1519"/>
                    </a:cubicBezTo>
                    <a:lnTo>
                      <a:pt x="4142" y="1519"/>
                    </a:lnTo>
                    <a:lnTo>
                      <a:pt x="4142" y="1519"/>
                    </a:lnTo>
                    <a:lnTo>
                      <a:pt x="4147" y="1519"/>
                    </a:lnTo>
                    <a:lnTo>
                      <a:pt x="4147" y="1519"/>
                    </a:lnTo>
                    <a:lnTo>
                      <a:pt x="4154" y="1519"/>
                    </a:lnTo>
                    <a:lnTo>
                      <a:pt x="4154" y="1519"/>
                    </a:lnTo>
                    <a:lnTo>
                      <a:pt x="4159" y="1519"/>
                    </a:lnTo>
                    <a:lnTo>
                      <a:pt x="4165" y="1519"/>
                    </a:lnTo>
                    <a:lnTo>
                      <a:pt x="4165" y="1519"/>
                    </a:lnTo>
                    <a:lnTo>
                      <a:pt x="4171" y="1519"/>
                    </a:lnTo>
                    <a:lnTo>
                      <a:pt x="4171" y="1519"/>
                    </a:lnTo>
                    <a:lnTo>
                      <a:pt x="4176" y="1519"/>
                    </a:lnTo>
                    <a:lnTo>
                      <a:pt x="4176" y="1519"/>
                    </a:lnTo>
                    <a:cubicBezTo>
                      <a:pt x="4183" y="1519"/>
                      <a:pt x="4183" y="1519"/>
                      <a:pt x="4183" y="1519"/>
                    </a:cubicBezTo>
                    <a:lnTo>
                      <a:pt x="4183" y="1519"/>
                    </a:lnTo>
                    <a:cubicBezTo>
                      <a:pt x="4188" y="1519"/>
                      <a:pt x="4188" y="1519"/>
                      <a:pt x="4188" y="1519"/>
                    </a:cubicBezTo>
                    <a:lnTo>
                      <a:pt x="4194" y="1519"/>
                    </a:lnTo>
                    <a:lnTo>
                      <a:pt x="4194" y="1519"/>
                    </a:lnTo>
                    <a:cubicBezTo>
                      <a:pt x="4200" y="1519"/>
                      <a:pt x="4200" y="1519"/>
                      <a:pt x="4200" y="1519"/>
                    </a:cubicBezTo>
                    <a:cubicBezTo>
                      <a:pt x="4206" y="1519"/>
                      <a:pt x="4206" y="1519"/>
                      <a:pt x="4212" y="1519"/>
                    </a:cubicBezTo>
                    <a:lnTo>
                      <a:pt x="4212" y="1519"/>
                    </a:lnTo>
                    <a:cubicBezTo>
                      <a:pt x="4217" y="1519"/>
                      <a:pt x="4217" y="1519"/>
                      <a:pt x="4217" y="1519"/>
                    </a:cubicBezTo>
                    <a:lnTo>
                      <a:pt x="4223" y="1519"/>
                    </a:lnTo>
                    <a:lnTo>
                      <a:pt x="4223" y="1519"/>
                    </a:lnTo>
                    <a:cubicBezTo>
                      <a:pt x="4229" y="1519"/>
                      <a:pt x="4229" y="1519"/>
                      <a:pt x="4229" y="1519"/>
                    </a:cubicBezTo>
                    <a:lnTo>
                      <a:pt x="4235" y="1519"/>
                    </a:lnTo>
                    <a:lnTo>
                      <a:pt x="4235" y="1519"/>
                    </a:lnTo>
                    <a:lnTo>
                      <a:pt x="4241" y="1519"/>
                    </a:lnTo>
                    <a:lnTo>
                      <a:pt x="4241" y="1519"/>
                    </a:lnTo>
                    <a:cubicBezTo>
                      <a:pt x="4246" y="1519"/>
                      <a:pt x="4246" y="1519"/>
                      <a:pt x="4246" y="1519"/>
                    </a:cubicBezTo>
                    <a:lnTo>
                      <a:pt x="4246" y="1519"/>
                    </a:lnTo>
                    <a:cubicBezTo>
                      <a:pt x="4252" y="1519"/>
                      <a:pt x="4252" y="1519"/>
                      <a:pt x="4252" y="1519"/>
                    </a:cubicBezTo>
                    <a:lnTo>
                      <a:pt x="4258" y="1519"/>
                    </a:lnTo>
                    <a:lnTo>
                      <a:pt x="4258" y="1519"/>
                    </a:lnTo>
                    <a:cubicBezTo>
                      <a:pt x="4264" y="1519"/>
                      <a:pt x="4264" y="1519"/>
                      <a:pt x="4264" y="1519"/>
                    </a:cubicBezTo>
                    <a:lnTo>
                      <a:pt x="4270" y="1519"/>
                    </a:lnTo>
                    <a:lnTo>
                      <a:pt x="4270" y="1519"/>
                    </a:lnTo>
                    <a:lnTo>
                      <a:pt x="4275" y="1519"/>
                    </a:lnTo>
                    <a:lnTo>
                      <a:pt x="4275" y="1519"/>
                    </a:lnTo>
                    <a:lnTo>
                      <a:pt x="4282" y="1519"/>
                    </a:lnTo>
                    <a:lnTo>
                      <a:pt x="4287" y="1519"/>
                    </a:lnTo>
                    <a:cubicBezTo>
                      <a:pt x="4287" y="1519"/>
                      <a:pt x="4293" y="1519"/>
                      <a:pt x="4299" y="1519"/>
                    </a:cubicBezTo>
                    <a:lnTo>
                      <a:pt x="4299" y="1519"/>
                    </a:lnTo>
                    <a:lnTo>
                      <a:pt x="4305" y="1519"/>
                    </a:lnTo>
                    <a:lnTo>
                      <a:pt x="4305" y="1519"/>
                    </a:lnTo>
                    <a:cubicBezTo>
                      <a:pt x="4311" y="1519"/>
                      <a:pt x="4311" y="1519"/>
                      <a:pt x="4311" y="1519"/>
                    </a:cubicBezTo>
                    <a:lnTo>
                      <a:pt x="4316" y="1519"/>
                    </a:lnTo>
                    <a:lnTo>
                      <a:pt x="4316" y="1519"/>
                    </a:lnTo>
                    <a:lnTo>
                      <a:pt x="4322" y="1519"/>
                    </a:lnTo>
                    <a:lnTo>
                      <a:pt x="4322" y="1519"/>
                    </a:lnTo>
                    <a:cubicBezTo>
                      <a:pt x="4328" y="1519"/>
                      <a:pt x="4328" y="1519"/>
                      <a:pt x="4328" y="1519"/>
                    </a:cubicBezTo>
                    <a:lnTo>
                      <a:pt x="4334" y="1519"/>
                    </a:lnTo>
                    <a:lnTo>
                      <a:pt x="4334" y="1519"/>
                    </a:lnTo>
                    <a:lnTo>
                      <a:pt x="4340" y="1519"/>
                    </a:lnTo>
                    <a:lnTo>
                      <a:pt x="4340" y="1519"/>
                    </a:lnTo>
                    <a:cubicBezTo>
                      <a:pt x="4345" y="1519"/>
                      <a:pt x="4345" y="1519"/>
                      <a:pt x="4345" y="1519"/>
                    </a:cubicBezTo>
                    <a:lnTo>
                      <a:pt x="4345" y="1519"/>
                    </a:lnTo>
                    <a:cubicBezTo>
                      <a:pt x="4351" y="1519"/>
                      <a:pt x="4351" y="1519"/>
                      <a:pt x="4351" y="1519"/>
                    </a:cubicBezTo>
                    <a:lnTo>
                      <a:pt x="4357" y="1519"/>
                    </a:lnTo>
                    <a:lnTo>
                      <a:pt x="4357" y="1519"/>
                    </a:lnTo>
                    <a:cubicBezTo>
                      <a:pt x="4363" y="1519"/>
                      <a:pt x="4363" y="1519"/>
                      <a:pt x="4363" y="1519"/>
                    </a:cubicBezTo>
                    <a:lnTo>
                      <a:pt x="4369" y="1519"/>
                    </a:lnTo>
                    <a:lnTo>
                      <a:pt x="4369" y="1519"/>
                    </a:lnTo>
                    <a:lnTo>
                      <a:pt x="4369" y="1519"/>
                    </a:lnTo>
                    <a:lnTo>
                      <a:pt x="4374" y="1519"/>
                    </a:lnTo>
                    <a:lnTo>
                      <a:pt x="4381" y="1519"/>
                    </a:lnTo>
                    <a:lnTo>
                      <a:pt x="4381" y="1519"/>
                    </a:lnTo>
                    <a:cubicBezTo>
                      <a:pt x="4386" y="1519"/>
                      <a:pt x="4386" y="1519"/>
                      <a:pt x="4386" y="1519"/>
                    </a:cubicBezTo>
                    <a:lnTo>
                      <a:pt x="4392" y="1519"/>
                    </a:lnTo>
                    <a:lnTo>
                      <a:pt x="4392" y="1519"/>
                    </a:lnTo>
                    <a:lnTo>
                      <a:pt x="4398" y="1519"/>
                    </a:lnTo>
                    <a:lnTo>
                      <a:pt x="4398" y="1519"/>
                    </a:lnTo>
                    <a:lnTo>
                      <a:pt x="4403" y="1519"/>
                    </a:lnTo>
                    <a:lnTo>
                      <a:pt x="4403" y="1519"/>
                    </a:lnTo>
                    <a:cubicBezTo>
                      <a:pt x="4410" y="1519"/>
                      <a:pt x="4410" y="1519"/>
                      <a:pt x="4410" y="1519"/>
                    </a:cubicBezTo>
                    <a:lnTo>
                      <a:pt x="4415" y="1519"/>
                    </a:lnTo>
                    <a:lnTo>
                      <a:pt x="4415" y="1519"/>
                    </a:lnTo>
                    <a:lnTo>
                      <a:pt x="4421" y="1519"/>
                    </a:lnTo>
                    <a:lnTo>
                      <a:pt x="4421" y="1519"/>
                    </a:lnTo>
                    <a:cubicBezTo>
                      <a:pt x="4427" y="1519"/>
                      <a:pt x="4427" y="1519"/>
                      <a:pt x="4427" y="1519"/>
                    </a:cubicBezTo>
                    <a:lnTo>
                      <a:pt x="4433" y="1519"/>
                    </a:lnTo>
                    <a:lnTo>
                      <a:pt x="4433" y="1519"/>
                    </a:lnTo>
                    <a:lnTo>
                      <a:pt x="4439" y="1519"/>
                    </a:lnTo>
                    <a:lnTo>
                      <a:pt x="4439" y="1519"/>
                    </a:lnTo>
                    <a:cubicBezTo>
                      <a:pt x="4444" y="1519"/>
                      <a:pt x="4450" y="1519"/>
                      <a:pt x="4450" y="1519"/>
                    </a:cubicBezTo>
                    <a:cubicBezTo>
                      <a:pt x="4456" y="1519"/>
                      <a:pt x="4456" y="1519"/>
                      <a:pt x="4456" y="1519"/>
                    </a:cubicBezTo>
                    <a:lnTo>
                      <a:pt x="4462" y="1519"/>
                    </a:lnTo>
                    <a:lnTo>
                      <a:pt x="4462" y="1519"/>
                    </a:lnTo>
                    <a:lnTo>
                      <a:pt x="4468" y="1519"/>
                    </a:lnTo>
                    <a:lnTo>
                      <a:pt x="4468" y="1519"/>
                    </a:lnTo>
                    <a:cubicBezTo>
                      <a:pt x="4473" y="1519"/>
                      <a:pt x="4473" y="1519"/>
                      <a:pt x="4473" y="1519"/>
                    </a:cubicBezTo>
                    <a:lnTo>
                      <a:pt x="4480" y="1519"/>
                    </a:lnTo>
                    <a:lnTo>
                      <a:pt x="4480" y="1519"/>
                    </a:lnTo>
                    <a:lnTo>
                      <a:pt x="4485" y="1519"/>
                    </a:lnTo>
                    <a:lnTo>
                      <a:pt x="4491" y="1519"/>
                    </a:lnTo>
                    <a:lnTo>
                      <a:pt x="4491" y="1519"/>
                    </a:lnTo>
                    <a:lnTo>
                      <a:pt x="4497" y="1519"/>
                    </a:lnTo>
                    <a:lnTo>
                      <a:pt x="4497" y="1519"/>
                    </a:lnTo>
                    <a:lnTo>
                      <a:pt x="4503" y="1519"/>
                    </a:lnTo>
                    <a:lnTo>
                      <a:pt x="4503" y="1519"/>
                    </a:lnTo>
                    <a:cubicBezTo>
                      <a:pt x="4509" y="1519"/>
                      <a:pt x="4509" y="1519"/>
                      <a:pt x="4509" y="1519"/>
                    </a:cubicBezTo>
                    <a:lnTo>
                      <a:pt x="4514" y="1519"/>
                    </a:lnTo>
                    <a:lnTo>
                      <a:pt x="4514" y="1519"/>
                    </a:lnTo>
                    <a:lnTo>
                      <a:pt x="4520" y="1519"/>
                    </a:lnTo>
                    <a:lnTo>
                      <a:pt x="4526" y="1519"/>
                    </a:lnTo>
                    <a:lnTo>
                      <a:pt x="4526" y="1519"/>
                    </a:lnTo>
                    <a:cubicBezTo>
                      <a:pt x="4532" y="1519"/>
                      <a:pt x="4532" y="1519"/>
                      <a:pt x="4538" y="1519"/>
                    </a:cubicBezTo>
                    <a:lnTo>
                      <a:pt x="4543" y="1519"/>
                    </a:lnTo>
                    <a:lnTo>
                      <a:pt x="4543" y="1519"/>
                    </a:lnTo>
                    <a:lnTo>
                      <a:pt x="4549" y="1519"/>
                    </a:lnTo>
                    <a:lnTo>
                      <a:pt x="4555" y="1519"/>
                    </a:lnTo>
                    <a:lnTo>
                      <a:pt x="4555" y="1519"/>
                    </a:lnTo>
                    <a:lnTo>
                      <a:pt x="4561" y="1519"/>
                    </a:lnTo>
                    <a:lnTo>
                      <a:pt x="4561" y="1519"/>
                    </a:lnTo>
                    <a:lnTo>
                      <a:pt x="4567" y="1519"/>
                    </a:lnTo>
                    <a:lnTo>
                      <a:pt x="4567" y="1519"/>
                    </a:lnTo>
                    <a:cubicBezTo>
                      <a:pt x="4573" y="1519"/>
                      <a:pt x="4573" y="1519"/>
                      <a:pt x="4573" y="1519"/>
                    </a:cubicBezTo>
                    <a:lnTo>
                      <a:pt x="4573" y="1519"/>
                    </a:lnTo>
                    <a:cubicBezTo>
                      <a:pt x="4579" y="1519"/>
                      <a:pt x="4579" y="1519"/>
                      <a:pt x="4579" y="1519"/>
                    </a:cubicBezTo>
                    <a:lnTo>
                      <a:pt x="4584" y="1519"/>
                    </a:lnTo>
                    <a:lnTo>
                      <a:pt x="4584" y="1519"/>
                    </a:lnTo>
                    <a:cubicBezTo>
                      <a:pt x="4590" y="1519"/>
                      <a:pt x="4590" y="1519"/>
                      <a:pt x="4590" y="1519"/>
                    </a:cubicBezTo>
                    <a:lnTo>
                      <a:pt x="4590" y="1519"/>
                    </a:lnTo>
                    <a:cubicBezTo>
                      <a:pt x="4596" y="1519"/>
                      <a:pt x="4596" y="1519"/>
                      <a:pt x="4596" y="1519"/>
                    </a:cubicBezTo>
                    <a:lnTo>
                      <a:pt x="4596" y="1519"/>
                    </a:lnTo>
                    <a:cubicBezTo>
                      <a:pt x="4602" y="1519"/>
                      <a:pt x="4602" y="1519"/>
                      <a:pt x="4602" y="1519"/>
                    </a:cubicBezTo>
                    <a:lnTo>
                      <a:pt x="4608" y="1519"/>
                    </a:lnTo>
                    <a:cubicBezTo>
                      <a:pt x="4613" y="1519"/>
                      <a:pt x="4619" y="1519"/>
                      <a:pt x="4625" y="1519"/>
                    </a:cubicBezTo>
                    <a:cubicBezTo>
                      <a:pt x="4631" y="1519"/>
                      <a:pt x="4631" y="1519"/>
                      <a:pt x="4631" y="1519"/>
                    </a:cubicBezTo>
                    <a:lnTo>
                      <a:pt x="4637" y="1519"/>
                    </a:lnTo>
                    <a:lnTo>
                      <a:pt x="4637" y="1519"/>
                    </a:lnTo>
                    <a:lnTo>
                      <a:pt x="4643" y="1519"/>
                    </a:lnTo>
                    <a:lnTo>
                      <a:pt x="4643" y="1519"/>
                    </a:lnTo>
                    <a:lnTo>
                      <a:pt x="4648" y="1519"/>
                    </a:lnTo>
                    <a:lnTo>
                      <a:pt x="4648" y="1519"/>
                    </a:lnTo>
                    <a:lnTo>
                      <a:pt x="4654" y="1519"/>
                    </a:lnTo>
                    <a:lnTo>
                      <a:pt x="4654" y="1519"/>
                    </a:lnTo>
                    <a:cubicBezTo>
                      <a:pt x="4660" y="1519"/>
                      <a:pt x="4660" y="1519"/>
                      <a:pt x="4660" y="1519"/>
                    </a:cubicBezTo>
                    <a:lnTo>
                      <a:pt x="4660" y="1519"/>
                    </a:lnTo>
                    <a:cubicBezTo>
                      <a:pt x="4666" y="1519"/>
                      <a:pt x="4666" y="1519"/>
                      <a:pt x="4666" y="1519"/>
                    </a:cubicBezTo>
                    <a:lnTo>
                      <a:pt x="4672" y="1519"/>
                    </a:lnTo>
                    <a:lnTo>
                      <a:pt x="4672" y="1519"/>
                    </a:lnTo>
                    <a:cubicBezTo>
                      <a:pt x="4677" y="1519"/>
                      <a:pt x="4677" y="1519"/>
                      <a:pt x="4677" y="1519"/>
                    </a:cubicBezTo>
                    <a:lnTo>
                      <a:pt x="4683" y="1519"/>
                    </a:lnTo>
                    <a:lnTo>
                      <a:pt x="4683" y="1519"/>
                    </a:lnTo>
                    <a:cubicBezTo>
                      <a:pt x="4695" y="1519"/>
                      <a:pt x="4707" y="1519"/>
                      <a:pt x="4718" y="1519"/>
                    </a:cubicBezTo>
                    <a:lnTo>
                      <a:pt x="4718" y="1519"/>
                    </a:lnTo>
                    <a:cubicBezTo>
                      <a:pt x="4724" y="1519"/>
                      <a:pt x="4724" y="1519"/>
                      <a:pt x="4724" y="1519"/>
                    </a:cubicBezTo>
                    <a:lnTo>
                      <a:pt x="4724" y="1519"/>
                    </a:lnTo>
                    <a:cubicBezTo>
                      <a:pt x="4730" y="1514"/>
                      <a:pt x="4730" y="1514"/>
                      <a:pt x="4730" y="1514"/>
                    </a:cubicBezTo>
                    <a:lnTo>
                      <a:pt x="4736" y="1514"/>
                    </a:lnTo>
                    <a:lnTo>
                      <a:pt x="4736" y="1514"/>
                    </a:lnTo>
                    <a:cubicBezTo>
                      <a:pt x="4742" y="1514"/>
                      <a:pt x="4742" y="1514"/>
                      <a:pt x="4742" y="1514"/>
                    </a:cubicBezTo>
                    <a:lnTo>
                      <a:pt x="4747" y="1514"/>
                    </a:lnTo>
                    <a:lnTo>
                      <a:pt x="4747" y="1514"/>
                    </a:lnTo>
                    <a:cubicBezTo>
                      <a:pt x="6815" y="1444"/>
                      <a:pt x="8476" y="809"/>
                      <a:pt x="8737"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8" name="Google Shape;1908;p34"/>
              <p:cNvSpPr/>
              <p:nvPr/>
            </p:nvSpPr>
            <p:spPr>
              <a:xfrm>
                <a:off x="-4402251" y="3590629"/>
                <a:ext cx="1168023" cy="460423"/>
              </a:xfrm>
              <a:custGeom>
                <a:rect b="b" l="l" r="r" t="t"/>
                <a:pathLst>
                  <a:path extrusionOk="0" h="2714" w="6885">
                    <a:moveTo>
                      <a:pt x="2889" y="0"/>
                    </a:moveTo>
                    <a:lnTo>
                      <a:pt x="2889" y="0"/>
                    </a:lnTo>
                    <a:cubicBezTo>
                      <a:pt x="1247" y="105"/>
                      <a:pt x="0" y="670"/>
                      <a:pt x="0" y="1345"/>
                    </a:cubicBezTo>
                    <a:cubicBezTo>
                      <a:pt x="0" y="2103"/>
                      <a:pt x="1538" y="2714"/>
                      <a:pt x="3443" y="2714"/>
                    </a:cubicBezTo>
                    <a:cubicBezTo>
                      <a:pt x="5347" y="2714"/>
                      <a:pt x="6885" y="2103"/>
                      <a:pt x="6885" y="1345"/>
                    </a:cubicBezTo>
                    <a:cubicBezTo>
                      <a:pt x="6885" y="693"/>
                      <a:pt x="5720" y="140"/>
                      <a:pt x="4165" y="12"/>
                    </a:cubicBezTo>
                    <a:cubicBezTo>
                      <a:pt x="4165" y="180"/>
                      <a:pt x="4165" y="180"/>
                      <a:pt x="4165" y="180"/>
                    </a:cubicBezTo>
                    <a:lnTo>
                      <a:pt x="4165" y="180"/>
                    </a:lnTo>
                    <a:cubicBezTo>
                      <a:pt x="3927" y="163"/>
                      <a:pt x="3687" y="157"/>
                      <a:pt x="3443" y="157"/>
                    </a:cubicBezTo>
                    <a:cubicBezTo>
                      <a:pt x="3257" y="157"/>
                      <a:pt x="3070" y="163"/>
                      <a:pt x="2889" y="169"/>
                    </a:cubicBezTo>
                    <a:cubicBezTo>
                      <a:pt x="2889" y="0"/>
                      <a:pt x="2889" y="0"/>
                      <a:pt x="2889"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09" name="Google Shape;1909;p34"/>
              <p:cNvSpPr/>
              <p:nvPr/>
            </p:nvSpPr>
            <p:spPr>
              <a:xfrm>
                <a:off x="-3912142" y="3617263"/>
                <a:ext cx="216470" cy="604624"/>
              </a:xfrm>
              <a:custGeom>
                <a:rect b="b" l="l" r="r" t="t"/>
                <a:pathLst>
                  <a:path extrusionOk="0" h="3564" w="1276">
                    <a:moveTo>
                      <a:pt x="0" y="12"/>
                    </a:moveTo>
                    <a:lnTo>
                      <a:pt x="0" y="12"/>
                    </a:lnTo>
                    <a:cubicBezTo>
                      <a:pt x="0" y="76"/>
                      <a:pt x="0" y="76"/>
                      <a:pt x="0" y="76"/>
                    </a:cubicBezTo>
                    <a:cubicBezTo>
                      <a:pt x="0" y="3086"/>
                      <a:pt x="0" y="3086"/>
                      <a:pt x="0" y="3086"/>
                    </a:cubicBezTo>
                    <a:cubicBezTo>
                      <a:pt x="0" y="3547"/>
                      <a:pt x="0" y="3547"/>
                      <a:pt x="0" y="3547"/>
                    </a:cubicBezTo>
                    <a:cubicBezTo>
                      <a:pt x="181" y="3558"/>
                      <a:pt x="368" y="3564"/>
                      <a:pt x="554" y="3564"/>
                    </a:cubicBezTo>
                    <a:cubicBezTo>
                      <a:pt x="798" y="3564"/>
                      <a:pt x="1038" y="3553"/>
                      <a:pt x="1276" y="3541"/>
                    </a:cubicBezTo>
                    <a:cubicBezTo>
                      <a:pt x="1276" y="3075"/>
                      <a:pt x="1276" y="3075"/>
                      <a:pt x="1276" y="3075"/>
                    </a:cubicBezTo>
                    <a:cubicBezTo>
                      <a:pt x="1276" y="88"/>
                      <a:pt x="1276" y="88"/>
                      <a:pt x="1276" y="88"/>
                    </a:cubicBezTo>
                    <a:cubicBezTo>
                      <a:pt x="1276" y="23"/>
                      <a:pt x="1276" y="23"/>
                      <a:pt x="1276" y="23"/>
                    </a:cubicBezTo>
                    <a:cubicBezTo>
                      <a:pt x="1038" y="6"/>
                      <a:pt x="798" y="0"/>
                      <a:pt x="554" y="0"/>
                    </a:cubicBezTo>
                    <a:cubicBezTo>
                      <a:pt x="368" y="0"/>
                      <a:pt x="181" y="6"/>
                      <a:pt x="0" y="12"/>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grpSp>
        <p:nvGrpSpPr>
          <p:cNvPr id="1910" name="Google Shape;1910;p34"/>
          <p:cNvGrpSpPr/>
          <p:nvPr/>
        </p:nvGrpSpPr>
        <p:grpSpPr>
          <a:xfrm>
            <a:off x="-11" y="64577"/>
            <a:ext cx="1114925" cy="773075"/>
            <a:chOff x="-4566130" y="2793615"/>
            <a:chExt cx="3288863" cy="2481781"/>
          </a:xfrm>
        </p:grpSpPr>
        <p:grpSp>
          <p:nvGrpSpPr>
            <p:cNvPr id="1911" name="Google Shape;1911;p34"/>
            <p:cNvGrpSpPr/>
            <p:nvPr/>
          </p:nvGrpSpPr>
          <p:grpSpPr>
            <a:xfrm>
              <a:off x="-2773218" y="2793615"/>
              <a:ext cx="1495952" cy="900319"/>
              <a:chOff x="-3224393" y="4375077"/>
              <a:chExt cx="1495952" cy="900319"/>
            </a:xfrm>
          </p:grpSpPr>
          <p:sp>
            <p:nvSpPr>
              <p:cNvPr id="1912" name="Google Shape;1912;p34"/>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rgbClr val="D41B3B"/>
              </a:solidFill>
              <a:ln>
                <a:noFill/>
              </a:ln>
              <a:effectLst>
                <a:outerShdw blurRad="57150" rotWithShape="0" algn="bl" dir="5400000" dist="19050">
                  <a:srgbClr val="26272A">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13" name="Google Shape;1913;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14" name="Google Shape;1914;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15" name="Google Shape;1915;p34"/>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16" name="Google Shape;1916;p34"/>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17" name="Google Shape;1917;p34"/>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18" name="Google Shape;1918;p34"/>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19" name="Google Shape;1919;p34"/>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0" name="Google Shape;1920;p34"/>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1" name="Google Shape;1921;p34"/>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2" name="Google Shape;1922;p34"/>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rgbClr val="F7939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3" name="Google Shape;1923;p34"/>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4" name="Google Shape;1924;p34"/>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5" name="Google Shape;1925;p34"/>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6" name="Google Shape;1926;p34"/>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7" name="Google Shape;1927;p34"/>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8" name="Google Shape;1928;p34"/>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29" name="Google Shape;1929;p34"/>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0" name="Google Shape;1930;p34"/>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1" name="Google Shape;1931;p34"/>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2" name="Google Shape;1932;p34"/>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3" name="Google Shape;1933;p34"/>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4" name="Google Shape;1934;p34"/>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5" name="Google Shape;1935;p34"/>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6" name="Google Shape;1936;p34"/>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nvGrpSpPr>
            <p:cNvPr id="1937" name="Google Shape;1937;p34"/>
            <p:cNvGrpSpPr/>
            <p:nvPr/>
          </p:nvGrpSpPr>
          <p:grpSpPr>
            <a:xfrm>
              <a:off x="-3224393" y="4375077"/>
              <a:ext cx="1495952" cy="900319"/>
              <a:chOff x="-3224393" y="4375077"/>
              <a:chExt cx="1495952" cy="900319"/>
            </a:xfrm>
          </p:grpSpPr>
          <p:sp>
            <p:nvSpPr>
              <p:cNvPr id="1938" name="Google Shape;1938;p34"/>
              <p:cNvSpPr/>
              <p:nvPr/>
            </p:nvSpPr>
            <p:spPr>
              <a:xfrm>
                <a:off x="-3224393" y="4681460"/>
                <a:ext cx="1495103" cy="593936"/>
              </a:xfrm>
              <a:custGeom>
                <a:rect b="b" l="l" r="r" t="t"/>
                <a:pathLst>
                  <a:path extrusionOk="0" h="3501" w="8813">
                    <a:moveTo>
                      <a:pt x="8813" y="1747"/>
                    </a:moveTo>
                    <a:lnTo>
                      <a:pt x="8813" y="1747"/>
                    </a:lnTo>
                    <a:cubicBezTo>
                      <a:pt x="8813" y="2714"/>
                      <a:pt x="6838" y="3501"/>
                      <a:pt x="4409" y="3501"/>
                    </a:cubicBezTo>
                    <a:cubicBezTo>
                      <a:pt x="1974" y="3501"/>
                      <a:pt x="0" y="2714"/>
                      <a:pt x="0" y="1747"/>
                    </a:cubicBezTo>
                    <a:cubicBezTo>
                      <a:pt x="0" y="780"/>
                      <a:pt x="1974" y="0"/>
                      <a:pt x="4409" y="0"/>
                    </a:cubicBezTo>
                    <a:cubicBezTo>
                      <a:pt x="6838" y="0"/>
                      <a:pt x="8813" y="780"/>
                      <a:pt x="8813" y="1747"/>
                    </a:cubicBezTo>
                    <a:close/>
                  </a:path>
                </a:pathLst>
              </a:custGeom>
              <a:solidFill>
                <a:srgbClr val="D41B3B"/>
              </a:solidFill>
              <a:ln>
                <a:noFill/>
              </a:ln>
              <a:effectLst>
                <a:outerShdw blurRad="57150" rotWithShape="0" algn="bl" dir="5400000" dist="19050">
                  <a:srgbClr val="26272A">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39" name="Google Shape;1939;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0" name="Google Shape;1940;p34"/>
              <p:cNvSpPr/>
              <p:nvPr/>
            </p:nvSpPr>
            <p:spPr>
              <a:xfrm>
                <a:off x="-3224393" y="4678406"/>
                <a:ext cx="1495952" cy="292472"/>
              </a:xfrm>
              <a:custGeom>
                <a:rect b="b" l="l" r="r" t="t"/>
                <a:pathLst>
                  <a:path extrusionOk="0" h="1724" w="8818">
                    <a:moveTo>
                      <a:pt x="8818" y="1724"/>
                    </a:moveTo>
                    <a:lnTo>
                      <a:pt x="0" y="1724"/>
                    </a:lnTo>
                    <a:lnTo>
                      <a:pt x="0" y="0"/>
                    </a:lnTo>
                    <a:lnTo>
                      <a:pt x="8818" y="0"/>
                    </a:lnTo>
                    <a:lnTo>
                      <a:pt x="8818"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1" name="Google Shape;1941;p34"/>
              <p:cNvSpPr/>
              <p:nvPr/>
            </p:nvSpPr>
            <p:spPr>
              <a:xfrm>
                <a:off x="-1729296" y="4978852"/>
                <a:ext cx="0" cy="6956"/>
              </a:xfrm>
              <a:custGeom>
                <a:rect b="b" l="l" r="r" t="t"/>
                <a:pathLst>
                  <a:path extrusionOk="0" h="41" w="120000">
                    <a:moveTo>
                      <a:pt x="0" y="41"/>
                    </a:moveTo>
                    <a:lnTo>
                      <a:pt x="0" y="41"/>
                    </a:lnTo>
                    <a:moveTo>
                      <a:pt x="0" y="35"/>
                    </a:moveTo>
                    <a:lnTo>
                      <a:pt x="0" y="35"/>
                    </a:lnTo>
                    <a:moveTo>
                      <a:pt x="0" y="29"/>
                    </a:moveTo>
                    <a:lnTo>
                      <a:pt x="0" y="29"/>
                    </a:lnTo>
                    <a:moveTo>
                      <a:pt x="0" y="29"/>
                    </a:moveTo>
                    <a:lnTo>
                      <a:pt x="0" y="29"/>
                    </a:lnTo>
                    <a:moveTo>
                      <a:pt x="0" y="23"/>
                    </a:moveTo>
                    <a:lnTo>
                      <a:pt x="0" y="23"/>
                    </a:lnTo>
                    <a:moveTo>
                      <a:pt x="0" y="18"/>
                    </a:moveTo>
                    <a:lnTo>
                      <a:pt x="0" y="18"/>
                    </a:lnTo>
                    <a:moveTo>
                      <a:pt x="0" y="12"/>
                    </a:moveTo>
                    <a:lnTo>
                      <a:pt x="0" y="12"/>
                    </a:lnTo>
                    <a:lnTo>
                      <a:pt x="0" y="18"/>
                    </a:lnTo>
                    <a:cubicBezTo>
                      <a:pt x="0" y="12"/>
                      <a:pt x="0" y="12"/>
                      <a:pt x="0" y="12"/>
                    </a:cubicBezTo>
                    <a:moveTo>
                      <a:pt x="0" y="6"/>
                    </a:moveTo>
                    <a:lnTo>
                      <a:pt x="0" y="6"/>
                    </a:lnTo>
                    <a:moveTo>
                      <a:pt x="0" y="0"/>
                    </a:moveTo>
                    <a:lnTo>
                      <a:pt x="0" y="0"/>
                    </a:lnTo>
                    <a:cubicBezTo>
                      <a:pt x="0" y="6"/>
                      <a:pt x="0" y="6"/>
                      <a:pt x="0" y="6"/>
                    </a:cubicBezTo>
                    <a:lnTo>
                      <a:pt x="0" y="0"/>
                    </a:lnTo>
                    <a:moveTo>
                      <a:pt x="0" y="0"/>
                    </a:moveTo>
                    <a:lnTo>
                      <a:pt x="0" y="0"/>
                    </a:lnTo>
                    <a:close/>
                  </a:path>
                </a:pathLst>
              </a:custGeom>
              <a:solidFill>
                <a:srgbClr val="FBE8E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2" name="Google Shape;1942;p34"/>
              <p:cNvSpPr/>
              <p:nvPr/>
            </p:nvSpPr>
            <p:spPr>
              <a:xfrm>
                <a:off x="-2062482" y="4970878"/>
                <a:ext cx="333188" cy="255150"/>
              </a:xfrm>
              <a:custGeom>
                <a:rect b="b" l="l" r="r" t="t"/>
                <a:pathLst>
                  <a:path extrusionOk="0" h="1504" w="1964">
                    <a:moveTo>
                      <a:pt x="1964" y="0"/>
                    </a:moveTo>
                    <a:lnTo>
                      <a:pt x="1964" y="0"/>
                    </a:lnTo>
                    <a:cubicBezTo>
                      <a:pt x="0" y="0"/>
                      <a:pt x="0" y="0"/>
                      <a:pt x="0" y="0"/>
                    </a:cubicBezTo>
                    <a:cubicBezTo>
                      <a:pt x="0" y="1340"/>
                      <a:pt x="0" y="1340"/>
                      <a:pt x="0" y="1340"/>
                    </a:cubicBezTo>
                    <a:cubicBezTo>
                      <a:pt x="944" y="1101"/>
                      <a:pt x="1649" y="728"/>
                      <a:pt x="1923" y="286"/>
                    </a:cubicBezTo>
                    <a:lnTo>
                      <a:pt x="1923" y="286"/>
                    </a:lnTo>
                    <a:lnTo>
                      <a:pt x="1923" y="286"/>
                    </a:lnTo>
                    <a:cubicBezTo>
                      <a:pt x="1742" y="793"/>
                      <a:pt x="1020" y="1229"/>
                      <a:pt x="0" y="1504"/>
                    </a:cubicBezTo>
                    <a:lnTo>
                      <a:pt x="0" y="1504"/>
                    </a:lnTo>
                    <a:cubicBezTo>
                      <a:pt x="1154" y="1195"/>
                      <a:pt x="1923" y="676"/>
                      <a:pt x="1964" y="88"/>
                    </a:cubicBezTo>
                    <a:lnTo>
                      <a:pt x="1964" y="88"/>
                    </a:lnTo>
                    <a:lnTo>
                      <a:pt x="1964" y="82"/>
                    </a:lnTo>
                    <a:lnTo>
                      <a:pt x="1964" y="82"/>
                    </a:lnTo>
                    <a:lnTo>
                      <a:pt x="1964" y="76"/>
                    </a:lnTo>
                    <a:lnTo>
                      <a:pt x="1964" y="76"/>
                    </a:lnTo>
                    <a:lnTo>
                      <a:pt x="1964" y="76"/>
                    </a:lnTo>
                    <a:lnTo>
                      <a:pt x="1964" y="76"/>
                    </a:lnTo>
                    <a:cubicBezTo>
                      <a:pt x="1964" y="70"/>
                      <a:pt x="1964" y="70"/>
                      <a:pt x="1964" y="70"/>
                    </a:cubicBezTo>
                    <a:lnTo>
                      <a:pt x="1964" y="70"/>
                    </a:lnTo>
                    <a:cubicBezTo>
                      <a:pt x="1964" y="65"/>
                      <a:pt x="1964" y="65"/>
                      <a:pt x="1964" y="65"/>
                    </a:cubicBezTo>
                    <a:lnTo>
                      <a:pt x="1964" y="65"/>
                    </a:lnTo>
                    <a:lnTo>
                      <a:pt x="1964" y="65"/>
                    </a:lnTo>
                    <a:cubicBezTo>
                      <a:pt x="1964" y="59"/>
                      <a:pt x="1964" y="59"/>
                      <a:pt x="1964" y="59"/>
                    </a:cubicBezTo>
                    <a:lnTo>
                      <a:pt x="1964" y="53"/>
                    </a:lnTo>
                    <a:lnTo>
                      <a:pt x="1964" y="53"/>
                    </a:lnTo>
                    <a:lnTo>
                      <a:pt x="1964" y="53"/>
                    </a:lnTo>
                    <a:lnTo>
                      <a:pt x="1964" y="47"/>
                    </a:lnTo>
                    <a:lnTo>
                      <a:pt x="1964" y="47"/>
                    </a:lnTo>
                    <a:lnTo>
                      <a:pt x="1964" y="47"/>
                    </a:lnTo>
                    <a:lnTo>
                      <a:pt x="1964" y="41"/>
                    </a:lnTo>
                    <a:lnTo>
                      <a:pt x="1964" y="41"/>
                    </a:lnTo>
                    <a:cubicBezTo>
                      <a:pt x="1964" y="29"/>
                      <a:pt x="1964" y="12"/>
                      <a:pt x="1964"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3" name="Google Shape;1943;p34"/>
              <p:cNvSpPr/>
              <p:nvPr/>
            </p:nvSpPr>
            <p:spPr>
              <a:xfrm>
                <a:off x="-2062482" y="4678406"/>
                <a:ext cx="334036" cy="292472"/>
              </a:xfrm>
              <a:custGeom>
                <a:rect b="b" l="l" r="r" t="t"/>
                <a:pathLst>
                  <a:path extrusionOk="0" h="1724" w="1969">
                    <a:moveTo>
                      <a:pt x="1969" y="0"/>
                    </a:moveTo>
                    <a:lnTo>
                      <a:pt x="1969" y="0"/>
                    </a:lnTo>
                    <a:cubicBezTo>
                      <a:pt x="1964" y="0"/>
                      <a:pt x="1964" y="0"/>
                      <a:pt x="1964" y="0"/>
                    </a:cubicBezTo>
                    <a:cubicBezTo>
                      <a:pt x="1935" y="594"/>
                      <a:pt x="1160" y="1113"/>
                      <a:pt x="0" y="1422"/>
                    </a:cubicBezTo>
                    <a:cubicBezTo>
                      <a:pt x="0" y="1724"/>
                      <a:pt x="0" y="1724"/>
                      <a:pt x="0" y="1724"/>
                    </a:cubicBezTo>
                    <a:cubicBezTo>
                      <a:pt x="1964" y="1724"/>
                      <a:pt x="1964" y="1724"/>
                      <a:pt x="1964" y="1724"/>
                    </a:cubicBezTo>
                    <a:lnTo>
                      <a:pt x="1964" y="1724"/>
                    </a:lnTo>
                    <a:cubicBezTo>
                      <a:pt x="1969" y="1724"/>
                      <a:pt x="1969" y="1724"/>
                      <a:pt x="1969" y="1724"/>
                    </a:cubicBezTo>
                    <a:cubicBezTo>
                      <a:pt x="1969" y="0"/>
                      <a:pt x="1969" y="0"/>
                      <a:pt x="1969"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4" name="Google Shape;1944;p34"/>
              <p:cNvSpPr/>
              <p:nvPr/>
            </p:nvSpPr>
            <p:spPr>
              <a:xfrm>
                <a:off x="-3224393" y="4976985"/>
                <a:ext cx="47501" cy="105690"/>
              </a:xfrm>
              <a:custGeom>
                <a:rect b="b" l="l" r="r" t="t"/>
                <a:pathLst>
                  <a:path extrusionOk="0" h="623" w="280">
                    <a:moveTo>
                      <a:pt x="0" y="0"/>
                    </a:moveTo>
                    <a:lnTo>
                      <a:pt x="0" y="0"/>
                    </a:lnTo>
                    <a:lnTo>
                      <a:pt x="0" y="5"/>
                    </a:lnTo>
                    <a:cubicBezTo>
                      <a:pt x="0" y="221"/>
                      <a:pt x="99" y="431"/>
                      <a:pt x="280" y="623"/>
                    </a:cubicBezTo>
                    <a:cubicBezTo>
                      <a:pt x="99" y="431"/>
                      <a:pt x="0" y="221"/>
                      <a:pt x="0" y="5"/>
                    </a:cubicBezTo>
                    <a:lnTo>
                      <a:pt x="0"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5" name="Google Shape;1945;p34"/>
              <p:cNvSpPr/>
              <p:nvPr/>
            </p:nvSpPr>
            <p:spPr>
              <a:xfrm>
                <a:off x="-3224393" y="4970878"/>
                <a:ext cx="196791" cy="207649"/>
              </a:xfrm>
              <a:custGeom>
                <a:rect b="b" l="l" r="r" t="t"/>
                <a:pathLst>
                  <a:path extrusionOk="0" h="1224" w="1160">
                    <a:moveTo>
                      <a:pt x="1160" y="0"/>
                    </a:moveTo>
                    <a:lnTo>
                      <a:pt x="1160" y="0"/>
                    </a:lnTo>
                    <a:cubicBezTo>
                      <a:pt x="7" y="0"/>
                      <a:pt x="7" y="0"/>
                      <a:pt x="7" y="0"/>
                    </a:cubicBezTo>
                    <a:cubicBezTo>
                      <a:pt x="7" y="12"/>
                      <a:pt x="0" y="24"/>
                      <a:pt x="0" y="36"/>
                    </a:cubicBezTo>
                    <a:lnTo>
                      <a:pt x="0" y="41"/>
                    </a:lnTo>
                    <a:cubicBezTo>
                      <a:pt x="0" y="257"/>
                      <a:pt x="99" y="467"/>
                      <a:pt x="280" y="659"/>
                    </a:cubicBezTo>
                    <a:cubicBezTo>
                      <a:pt x="478" y="868"/>
                      <a:pt x="781" y="1061"/>
                      <a:pt x="1160" y="1224"/>
                    </a:cubicBezTo>
                    <a:lnTo>
                      <a:pt x="1160" y="1224"/>
                    </a:lnTo>
                    <a:cubicBezTo>
                      <a:pt x="571" y="967"/>
                      <a:pt x="169" y="647"/>
                      <a:pt x="47" y="286"/>
                    </a:cubicBezTo>
                    <a:cubicBezTo>
                      <a:pt x="234" y="589"/>
                      <a:pt x="624" y="863"/>
                      <a:pt x="1160" y="1078"/>
                    </a:cubicBezTo>
                    <a:cubicBezTo>
                      <a:pt x="1160" y="0"/>
                      <a:pt x="1160" y="0"/>
                      <a:pt x="116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6" name="Google Shape;1946;p34"/>
              <p:cNvSpPr/>
              <p:nvPr/>
            </p:nvSpPr>
            <p:spPr>
              <a:xfrm>
                <a:off x="-3224393" y="4678406"/>
                <a:ext cx="196791" cy="292472"/>
              </a:xfrm>
              <a:custGeom>
                <a:rect b="b" l="l" r="r" t="t"/>
                <a:pathLst>
                  <a:path extrusionOk="0" h="1724" w="1160">
                    <a:moveTo>
                      <a:pt x="0" y="0"/>
                    </a:moveTo>
                    <a:lnTo>
                      <a:pt x="0" y="0"/>
                    </a:lnTo>
                    <a:lnTo>
                      <a:pt x="0" y="0"/>
                    </a:lnTo>
                    <a:cubicBezTo>
                      <a:pt x="0" y="1724"/>
                      <a:pt x="0" y="1724"/>
                      <a:pt x="0" y="1724"/>
                    </a:cubicBezTo>
                    <a:cubicBezTo>
                      <a:pt x="7" y="1724"/>
                      <a:pt x="7" y="1724"/>
                      <a:pt x="7" y="1724"/>
                    </a:cubicBezTo>
                    <a:lnTo>
                      <a:pt x="7" y="1724"/>
                    </a:lnTo>
                    <a:cubicBezTo>
                      <a:pt x="1160" y="1724"/>
                      <a:pt x="1160" y="1724"/>
                      <a:pt x="1160" y="1724"/>
                    </a:cubicBezTo>
                    <a:cubicBezTo>
                      <a:pt x="1160" y="1591"/>
                      <a:pt x="1160" y="1591"/>
                      <a:pt x="1160" y="1591"/>
                    </a:cubicBezTo>
                    <a:cubicBezTo>
                      <a:pt x="915" y="1492"/>
                      <a:pt x="711" y="1375"/>
                      <a:pt x="537" y="1247"/>
                    </a:cubicBezTo>
                    <a:cubicBezTo>
                      <a:pt x="519" y="1259"/>
                      <a:pt x="519" y="1259"/>
                      <a:pt x="519" y="1259"/>
                    </a:cubicBezTo>
                    <a:lnTo>
                      <a:pt x="519" y="1259"/>
                    </a:lnTo>
                    <a:cubicBezTo>
                      <a:pt x="519" y="1259"/>
                      <a:pt x="519" y="1247"/>
                      <a:pt x="519" y="1235"/>
                    </a:cubicBezTo>
                    <a:lnTo>
                      <a:pt x="519" y="1235"/>
                    </a:lnTo>
                    <a:cubicBezTo>
                      <a:pt x="519" y="787"/>
                      <a:pt x="519" y="787"/>
                      <a:pt x="519" y="787"/>
                    </a:cubicBezTo>
                    <a:cubicBezTo>
                      <a:pt x="199" y="554"/>
                      <a:pt x="18" y="286"/>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7" name="Google Shape;1947;p34"/>
              <p:cNvSpPr/>
              <p:nvPr/>
            </p:nvSpPr>
            <p:spPr>
              <a:xfrm>
                <a:off x="-3136347" y="4808865"/>
                <a:ext cx="190684" cy="171005"/>
              </a:xfrm>
              <a:custGeom>
                <a:rect b="b" l="l" r="r" t="t"/>
                <a:pathLst>
                  <a:path extrusionOk="0" h="1008" w="1124">
                    <a:moveTo>
                      <a:pt x="0" y="466"/>
                    </a:moveTo>
                    <a:lnTo>
                      <a:pt x="0" y="466"/>
                    </a:lnTo>
                    <a:cubicBezTo>
                      <a:pt x="279" y="676"/>
                      <a:pt x="664" y="856"/>
                      <a:pt x="1124" y="1008"/>
                    </a:cubicBezTo>
                    <a:cubicBezTo>
                      <a:pt x="1124" y="0"/>
                      <a:pt x="1124" y="0"/>
                      <a:pt x="1124" y="0"/>
                    </a:cubicBezTo>
                    <a:cubicBezTo>
                      <a:pt x="0" y="0"/>
                      <a:pt x="0" y="0"/>
                      <a:pt x="0" y="0"/>
                    </a:cubicBezTo>
                    <a:cubicBezTo>
                      <a:pt x="0" y="466"/>
                      <a:pt x="0" y="466"/>
                      <a:pt x="0" y="466"/>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8" name="Google Shape;1948;p34"/>
              <p:cNvSpPr/>
              <p:nvPr/>
            </p:nvSpPr>
            <p:spPr>
              <a:xfrm>
                <a:off x="-3224393" y="4375077"/>
                <a:ext cx="1495103" cy="593936"/>
              </a:xfrm>
              <a:custGeom>
                <a:rect b="b" l="l" r="r" t="t"/>
                <a:pathLst>
                  <a:path extrusionOk="0" h="3501" w="8813">
                    <a:moveTo>
                      <a:pt x="8056" y="769"/>
                    </a:moveTo>
                    <a:lnTo>
                      <a:pt x="8056" y="769"/>
                    </a:lnTo>
                    <a:lnTo>
                      <a:pt x="8056" y="769"/>
                    </a:lnTo>
                    <a:cubicBezTo>
                      <a:pt x="7526" y="967"/>
                      <a:pt x="7526" y="967"/>
                      <a:pt x="7526" y="967"/>
                    </a:cubicBezTo>
                    <a:cubicBezTo>
                      <a:pt x="7304" y="874"/>
                      <a:pt x="7065" y="798"/>
                      <a:pt x="6797" y="728"/>
                    </a:cubicBezTo>
                    <a:cubicBezTo>
                      <a:pt x="6797" y="285"/>
                      <a:pt x="6797" y="285"/>
                      <a:pt x="6797" y="285"/>
                    </a:cubicBezTo>
                    <a:cubicBezTo>
                      <a:pt x="6803" y="285"/>
                      <a:pt x="6803" y="285"/>
                      <a:pt x="6803" y="285"/>
                    </a:cubicBezTo>
                    <a:cubicBezTo>
                      <a:pt x="6110" y="105"/>
                      <a:pt x="5289" y="0"/>
                      <a:pt x="4409" y="0"/>
                    </a:cubicBezTo>
                    <a:cubicBezTo>
                      <a:pt x="1974" y="0"/>
                      <a:pt x="0" y="786"/>
                      <a:pt x="0" y="1753"/>
                    </a:cubicBezTo>
                    <a:cubicBezTo>
                      <a:pt x="0" y="2721"/>
                      <a:pt x="1974" y="3501"/>
                      <a:pt x="4409" y="3501"/>
                    </a:cubicBezTo>
                    <a:cubicBezTo>
                      <a:pt x="6838" y="3501"/>
                      <a:pt x="8813" y="2721"/>
                      <a:pt x="8813" y="1753"/>
                    </a:cubicBezTo>
                    <a:cubicBezTo>
                      <a:pt x="8813" y="1386"/>
                      <a:pt x="8533" y="1049"/>
                      <a:pt x="8056" y="769"/>
                    </a:cubicBezTo>
                    <a:close/>
                  </a:path>
                </a:pathLst>
              </a:custGeom>
              <a:solidFill>
                <a:srgbClr val="F7939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49" name="Google Shape;1949;p34"/>
              <p:cNvSpPr/>
              <p:nvPr/>
            </p:nvSpPr>
            <p:spPr>
              <a:xfrm>
                <a:off x="-3032693" y="4436320"/>
                <a:ext cx="1111700" cy="441762"/>
              </a:xfrm>
              <a:custGeom>
                <a:rect b="b" l="l" r="r" t="t"/>
                <a:pathLst>
                  <a:path extrusionOk="0" h="2604" w="6553">
                    <a:moveTo>
                      <a:pt x="6168" y="688"/>
                    </a:moveTo>
                    <a:lnTo>
                      <a:pt x="6168" y="688"/>
                    </a:lnTo>
                    <a:cubicBezTo>
                      <a:pt x="1503" y="2394"/>
                      <a:pt x="1503" y="2394"/>
                      <a:pt x="1503" y="2394"/>
                    </a:cubicBezTo>
                    <a:cubicBezTo>
                      <a:pt x="2009" y="2528"/>
                      <a:pt x="2621" y="2604"/>
                      <a:pt x="3279" y="2604"/>
                    </a:cubicBezTo>
                    <a:cubicBezTo>
                      <a:pt x="5085" y="2604"/>
                      <a:pt x="6553" y="2021"/>
                      <a:pt x="6553" y="1299"/>
                    </a:cubicBezTo>
                    <a:cubicBezTo>
                      <a:pt x="6553" y="1078"/>
                      <a:pt x="6413" y="868"/>
                      <a:pt x="6168" y="688"/>
                    </a:cubicBezTo>
                    <a:moveTo>
                      <a:pt x="3279" y="0"/>
                    </a:moveTo>
                    <a:lnTo>
                      <a:pt x="3279" y="0"/>
                    </a:lnTo>
                    <a:cubicBezTo>
                      <a:pt x="1467" y="0"/>
                      <a:pt x="0" y="583"/>
                      <a:pt x="0" y="1299"/>
                    </a:cubicBezTo>
                    <a:cubicBezTo>
                      <a:pt x="0" y="1509"/>
                      <a:pt x="117" y="1701"/>
                      <a:pt x="333" y="1876"/>
                    </a:cubicBezTo>
                    <a:cubicBezTo>
                      <a:pt x="4951" y="181"/>
                      <a:pt x="4951" y="181"/>
                      <a:pt x="4951" y="181"/>
                    </a:cubicBezTo>
                    <a:cubicBezTo>
                      <a:pt x="4461" y="64"/>
                      <a:pt x="3891" y="0"/>
                      <a:pt x="3279" y="0"/>
                    </a:cubicBezTo>
                    <a:close/>
                  </a:path>
                </a:pathLst>
              </a:custGeom>
              <a:solidFill>
                <a:srgbClr val="FFFFFF">
                  <a:alpha val="6013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0" name="Google Shape;1950;p34"/>
              <p:cNvSpPr/>
              <p:nvPr/>
            </p:nvSpPr>
            <p:spPr>
              <a:xfrm>
                <a:off x="-3135329" y="4422579"/>
                <a:ext cx="1187702" cy="481120"/>
              </a:xfrm>
              <a:custGeom>
                <a:rect b="b" l="l" r="r" t="t"/>
                <a:pathLst>
                  <a:path extrusionOk="0" h="2836" w="7001">
                    <a:moveTo>
                      <a:pt x="6272" y="448"/>
                    </a:moveTo>
                    <a:lnTo>
                      <a:pt x="6272" y="448"/>
                    </a:lnTo>
                    <a:cubicBezTo>
                      <a:pt x="6272" y="5"/>
                      <a:pt x="6272" y="5"/>
                      <a:pt x="6272" y="5"/>
                    </a:cubicBezTo>
                    <a:cubicBezTo>
                      <a:pt x="6278" y="5"/>
                      <a:pt x="6278" y="5"/>
                      <a:pt x="6278" y="5"/>
                    </a:cubicBezTo>
                    <a:cubicBezTo>
                      <a:pt x="6272" y="0"/>
                      <a:pt x="6272" y="0"/>
                      <a:pt x="6272" y="0"/>
                    </a:cubicBezTo>
                    <a:cubicBezTo>
                      <a:pt x="0" y="2301"/>
                      <a:pt x="0" y="2301"/>
                      <a:pt x="0" y="2301"/>
                    </a:cubicBezTo>
                    <a:cubicBezTo>
                      <a:pt x="279" y="2504"/>
                      <a:pt x="664" y="2691"/>
                      <a:pt x="1124" y="2836"/>
                    </a:cubicBezTo>
                    <a:cubicBezTo>
                      <a:pt x="7001" y="687"/>
                      <a:pt x="7001" y="687"/>
                      <a:pt x="7001" y="687"/>
                    </a:cubicBezTo>
                    <a:cubicBezTo>
                      <a:pt x="6779" y="594"/>
                      <a:pt x="6540" y="518"/>
                      <a:pt x="6272" y="448"/>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1" name="Google Shape;1951;p34"/>
              <p:cNvSpPr/>
              <p:nvPr/>
            </p:nvSpPr>
            <p:spPr>
              <a:xfrm>
                <a:off x="-3136347" y="4887921"/>
                <a:ext cx="3054" cy="4072"/>
              </a:xfrm>
              <a:custGeom>
                <a:rect b="b" l="l" r="r" t="t"/>
                <a:pathLst>
                  <a:path extrusionOk="0" h="24" w="18">
                    <a:moveTo>
                      <a:pt x="0" y="0"/>
                    </a:moveTo>
                    <a:lnTo>
                      <a:pt x="0" y="0"/>
                    </a:lnTo>
                    <a:cubicBezTo>
                      <a:pt x="0" y="12"/>
                      <a:pt x="0" y="24"/>
                      <a:pt x="0" y="24"/>
                    </a:cubicBezTo>
                    <a:lnTo>
                      <a:pt x="0" y="24"/>
                    </a:lnTo>
                    <a:cubicBezTo>
                      <a:pt x="18" y="12"/>
                      <a:pt x="18" y="12"/>
                      <a:pt x="18" y="12"/>
                    </a:cubicBezTo>
                    <a:cubicBezTo>
                      <a:pt x="11" y="6"/>
                      <a:pt x="6" y="0"/>
                      <a:pt x="0" y="0"/>
                    </a:cubicBezTo>
                    <a:close/>
                  </a:path>
                </a:pathLst>
              </a:custGeom>
              <a:solidFill>
                <a:srgbClr val="C9152E"/>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2" name="Google Shape;1952;p34"/>
              <p:cNvSpPr/>
              <p:nvPr/>
            </p:nvSpPr>
            <p:spPr>
              <a:xfrm>
                <a:off x="-3136347" y="4812937"/>
                <a:ext cx="82958" cy="77020"/>
              </a:xfrm>
              <a:custGeom>
                <a:rect b="b" l="l" r="r" t="t"/>
                <a:pathLst>
                  <a:path extrusionOk="0" h="454" w="489">
                    <a:moveTo>
                      <a:pt x="6" y="0"/>
                    </a:moveTo>
                    <a:lnTo>
                      <a:pt x="6" y="0"/>
                    </a:lnTo>
                    <a:cubicBezTo>
                      <a:pt x="0" y="0"/>
                      <a:pt x="0" y="0"/>
                      <a:pt x="0" y="0"/>
                    </a:cubicBezTo>
                    <a:cubicBezTo>
                      <a:pt x="0" y="0"/>
                      <a:pt x="0" y="343"/>
                      <a:pt x="0" y="442"/>
                    </a:cubicBezTo>
                    <a:cubicBezTo>
                      <a:pt x="6" y="442"/>
                      <a:pt x="11" y="448"/>
                      <a:pt x="18" y="454"/>
                    </a:cubicBezTo>
                    <a:cubicBezTo>
                      <a:pt x="489" y="285"/>
                      <a:pt x="489" y="285"/>
                      <a:pt x="489" y="285"/>
                    </a:cubicBezTo>
                    <a:cubicBezTo>
                      <a:pt x="303" y="198"/>
                      <a:pt x="140" y="99"/>
                      <a:pt x="6"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3" name="Google Shape;1953;p34"/>
              <p:cNvSpPr/>
              <p:nvPr/>
            </p:nvSpPr>
            <p:spPr>
              <a:xfrm>
                <a:off x="-3135329" y="4812937"/>
                <a:ext cx="81940" cy="48350"/>
              </a:xfrm>
              <a:custGeom>
                <a:rect b="b" l="l" r="r" t="t"/>
                <a:pathLst>
                  <a:path extrusionOk="0" h="285" w="483">
                    <a:moveTo>
                      <a:pt x="0" y="0"/>
                    </a:moveTo>
                    <a:lnTo>
                      <a:pt x="0" y="0"/>
                    </a:lnTo>
                    <a:lnTo>
                      <a:pt x="0" y="0"/>
                    </a:lnTo>
                    <a:cubicBezTo>
                      <a:pt x="134" y="99"/>
                      <a:pt x="297" y="198"/>
                      <a:pt x="483" y="285"/>
                    </a:cubicBezTo>
                    <a:lnTo>
                      <a:pt x="483" y="285"/>
                    </a:lnTo>
                    <a:cubicBezTo>
                      <a:pt x="297" y="198"/>
                      <a:pt x="140" y="99"/>
                      <a:pt x="0" y="0"/>
                    </a:cubicBezTo>
                    <a:close/>
                  </a:path>
                </a:pathLst>
              </a:custGeom>
              <a:solidFill>
                <a:srgbClr val="EF7981"/>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4" name="Google Shape;1954;p34"/>
              <p:cNvSpPr/>
              <p:nvPr/>
            </p:nvSpPr>
            <p:spPr>
              <a:xfrm>
                <a:off x="-3135329" y="4427498"/>
                <a:ext cx="1064029" cy="433789"/>
              </a:xfrm>
              <a:custGeom>
                <a:rect b="b" l="l" r="r" t="t"/>
                <a:pathLst>
                  <a:path extrusionOk="0" h="2557" w="6272">
                    <a:moveTo>
                      <a:pt x="6272" y="0"/>
                    </a:moveTo>
                    <a:lnTo>
                      <a:pt x="6272" y="0"/>
                    </a:lnTo>
                    <a:cubicBezTo>
                      <a:pt x="0" y="2272"/>
                      <a:pt x="0" y="2272"/>
                      <a:pt x="0" y="2272"/>
                    </a:cubicBezTo>
                    <a:cubicBezTo>
                      <a:pt x="140" y="2371"/>
                      <a:pt x="297" y="2470"/>
                      <a:pt x="483" y="2557"/>
                    </a:cubicBezTo>
                    <a:cubicBezTo>
                      <a:pt x="6272" y="443"/>
                      <a:pt x="6272" y="443"/>
                      <a:pt x="6272" y="443"/>
                    </a:cubicBezTo>
                    <a:cubicBezTo>
                      <a:pt x="6272" y="419"/>
                      <a:pt x="6272" y="419"/>
                      <a:pt x="6272" y="419"/>
                    </a:cubicBezTo>
                    <a:lnTo>
                      <a:pt x="6272" y="419"/>
                    </a:lnTo>
                    <a:cubicBezTo>
                      <a:pt x="6272" y="0"/>
                      <a:pt x="6272" y="0"/>
                      <a:pt x="627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5" name="Google Shape;1955;p34"/>
              <p:cNvSpPr/>
              <p:nvPr/>
            </p:nvSpPr>
            <p:spPr>
              <a:xfrm>
                <a:off x="-3189785" y="4761534"/>
                <a:ext cx="64296" cy="50385"/>
              </a:xfrm>
              <a:custGeom>
                <a:rect b="b" l="l" r="r" t="t"/>
                <a:pathLst>
                  <a:path extrusionOk="0" h="297" w="379">
                    <a:moveTo>
                      <a:pt x="0" y="0"/>
                    </a:moveTo>
                    <a:lnTo>
                      <a:pt x="0" y="0"/>
                    </a:lnTo>
                    <a:cubicBezTo>
                      <a:pt x="82" y="104"/>
                      <a:pt x="187" y="204"/>
                      <a:pt x="315" y="297"/>
                    </a:cubicBezTo>
                    <a:cubicBezTo>
                      <a:pt x="373" y="279"/>
                      <a:pt x="373" y="279"/>
                      <a:pt x="373" y="279"/>
                    </a:cubicBezTo>
                    <a:cubicBezTo>
                      <a:pt x="379" y="279"/>
                      <a:pt x="379" y="279"/>
                      <a:pt x="379" y="279"/>
                    </a:cubicBezTo>
                    <a:cubicBezTo>
                      <a:pt x="234" y="192"/>
                      <a:pt x="105" y="99"/>
                      <a:pt x="0" y="0"/>
                    </a:cubicBezTo>
                    <a:close/>
                  </a:path>
                </a:pathLst>
              </a:custGeom>
              <a:solidFill>
                <a:srgbClr val="FBB2B8"/>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6" name="Google Shape;1956;p34"/>
              <p:cNvSpPr/>
              <p:nvPr/>
            </p:nvSpPr>
            <p:spPr>
              <a:xfrm>
                <a:off x="-2510011" y="4969012"/>
                <a:ext cx="88047" cy="0"/>
              </a:xfrm>
              <a:custGeom>
                <a:rect b="b" l="l" r="r" t="t"/>
                <a:pathLst>
                  <a:path extrusionOk="0" h="120000" w="519">
                    <a:moveTo>
                      <a:pt x="210" y="0"/>
                    </a:moveTo>
                    <a:lnTo>
                      <a:pt x="210" y="0"/>
                    </a:lnTo>
                    <a:lnTo>
                      <a:pt x="204" y="0"/>
                    </a:lnTo>
                    <a:cubicBezTo>
                      <a:pt x="210" y="0"/>
                      <a:pt x="210" y="0"/>
                      <a:pt x="210" y="0"/>
                    </a:cubicBezTo>
                    <a:moveTo>
                      <a:pt x="181" y="0"/>
                    </a:moveTo>
                    <a:lnTo>
                      <a:pt x="181" y="0"/>
                    </a:lnTo>
                    <a:cubicBezTo>
                      <a:pt x="186" y="0"/>
                      <a:pt x="186" y="0"/>
                      <a:pt x="186" y="0"/>
                    </a:cubicBezTo>
                    <a:lnTo>
                      <a:pt x="181" y="0"/>
                    </a:lnTo>
                    <a:moveTo>
                      <a:pt x="221" y="0"/>
                    </a:moveTo>
                    <a:lnTo>
                      <a:pt x="221" y="0"/>
                    </a:lnTo>
                    <a:lnTo>
                      <a:pt x="216" y="0"/>
                    </a:lnTo>
                    <a:cubicBezTo>
                      <a:pt x="221" y="0"/>
                      <a:pt x="221" y="0"/>
                      <a:pt x="221" y="0"/>
                    </a:cubicBezTo>
                    <a:moveTo>
                      <a:pt x="169" y="0"/>
                    </a:moveTo>
                    <a:lnTo>
                      <a:pt x="169" y="0"/>
                    </a:lnTo>
                    <a:lnTo>
                      <a:pt x="175" y="0"/>
                    </a:lnTo>
                    <a:cubicBezTo>
                      <a:pt x="169" y="0"/>
                      <a:pt x="169" y="0"/>
                      <a:pt x="169" y="0"/>
                    </a:cubicBezTo>
                    <a:moveTo>
                      <a:pt x="233" y="0"/>
                    </a:moveTo>
                    <a:lnTo>
                      <a:pt x="233" y="0"/>
                    </a:lnTo>
                    <a:lnTo>
                      <a:pt x="227" y="0"/>
                    </a:lnTo>
                    <a:lnTo>
                      <a:pt x="233" y="0"/>
                    </a:lnTo>
                    <a:moveTo>
                      <a:pt x="157" y="0"/>
                    </a:moveTo>
                    <a:lnTo>
                      <a:pt x="157" y="0"/>
                    </a:lnTo>
                    <a:moveTo>
                      <a:pt x="245" y="0"/>
                    </a:moveTo>
                    <a:lnTo>
                      <a:pt x="245" y="0"/>
                    </a:lnTo>
                    <a:lnTo>
                      <a:pt x="239" y="0"/>
                    </a:lnTo>
                    <a:lnTo>
                      <a:pt x="245" y="0"/>
                    </a:lnTo>
                    <a:moveTo>
                      <a:pt x="146" y="0"/>
                    </a:moveTo>
                    <a:lnTo>
                      <a:pt x="146" y="0"/>
                    </a:lnTo>
                    <a:moveTo>
                      <a:pt x="256" y="0"/>
                    </a:moveTo>
                    <a:lnTo>
                      <a:pt x="256" y="0"/>
                    </a:lnTo>
                    <a:moveTo>
                      <a:pt x="134" y="0"/>
                    </a:moveTo>
                    <a:lnTo>
                      <a:pt x="134" y="0"/>
                    </a:lnTo>
                    <a:moveTo>
                      <a:pt x="268" y="0"/>
                    </a:moveTo>
                    <a:lnTo>
                      <a:pt x="268" y="0"/>
                    </a:lnTo>
                    <a:lnTo>
                      <a:pt x="262" y="0"/>
                    </a:lnTo>
                    <a:lnTo>
                      <a:pt x="268" y="0"/>
                    </a:lnTo>
                    <a:moveTo>
                      <a:pt x="122" y="0"/>
                    </a:moveTo>
                    <a:lnTo>
                      <a:pt x="122" y="0"/>
                    </a:lnTo>
                    <a:moveTo>
                      <a:pt x="280" y="0"/>
                    </a:moveTo>
                    <a:lnTo>
                      <a:pt x="280" y="0"/>
                    </a:lnTo>
                    <a:lnTo>
                      <a:pt x="274" y="0"/>
                    </a:lnTo>
                    <a:lnTo>
                      <a:pt x="280" y="0"/>
                    </a:lnTo>
                    <a:moveTo>
                      <a:pt x="291" y="0"/>
                    </a:moveTo>
                    <a:lnTo>
                      <a:pt x="291" y="0"/>
                    </a:lnTo>
                    <a:lnTo>
                      <a:pt x="285" y="0"/>
                    </a:lnTo>
                    <a:lnTo>
                      <a:pt x="291" y="0"/>
                    </a:lnTo>
                    <a:moveTo>
                      <a:pt x="99" y="0"/>
                    </a:moveTo>
                    <a:lnTo>
                      <a:pt x="99" y="0"/>
                    </a:lnTo>
                    <a:moveTo>
                      <a:pt x="303" y="0"/>
                    </a:moveTo>
                    <a:lnTo>
                      <a:pt x="303" y="0"/>
                    </a:lnTo>
                    <a:cubicBezTo>
                      <a:pt x="297" y="0"/>
                      <a:pt x="297" y="0"/>
                      <a:pt x="297" y="0"/>
                    </a:cubicBezTo>
                    <a:lnTo>
                      <a:pt x="303" y="0"/>
                    </a:lnTo>
                    <a:moveTo>
                      <a:pt x="87" y="0"/>
                    </a:moveTo>
                    <a:lnTo>
                      <a:pt x="87" y="0"/>
                    </a:lnTo>
                    <a:moveTo>
                      <a:pt x="314" y="0"/>
                    </a:moveTo>
                    <a:lnTo>
                      <a:pt x="314" y="0"/>
                    </a:lnTo>
                    <a:cubicBezTo>
                      <a:pt x="309" y="0"/>
                      <a:pt x="309" y="0"/>
                      <a:pt x="309" y="0"/>
                    </a:cubicBezTo>
                    <a:lnTo>
                      <a:pt x="314" y="0"/>
                    </a:lnTo>
                    <a:moveTo>
                      <a:pt x="76" y="0"/>
                    </a:moveTo>
                    <a:lnTo>
                      <a:pt x="76" y="0"/>
                    </a:lnTo>
                    <a:moveTo>
                      <a:pt x="321" y="0"/>
                    </a:moveTo>
                    <a:lnTo>
                      <a:pt x="321" y="0"/>
                    </a:lnTo>
                    <a:moveTo>
                      <a:pt x="338" y="0"/>
                    </a:moveTo>
                    <a:lnTo>
                      <a:pt x="338" y="0"/>
                    </a:lnTo>
                    <a:cubicBezTo>
                      <a:pt x="332" y="0"/>
                      <a:pt x="332" y="0"/>
                      <a:pt x="332" y="0"/>
                    </a:cubicBezTo>
                    <a:lnTo>
                      <a:pt x="338" y="0"/>
                    </a:lnTo>
                    <a:moveTo>
                      <a:pt x="47" y="0"/>
                    </a:moveTo>
                    <a:lnTo>
                      <a:pt x="47" y="0"/>
                    </a:lnTo>
                    <a:lnTo>
                      <a:pt x="52" y="0"/>
                    </a:lnTo>
                    <a:cubicBezTo>
                      <a:pt x="47" y="0"/>
                      <a:pt x="47" y="0"/>
                      <a:pt x="47" y="0"/>
                    </a:cubicBezTo>
                    <a:moveTo>
                      <a:pt x="344" y="0"/>
                    </a:moveTo>
                    <a:lnTo>
                      <a:pt x="344" y="0"/>
                    </a:lnTo>
                    <a:moveTo>
                      <a:pt x="35" y="0"/>
                    </a:moveTo>
                    <a:lnTo>
                      <a:pt x="35" y="0"/>
                    </a:lnTo>
                    <a:moveTo>
                      <a:pt x="355" y="0"/>
                    </a:moveTo>
                    <a:lnTo>
                      <a:pt x="355" y="0"/>
                    </a:lnTo>
                    <a:moveTo>
                      <a:pt x="367" y="0"/>
                    </a:moveTo>
                    <a:lnTo>
                      <a:pt x="367" y="0"/>
                    </a:lnTo>
                    <a:moveTo>
                      <a:pt x="379" y="0"/>
                    </a:moveTo>
                    <a:lnTo>
                      <a:pt x="379" y="0"/>
                    </a:lnTo>
                    <a:moveTo>
                      <a:pt x="0" y="0"/>
                    </a:moveTo>
                    <a:lnTo>
                      <a:pt x="0" y="0"/>
                    </a:lnTo>
                    <a:moveTo>
                      <a:pt x="391" y="0"/>
                    </a:moveTo>
                    <a:lnTo>
                      <a:pt x="391" y="0"/>
                    </a:lnTo>
                    <a:moveTo>
                      <a:pt x="402" y="0"/>
                    </a:moveTo>
                    <a:lnTo>
                      <a:pt x="402" y="0"/>
                    </a:lnTo>
                    <a:moveTo>
                      <a:pt x="413" y="0"/>
                    </a:moveTo>
                    <a:lnTo>
                      <a:pt x="413" y="0"/>
                    </a:lnTo>
                    <a:moveTo>
                      <a:pt x="425" y="0"/>
                    </a:moveTo>
                    <a:lnTo>
                      <a:pt x="425" y="0"/>
                    </a:lnTo>
                    <a:moveTo>
                      <a:pt x="449" y="0"/>
                    </a:moveTo>
                    <a:lnTo>
                      <a:pt x="449" y="0"/>
                    </a:lnTo>
                    <a:moveTo>
                      <a:pt x="460" y="0"/>
                    </a:moveTo>
                    <a:lnTo>
                      <a:pt x="460" y="0"/>
                    </a:lnTo>
                    <a:moveTo>
                      <a:pt x="483" y="0"/>
                    </a:moveTo>
                    <a:lnTo>
                      <a:pt x="483" y="0"/>
                    </a:lnTo>
                    <a:moveTo>
                      <a:pt x="519" y="0"/>
                    </a:moveTo>
                    <a:lnTo>
                      <a:pt x="519" y="0"/>
                    </a:ln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7" name="Google Shape;1957;p34"/>
              <p:cNvSpPr/>
              <p:nvPr/>
            </p:nvSpPr>
            <p:spPr>
              <a:xfrm>
                <a:off x="-2945664" y="4761534"/>
                <a:ext cx="1182782" cy="207479"/>
              </a:xfrm>
              <a:custGeom>
                <a:rect b="b" l="l" r="r" t="t"/>
                <a:pathLst>
                  <a:path extrusionOk="0" h="1223" w="6972">
                    <a:moveTo>
                      <a:pt x="6972" y="0"/>
                    </a:moveTo>
                    <a:lnTo>
                      <a:pt x="6972" y="0"/>
                    </a:lnTo>
                    <a:cubicBezTo>
                      <a:pt x="6284" y="634"/>
                      <a:pt x="4659" y="1083"/>
                      <a:pt x="2766" y="1083"/>
                    </a:cubicBezTo>
                    <a:cubicBezTo>
                      <a:pt x="1805" y="1083"/>
                      <a:pt x="920" y="967"/>
                      <a:pt x="185" y="774"/>
                    </a:cubicBezTo>
                    <a:cubicBezTo>
                      <a:pt x="6" y="838"/>
                      <a:pt x="6" y="838"/>
                      <a:pt x="6" y="838"/>
                    </a:cubicBezTo>
                    <a:lnTo>
                      <a:pt x="6" y="838"/>
                    </a:lnTo>
                    <a:cubicBezTo>
                      <a:pt x="0" y="838"/>
                      <a:pt x="0" y="838"/>
                      <a:pt x="0" y="838"/>
                    </a:cubicBezTo>
                    <a:lnTo>
                      <a:pt x="0" y="838"/>
                    </a:lnTo>
                    <a:cubicBezTo>
                      <a:pt x="710" y="1065"/>
                      <a:pt x="1595" y="1205"/>
                      <a:pt x="2568" y="1223"/>
                    </a:cubicBezTo>
                    <a:lnTo>
                      <a:pt x="2568" y="1223"/>
                    </a:lnTo>
                    <a:cubicBezTo>
                      <a:pt x="2579" y="1223"/>
                      <a:pt x="2591" y="1223"/>
                      <a:pt x="2603" y="1223"/>
                    </a:cubicBezTo>
                    <a:lnTo>
                      <a:pt x="2603" y="1223"/>
                    </a:lnTo>
                    <a:cubicBezTo>
                      <a:pt x="2609" y="1223"/>
                      <a:pt x="2615" y="1223"/>
                      <a:pt x="2615" y="1223"/>
                    </a:cubicBezTo>
                    <a:lnTo>
                      <a:pt x="2620" y="1223"/>
                    </a:lnTo>
                    <a:cubicBezTo>
                      <a:pt x="2626" y="1223"/>
                      <a:pt x="2632" y="1223"/>
                      <a:pt x="2644" y="1223"/>
                    </a:cubicBezTo>
                    <a:lnTo>
                      <a:pt x="2644" y="1223"/>
                    </a:lnTo>
                    <a:cubicBezTo>
                      <a:pt x="2644" y="1223"/>
                      <a:pt x="2649" y="1223"/>
                      <a:pt x="2655" y="1223"/>
                    </a:cubicBezTo>
                    <a:lnTo>
                      <a:pt x="2655" y="1223"/>
                    </a:lnTo>
                    <a:cubicBezTo>
                      <a:pt x="2655" y="1223"/>
                      <a:pt x="2661" y="1223"/>
                      <a:pt x="2667" y="1223"/>
                    </a:cubicBezTo>
                    <a:lnTo>
                      <a:pt x="2667" y="1223"/>
                    </a:lnTo>
                    <a:cubicBezTo>
                      <a:pt x="2673" y="1223"/>
                      <a:pt x="2685" y="1223"/>
                      <a:pt x="2690" y="1223"/>
                    </a:cubicBezTo>
                    <a:lnTo>
                      <a:pt x="2690" y="1223"/>
                    </a:lnTo>
                    <a:cubicBezTo>
                      <a:pt x="2696" y="1223"/>
                      <a:pt x="2696" y="1223"/>
                      <a:pt x="2702" y="1223"/>
                    </a:cubicBezTo>
                    <a:lnTo>
                      <a:pt x="2702" y="1223"/>
                    </a:lnTo>
                    <a:cubicBezTo>
                      <a:pt x="2708" y="1223"/>
                      <a:pt x="2714" y="1223"/>
                      <a:pt x="2714" y="1223"/>
                    </a:cubicBezTo>
                    <a:lnTo>
                      <a:pt x="2714" y="1223"/>
                    </a:lnTo>
                    <a:cubicBezTo>
                      <a:pt x="2719" y="1223"/>
                      <a:pt x="2725" y="1223"/>
                      <a:pt x="2725" y="1223"/>
                    </a:cubicBezTo>
                    <a:lnTo>
                      <a:pt x="2725" y="1223"/>
                    </a:lnTo>
                    <a:cubicBezTo>
                      <a:pt x="2731" y="1223"/>
                      <a:pt x="2737" y="1223"/>
                      <a:pt x="2737" y="1223"/>
                    </a:cubicBezTo>
                    <a:lnTo>
                      <a:pt x="2743" y="1223"/>
                    </a:lnTo>
                    <a:lnTo>
                      <a:pt x="2749" y="1223"/>
                    </a:lnTo>
                    <a:cubicBezTo>
                      <a:pt x="2754" y="1223"/>
                      <a:pt x="2754" y="1223"/>
                      <a:pt x="2754" y="1223"/>
                    </a:cubicBezTo>
                    <a:cubicBezTo>
                      <a:pt x="2754" y="1223"/>
                      <a:pt x="2760" y="1223"/>
                      <a:pt x="2766" y="1223"/>
                    </a:cubicBezTo>
                    <a:lnTo>
                      <a:pt x="2772" y="1223"/>
                    </a:lnTo>
                    <a:cubicBezTo>
                      <a:pt x="2778" y="1223"/>
                      <a:pt x="2778" y="1223"/>
                      <a:pt x="2778" y="1223"/>
                    </a:cubicBezTo>
                    <a:lnTo>
                      <a:pt x="2784" y="1223"/>
                    </a:lnTo>
                    <a:cubicBezTo>
                      <a:pt x="2789" y="1223"/>
                      <a:pt x="2789" y="1223"/>
                      <a:pt x="2789" y="1223"/>
                    </a:cubicBezTo>
                    <a:lnTo>
                      <a:pt x="2795" y="1223"/>
                    </a:lnTo>
                    <a:lnTo>
                      <a:pt x="2801" y="1223"/>
                    </a:lnTo>
                    <a:lnTo>
                      <a:pt x="2807" y="1223"/>
                    </a:lnTo>
                    <a:lnTo>
                      <a:pt x="2813" y="1223"/>
                    </a:lnTo>
                    <a:cubicBezTo>
                      <a:pt x="2813" y="1223"/>
                      <a:pt x="2819" y="1223"/>
                      <a:pt x="2824" y="1223"/>
                    </a:cubicBezTo>
                    <a:lnTo>
                      <a:pt x="2824" y="1223"/>
                    </a:lnTo>
                    <a:lnTo>
                      <a:pt x="2830" y="1223"/>
                    </a:lnTo>
                    <a:lnTo>
                      <a:pt x="2836" y="1223"/>
                    </a:lnTo>
                    <a:lnTo>
                      <a:pt x="2842" y="1223"/>
                    </a:lnTo>
                    <a:lnTo>
                      <a:pt x="2848" y="1223"/>
                    </a:lnTo>
                    <a:lnTo>
                      <a:pt x="2853" y="1223"/>
                    </a:lnTo>
                    <a:lnTo>
                      <a:pt x="2859" y="1223"/>
                    </a:lnTo>
                    <a:lnTo>
                      <a:pt x="2865" y="1223"/>
                    </a:lnTo>
                    <a:lnTo>
                      <a:pt x="2871" y="1223"/>
                    </a:lnTo>
                    <a:lnTo>
                      <a:pt x="2877" y="1223"/>
                    </a:lnTo>
                    <a:lnTo>
                      <a:pt x="2882" y="1223"/>
                    </a:lnTo>
                    <a:lnTo>
                      <a:pt x="2889" y="1223"/>
                    </a:lnTo>
                    <a:lnTo>
                      <a:pt x="2889" y="1223"/>
                    </a:lnTo>
                    <a:cubicBezTo>
                      <a:pt x="2894" y="1223"/>
                      <a:pt x="2900" y="1223"/>
                      <a:pt x="2900" y="1223"/>
                    </a:cubicBezTo>
                    <a:lnTo>
                      <a:pt x="2906" y="1223"/>
                    </a:lnTo>
                    <a:lnTo>
                      <a:pt x="2912" y="1223"/>
                    </a:lnTo>
                    <a:lnTo>
                      <a:pt x="2912" y="1223"/>
                    </a:lnTo>
                    <a:cubicBezTo>
                      <a:pt x="2918" y="1223"/>
                      <a:pt x="2923" y="1223"/>
                      <a:pt x="2923" y="1223"/>
                    </a:cubicBezTo>
                    <a:lnTo>
                      <a:pt x="2923" y="1223"/>
                    </a:lnTo>
                    <a:cubicBezTo>
                      <a:pt x="2929" y="1223"/>
                      <a:pt x="2935" y="1223"/>
                      <a:pt x="2935" y="1223"/>
                    </a:cubicBezTo>
                    <a:lnTo>
                      <a:pt x="2935" y="1223"/>
                    </a:lnTo>
                    <a:cubicBezTo>
                      <a:pt x="2941" y="1223"/>
                      <a:pt x="2947" y="1223"/>
                      <a:pt x="2947" y="1223"/>
                    </a:cubicBezTo>
                    <a:lnTo>
                      <a:pt x="2947" y="1223"/>
                    </a:lnTo>
                    <a:cubicBezTo>
                      <a:pt x="2952" y="1223"/>
                      <a:pt x="2952" y="1223"/>
                      <a:pt x="2959" y="1223"/>
                    </a:cubicBezTo>
                    <a:lnTo>
                      <a:pt x="2959" y="1223"/>
                    </a:lnTo>
                    <a:cubicBezTo>
                      <a:pt x="2964" y="1223"/>
                      <a:pt x="2964" y="1223"/>
                      <a:pt x="2970" y="1223"/>
                    </a:cubicBezTo>
                    <a:lnTo>
                      <a:pt x="2970" y="1223"/>
                    </a:lnTo>
                    <a:cubicBezTo>
                      <a:pt x="2976" y="1223"/>
                      <a:pt x="2976" y="1223"/>
                      <a:pt x="2981" y="1223"/>
                    </a:cubicBezTo>
                    <a:lnTo>
                      <a:pt x="2981" y="1223"/>
                    </a:lnTo>
                    <a:cubicBezTo>
                      <a:pt x="2988" y="1223"/>
                      <a:pt x="2988" y="1223"/>
                      <a:pt x="2993" y="1223"/>
                    </a:cubicBezTo>
                    <a:lnTo>
                      <a:pt x="2993" y="1223"/>
                    </a:lnTo>
                    <a:cubicBezTo>
                      <a:pt x="2999" y="1223"/>
                      <a:pt x="3011" y="1223"/>
                      <a:pt x="3017" y="1223"/>
                    </a:cubicBezTo>
                    <a:lnTo>
                      <a:pt x="3017" y="1223"/>
                    </a:lnTo>
                    <a:cubicBezTo>
                      <a:pt x="3022" y="1223"/>
                      <a:pt x="3022" y="1223"/>
                      <a:pt x="3028" y="1223"/>
                    </a:cubicBezTo>
                    <a:lnTo>
                      <a:pt x="3028" y="1223"/>
                    </a:lnTo>
                    <a:cubicBezTo>
                      <a:pt x="3034" y="1223"/>
                      <a:pt x="3046" y="1223"/>
                      <a:pt x="3051" y="1223"/>
                    </a:cubicBezTo>
                    <a:lnTo>
                      <a:pt x="3051" y="1223"/>
                    </a:lnTo>
                    <a:cubicBezTo>
                      <a:pt x="3063" y="1223"/>
                      <a:pt x="3075" y="1223"/>
                      <a:pt x="3087" y="1223"/>
                    </a:cubicBezTo>
                    <a:lnTo>
                      <a:pt x="3087" y="1223"/>
                    </a:lnTo>
                    <a:cubicBezTo>
                      <a:pt x="4916" y="1171"/>
                      <a:pt x="6442" y="670"/>
                      <a:pt x="6972"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8" name="Google Shape;1958;p34"/>
              <p:cNvSpPr/>
              <p:nvPr/>
            </p:nvSpPr>
            <p:spPr>
              <a:xfrm>
                <a:off x="-2944646" y="4892840"/>
                <a:ext cx="30367" cy="10857"/>
              </a:xfrm>
              <a:custGeom>
                <a:rect b="b" l="l" r="r" t="t"/>
                <a:pathLst>
                  <a:path extrusionOk="0" h="64" w="179">
                    <a:moveTo>
                      <a:pt x="179" y="0"/>
                    </a:moveTo>
                    <a:lnTo>
                      <a:pt x="179" y="0"/>
                    </a:lnTo>
                    <a:cubicBezTo>
                      <a:pt x="0" y="64"/>
                      <a:pt x="0" y="64"/>
                      <a:pt x="0" y="64"/>
                    </a:cubicBezTo>
                    <a:lnTo>
                      <a:pt x="0" y="64"/>
                    </a:lnTo>
                    <a:cubicBezTo>
                      <a:pt x="179" y="0"/>
                      <a:pt x="179" y="0"/>
                      <a:pt x="179" y="0"/>
                    </a:cubicBezTo>
                    <a:close/>
                  </a:path>
                </a:pathLst>
              </a:custGeom>
              <a:solidFill>
                <a:srgbClr val="E95D76"/>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59" name="Google Shape;1959;p34"/>
              <p:cNvSpPr/>
              <p:nvPr/>
            </p:nvSpPr>
            <p:spPr>
              <a:xfrm>
                <a:off x="-2607897" y="5270475"/>
                <a:ext cx="137414" cy="4920"/>
              </a:xfrm>
              <a:custGeom>
                <a:rect b="b" l="l" r="r" t="t"/>
                <a:pathLst>
                  <a:path extrusionOk="0" h="29" w="810">
                    <a:moveTo>
                      <a:pt x="781" y="29"/>
                    </a:moveTo>
                    <a:lnTo>
                      <a:pt x="781" y="29"/>
                    </a:lnTo>
                    <a:lnTo>
                      <a:pt x="775" y="29"/>
                    </a:lnTo>
                    <a:lnTo>
                      <a:pt x="781" y="29"/>
                    </a:lnTo>
                    <a:moveTo>
                      <a:pt x="763" y="29"/>
                    </a:moveTo>
                    <a:lnTo>
                      <a:pt x="763" y="29"/>
                    </a:lnTo>
                    <a:cubicBezTo>
                      <a:pt x="769" y="29"/>
                      <a:pt x="769" y="29"/>
                      <a:pt x="775" y="29"/>
                    </a:cubicBezTo>
                    <a:lnTo>
                      <a:pt x="775" y="29"/>
                    </a:lnTo>
                    <a:cubicBezTo>
                      <a:pt x="769" y="29"/>
                      <a:pt x="769" y="29"/>
                      <a:pt x="763" y="29"/>
                    </a:cubicBezTo>
                    <a:moveTo>
                      <a:pt x="787" y="29"/>
                    </a:moveTo>
                    <a:lnTo>
                      <a:pt x="787" y="29"/>
                    </a:lnTo>
                    <a:moveTo>
                      <a:pt x="758" y="29"/>
                    </a:moveTo>
                    <a:lnTo>
                      <a:pt x="758" y="29"/>
                    </a:lnTo>
                    <a:cubicBezTo>
                      <a:pt x="763" y="29"/>
                      <a:pt x="763" y="29"/>
                      <a:pt x="763" y="29"/>
                    </a:cubicBezTo>
                    <a:lnTo>
                      <a:pt x="758" y="29"/>
                    </a:lnTo>
                    <a:moveTo>
                      <a:pt x="793" y="29"/>
                    </a:moveTo>
                    <a:lnTo>
                      <a:pt x="793" y="29"/>
                    </a:lnTo>
                    <a:moveTo>
                      <a:pt x="752" y="29"/>
                    </a:moveTo>
                    <a:lnTo>
                      <a:pt x="752" y="29"/>
                    </a:lnTo>
                    <a:lnTo>
                      <a:pt x="758" y="29"/>
                    </a:lnTo>
                    <a:lnTo>
                      <a:pt x="752" y="29"/>
                    </a:lnTo>
                    <a:moveTo>
                      <a:pt x="798" y="29"/>
                    </a:moveTo>
                    <a:lnTo>
                      <a:pt x="798" y="29"/>
                    </a:lnTo>
                    <a:moveTo>
                      <a:pt x="804" y="29"/>
                    </a:moveTo>
                    <a:lnTo>
                      <a:pt x="804" y="29"/>
                    </a:lnTo>
                    <a:moveTo>
                      <a:pt x="810" y="29"/>
                    </a:moveTo>
                    <a:lnTo>
                      <a:pt x="810" y="29"/>
                    </a:lnTo>
                    <a:moveTo>
                      <a:pt x="47" y="5"/>
                    </a:moveTo>
                    <a:lnTo>
                      <a:pt x="47" y="5"/>
                    </a:lnTo>
                    <a:cubicBezTo>
                      <a:pt x="274" y="23"/>
                      <a:pt x="513" y="29"/>
                      <a:pt x="752" y="29"/>
                    </a:cubicBezTo>
                    <a:cubicBezTo>
                      <a:pt x="513" y="29"/>
                      <a:pt x="274" y="23"/>
                      <a:pt x="47" y="5"/>
                    </a:cubicBezTo>
                    <a:moveTo>
                      <a:pt x="41" y="5"/>
                    </a:moveTo>
                    <a:lnTo>
                      <a:pt x="41" y="5"/>
                    </a:lnTo>
                    <a:lnTo>
                      <a:pt x="47" y="5"/>
                    </a:lnTo>
                    <a:lnTo>
                      <a:pt x="41" y="5"/>
                    </a:lnTo>
                    <a:moveTo>
                      <a:pt x="18" y="5"/>
                    </a:moveTo>
                    <a:lnTo>
                      <a:pt x="18" y="5"/>
                    </a:lnTo>
                    <a:cubicBezTo>
                      <a:pt x="29" y="5"/>
                      <a:pt x="35" y="5"/>
                      <a:pt x="41" y="5"/>
                    </a:cubicBezTo>
                    <a:cubicBezTo>
                      <a:pt x="35" y="5"/>
                      <a:pt x="29" y="5"/>
                      <a:pt x="18" y="5"/>
                    </a:cubicBezTo>
                    <a:moveTo>
                      <a:pt x="12" y="5"/>
                    </a:moveTo>
                    <a:lnTo>
                      <a:pt x="12" y="5"/>
                    </a:lnTo>
                    <a:lnTo>
                      <a:pt x="18" y="5"/>
                    </a:lnTo>
                    <a:lnTo>
                      <a:pt x="12" y="5"/>
                    </a:lnTo>
                    <a:moveTo>
                      <a:pt x="6" y="0"/>
                    </a:moveTo>
                    <a:lnTo>
                      <a:pt x="6" y="0"/>
                    </a:lnTo>
                    <a:lnTo>
                      <a:pt x="12" y="0"/>
                    </a:lnTo>
                    <a:lnTo>
                      <a:pt x="6" y="0"/>
                    </a:lnTo>
                    <a:moveTo>
                      <a:pt x="0" y="0"/>
                    </a:moveTo>
                    <a:lnTo>
                      <a:pt x="0" y="0"/>
                    </a:lnTo>
                    <a:close/>
                  </a:path>
                </a:pathLst>
              </a:custGeom>
              <a:solidFill>
                <a:srgbClr val="F2BAC4"/>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0" name="Google Shape;1960;p34"/>
              <p:cNvSpPr/>
              <p:nvPr/>
            </p:nvSpPr>
            <p:spPr>
              <a:xfrm>
                <a:off x="-3027603" y="5153758"/>
                <a:ext cx="965125" cy="121637"/>
              </a:xfrm>
              <a:custGeom>
                <a:rect b="b" l="l" r="r" t="t"/>
                <a:pathLst>
                  <a:path extrusionOk="0" h="717" w="5689">
                    <a:moveTo>
                      <a:pt x="0" y="0"/>
                    </a:moveTo>
                    <a:lnTo>
                      <a:pt x="0" y="0"/>
                    </a:lnTo>
                    <a:cubicBezTo>
                      <a:pt x="0" y="146"/>
                      <a:pt x="0" y="146"/>
                      <a:pt x="0" y="146"/>
                    </a:cubicBezTo>
                    <a:cubicBezTo>
                      <a:pt x="639" y="426"/>
                      <a:pt x="1502" y="623"/>
                      <a:pt x="2474" y="688"/>
                    </a:cubicBezTo>
                    <a:lnTo>
                      <a:pt x="2474" y="688"/>
                    </a:lnTo>
                    <a:cubicBezTo>
                      <a:pt x="2480" y="688"/>
                      <a:pt x="2480" y="688"/>
                      <a:pt x="2480" y="688"/>
                    </a:cubicBezTo>
                    <a:lnTo>
                      <a:pt x="2486" y="688"/>
                    </a:lnTo>
                    <a:cubicBezTo>
                      <a:pt x="2486" y="693"/>
                      <a:pt x="2486" y="693"/>
                      <a:pt x="2486" y="693"/>
                    </a:cubicBezTo>
                    <a:lnTo>
                      <a:pt x="2492" y="693"/>
                    </a:lnTo>
                    <a:lnTo>
                      <a:pt x="2492" y="693"/>
                    </a:lnTo>
                    <a:cubicBezTo>
                      <a:pt x="2503" y="693"/>
                      <a:pt x="2509" y="693"/>
                      <a:pt x="2515" y="693"/>
                    </a:cubicBezTo>
                    <a:lnTo>
                      <a:pt x="2515" y="693"/>
                    </a:lnTo>
                    <a:lnTo>
                      <a:pt x="2521" y="693"/>
                    </a:lnTo>
                    <a:lnTo>
                      <a:pt x="2521" y="693"/>
                    </a:lnTo>
                    <a:cubicBezTo>
                      <a:pt x="2748" y="711"/>
                      <a:pt x="2987" y="717"/>
                      <a:pt x="3226" y="717"/>
                    </a:cubicBezTo>
                    <a:lnTo>
                      <a:pt x="3226" y="717"/>
                    </a:lnTo>
                    <a:lnTo>
                      <a:pt x="3232" y="717"/>
                    </a:lnTo>
                    <a:lnTo>
                      <a:pt x="3232" y="717"/>
                    </a:lnTo>
                    <a:cubicBezTo>
                      <a:pt x="3237" y="717"/>
                      <a:pt x="3237" y="717"/>
                      <a:pt x="3237" y="717"/>
                    </a:cubicBezTo>
                    <a:lnTo>
                      <a:pt x="3237" y="717"/>
                    </a:lnTo>
                    <a:cubicBezTo>
                      <a:pt x="3243" y="717"/>
                      <a:pt x="3243" y="717"/>
                      <a:pt x="3249" y="717"/>
                    </a:cubicBezTo>
                    <a:lnTo>
                      <a:pt x="3249" y="717"/>
                    </a:lnTo>
                    <a:lnTo>
                      <a:pt x="3255" y="717"/>
                    </a:lnTo>
                    <a:lnTo>
                      <a:pt x="3261" y="717"/>
                    </a:lnTo>
                    <a:lnTo>
                      <a:pt x="3261" y="717"/>
                    </a:lnTo>
                    <a:lnTo>
                      <a:pt x="3267" y="717"/>
                    </a:lnTo>
                    <a:lnTo>
                      <a:pt x="3267" y="717"/>
                    </a:lnTo>
                    <a:lnTo>
                      <a:pt x="3272" y="717"/>
                    </a:lnTo>
                    <a:lnTo>
                      <a:pt x="3272" y="717"/>
                    </a:lnTo>
                    <a:cubicBezTo>
                      <a:pt x="3278" y="717"/>
                      <a:pt x="3278" y="717"/>
                      <a:pt x="3278" y="717"/>
                    </a:cubicBezTo>
                    <a:lnTo>
                      <a:pt x="3278" y="717"/>
                    </a:lnTo>
                    <a:cubicBezTo>
                      <a:pt x="3284" y="717"/>
                      <a:pt x="3284" y="717"/>
                      <a:pt x="3284" y="717"/>
                    </a:cubicBezTo>
                    <a:lnTo>
                      <a:pt x="3284" y="717"/>
                    </a:lnTo>
                    <a:cubicBezTo>
                      <a:pt x="4175" y="711"/>
                      <a:pt x="5002" y="606"/>
                      <a:pt x="5689" y="426"/>
                    </a:cubicBezTo>
                    <a:cubicBezTo>
                      <a:pt x="5689" y="262"/>
                      <a:pt x="5689" y="262"/>
                      <a:pt x="5689" y="262"/>
                    </a:cubicBezTo>
                    <a:cubicBezTo>
                      <a:pt x="4985" y="443"/>
                      <a:pt x="4146" y="548"/>
                      <a:pt x="3249" y="548"/>
                    </a:cubicBezTo>
                    <a:cubicBezTo>
                      <a:pt x="1968" y="548"/>
                      <a:pt x="814" y="338"/>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1" name="Google Shape;1961;p34"/>
              <p:cNvSpPr/>
              <p:nvPr/>
            </p:nvSpPr>
            <p:spPr>
              <a:xfrm>
                <a:off x="-2062482" y="5019397"/>
                <a:ext cx="326232" cy="206631"/>
              </a:xfrm>
              <a:custGeom>
                <a:rect b="b" l="l" r="r" t="t"/>
                <a:pathLst>
                  <a:path extrusionOk="0" h="1218" w="1923">
                    <a:moveTo>
                      <a:pt x="1923" y="0"/>
                    </a:moveTo>
                    <a:lnTo>
                      <a:pt x="1923" y="0"/>
                    </a:lnTo>
                    <a:cubicBezTo>
                      <a:pt x="1649" y="442"/>
                      <a:pt x="944" y="815"/>
                      <a:pt x="0" y="1054"/>
                    </a:cubicBezTo>
                    <a:cubicBezTo>
                      <a:pt x="0" y="1218"/>
                      <a:pt x="0" y="1218"/>
                      <a:pt x="0" y="1218"/>
                    </a:cubicBezTo>
                    <a:cubicBezTo>
                      <a:pt x="1020" y="943"/>
                      <a:pt x="1742" y="507"/>
                      <a:pt x="1923"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2" name="Google Shape;1962;p34"/>
              <p:cNvSpPr/>
              <p:nvPr/>
            </p:nvSpPr>
            <p:spPr>
              <a:xfrm>
                <a:off x="-3216420" y="5019397"/>
                <a:ext cx="188818" cy="159129"/>
              </a:xfrm>
              <a:custGeom>
                <a:rect b="b" l="l" r="r" t="t"/>
                <a:pathLst>
                  <a:path extrusionOk="0" h="938" w="1113">
                    <a:moveTo>
                      <a:pt x="0" y="0"/>
                    </a:moveTo>
                    <a:lnTo>
                      <a:pt x="0" y="0"/>
                    </a:lnTo>
                    <a:cubicBezTo>
                      <a:pt x="122" y="361"/>
                      <a:pt x="524" y="681"/>
                      <a:pt x="1113" y="938"/>
                    </a:cubicBezTo>
                    <a:cubicBezTo>
                      <a:pt x="1113" y="792"/>
                      <a:pt x="1113" y="792"/>
                      <a:pt x="1113" y="792"/>
                    </a:cubicBezTo>
                    <a:cubicBezTo>
                      <a:pt x="577" y="577"/>
                      <a:pt x="187" y="303"/>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sp>
          <p:nvSpPr>
            <p:cNvPr id="1963" name="Google Shape;1963;p34"/>
            <p:cNvSpPr/>
            <p:nvPr/>
          </p:nvSpPr>
          <p:spPr>
            <a:xfrm>
              <a:off x="-3853783" y="4446159"/>
              <a:ext cx="57341" cy="0"/>
            </a:xfrm>
            <a:custGeom>
              <a:rect b="b" l="l" r="r" t="t"/>
              <a:pathLst>
                <a:path extrusionOk="0" h="120000" w="338">
                  <a:moveTo>
                    <a:pt x="215" y="0"/>
                  </a:moveTo>
                  <a:lnTo>
                    <a:pt x="215" y="0"/>
                  </a:lnTo>
                  <a:lnTo>
                    <a:pt x="210" y="0"/>
                  </a:lnTo>
                  <a:lnTo>
                    <a:pt x="215" y="0"/>
                  </a:lnTo>
                  <a:moveTo>
                    <a:pt x="204" y="0"/>
                  </a:moveTo>
                  <a:lnTo>
                    <a:pt x="204" y="0"/>
                  </a:lnTo>
                  <a:lnTo>
                    <a:pt x="210" y="0"/>
                  </a:lnTo>
                  <a:lnTo>
                    <a:pt x="204" y="0"/>
                  </a:lnTo>
                  <a:moveTo>
                    <a:pt x="222" y="0"/>
                  </a:moveTo>
                  <a:lnTo>
                    <a:pt x="222" y="0"/>
                  </a:lnTo>
                  <a:moveTo>
                    <a:pt x="198" y="0"/>
                  </a:moveTo>
                  <a:lnTo>
                    <a:pt x="198" y="0"/>
                  </a:lnTo>
                  <a:moveTo>
                    <a:pt x="233" y="0"/>
                  </a:moveTo>
                  <a:lnTo>
                    <a:pt x="233" y="0"/>
                  </a:lnTo>
                  <a:cubicBezTo>
                    <a:pt x="227" y="0"/>
                    <a:pt x="227" y="0"/>
                    <a:pt x="227" y="0"/>
                  </a:cubicBezTo>
                  <a:lnTo>
                    <a:pt x="233" y="0"/>
                  </a:lnTo>
                  <a:moveTo>
                    <a:pt x="186" y="0"/>
                  </a:moveTo>
                  <a:lnTo>
                    <a:pt x="186" y="0"/>
                  </a:lnTo>
                  <a:cubicBezTo>
                    <a:pt x="192" y="0"/>
                    <a:pt x="192" y="0"/>
                    <a:pt x="192" y="0"/>
                  </a:cubicBezTo>
                  <a:lnTo>
                    <a:pt x="186" y="0"/>
                  </a:lnTo>
                  <a:moveTo>
                    <a:pt x="239" y="0"/>
                  </a:moveTo>
                  <a:lnTo>
                    <a:pt x="239" y="0"/>
                  </a:lnTo>
                  <a:cubicBezTo>
                    <a:pt x="233" y="0"/>
                    <a:pt x="233" y="0"/>
                    <a:pt x="233" y="0"/>
                  </a:cubicBezTo>
                  <a:lnTo>
                    <a:pt x="239" y="0"/>
                  </a:lnTo>
                  <a:moveTo>
                    <a:pt x="181" y="0"/>
                  </a:moveTo>
                  <a:lnTo>
                    <a:pt x="181" y="0"/>
                  </a:lnTo>
                  <a:cubicBezTo>
                    <a:pt x="186" y="0"/>
                    <a:pt x="186" y="0"/>
                    <a:pt x="186" y="0"/>
                  </a:cubicBezTo>
                  <a:lnTo>
                    <a:pt x="181" y="0"/>
                  </a:lnTo>
                  <a:moveTo>
                    <a:pt x="244" y="0"/>
                  </a:moveTo>
                  <a:lnTo>
                    <a:pt x="244" y="0"/>
                  </a:lnTo>
                  <a:lnTo>
                    <a:pt x="239" y="0"/>
                  </a:lnTo>
                  <a:lnTo>
                    <a:pt x="244" y="0"/>
                  </a:lnTo>
                  <a:moveTo>
                    <a:pt x="175" y="0"/>
                  </a:moveTo>
                  <a:lnTo>
                    <a:pt x="175" y="0"/>
                  </a:lnTo>
                  <a:lnTo>
                    <a:pt x="181" y="0"/>
                  </a:lnTo>
                  <a:lnTo>
                    <a:pt x="175" y="0"/>
                  </a:lnTo>
                  <a:moveTo>
                    <a:pt x="251" y="0"/>
                  </a:moveTo>
                  <a:lnTo>
                    <a:pt x="251" y="0"/>
                  </a:lnTo>
                  <a:lnTo>
                    <a:pt x="244" y="0"/>
                  </a:lnTo>
                  <a:cubicBezTo>
                    <a:pt x="251" y="0"/>
                    <a:pt x="251" y="0"/>
                    <a:pt x="251" y="0"/>
                  </a:cubicBezTo>
                  <a:moveTo>
                    <a:pt x="169" y="0"/>
                  </a:moveTo>
                  <a:lnTo>
                    <a:pt x="169" y="0"/>
                  </a:lnTo>
                  <a:lnTo>
                    <a:pt x="175" y="0"/>
                  </a:lnTo>
                  <a:cubicBezTo>
                    <a:pt x="169" y="0"/>
                    <a:pt x="169" y="0"/>
                    <a:pt x="169" y="0"/>
                  </a:cubicBezTo>
                  <a:moveTo>
                    <a:pt x="256" y="0"/>
                  </a:moveTo>
                  <a:lnTo>
                    <a:pt x="256" y="0"/>
                  </a:lnTo>
                  <a:moveTo>
                    <a:pt x="163" y="0"/>
                  </a:moveTo>
                  <a:lnTo>
                    <a:pt x="163" y="0"/>
                  </a:lnTo>
                  <a:moveTo>
                    <a:pt x="262" y="0"/>
                  </a:moveTo>
                  <a:lnTo>
                    <a:pt x="262" y="0"/>
                  </a:lnTo>
                  <a:moveTo>
                    <a:pt x="157" y="0"/>
                  </a:moveTo>
                  <a:lnTo>
                    <a:pt x="157" y="0"/>
                  </a:lnTo>
                  <a:moveTo>
                    <a:pt x="268" y="0"/>
                  </a:moveTo>
                  <a:lnTo>
                    <a:pt x="268" y="0"/>
                  </a:lnTo>
                  <a:moveTo>
                    <a:pt x="152" y="0"/>
                  </a:moveTo>
                  <a:lnTo>
                    <a:pt x="152" y="0"/>
                  </a:lnTo>
                  <a:moveTo>
                    <a:pt x="280" y="0"/>
                  </a:moveTo>
                  <a:lnTo>
                    <a:pt x="280" y="0"/>
                  </a:lnTo>
                  <a:cubicBezTo>
                    <a:pt x="274" y="0"/>
                    <a:pt x="274" y="0"/>
                    <a:pt x="274" y="0"/>
                  </a:cubicBezTo>
                  <a:lnTo>
                    <a:pt x="280" y="0"/>
                  </a:lnTo>
                  <a:moveTo>
                    <a:pt x="140" y="0"/>
                  </a:moveTo>
                  <a:lnTo>
                    <a:pt x="140" y="0"/>
                  </a:lnTo>
                  <a:lnTo>
                    <a:pt x="146" y="0"/>
                  </a:lnTo>
                  <a:lnTo>
                    <a:pt x="140" y="0"/>
                  </a:lnTo>
                  <a:moveTo>
                    <a:pt x="134" y="0"/>
                  </a:moveTo>
                  <a:lnTo>
                    <a:pt x="134" y="0"/>
                  </a:lnTo>
                  <a:lnTo>
                    <a:pt x="140" y="0"/>
                  </a:lnTo>
                  <a:cubicBezTo>
                    <a:pt x="134" y="0"/>
                    <a:pt x="134" y="0"/>
                    <a:pt x="134" y="0"/>
                  </a:cubicBezTo>
                  <a:moveTo>
                    <a:pt x="303" y="0"/>
                  </a:moveTo>
                  <a:lnTo>
                    <a:pt x="303" y="0"/>
                  </a:lnTo>
                  <a:lnTo>
                    <a:pt x="297" y="0"/>
                  </a:lnTo>
                  <a:lnTo>
                    <a:pt x="303" y="0"/>
                  </a:lnTo>
                  <a:moveTo>
                    <a:pt x="116" y="0"/>
                  </a:moveTo>
                  <a:lnTo>
                    <a:pt x="116" y="0"/>
                  </a:lnTo>
                  <a:lnTo>
                    <a:pt x="123" y="0"/>
                  </a:lnTo>
                  <a:lnTo>
                    <a:pt x="116" y="0"/>
                  </a:lnTo>
                  <a:moveTo>
                    <a:pt x="309" y="0"/>
                  </a:moveTo>
                  <a:lnTo>
                    <a:pt x="309" y="0"/>
                  </a:lnTo>
                  <a:lnTo>
                    <a:pt x="303" y="0"/>
                  </a:lnTo>
                  <a:cubicBezTo>
                    <a:pt x="309" y="0"/>
                    <a:pt x="309" y="0"/>
                    <a:pt x="309" y="0"/>
                  </a:cubicBezTo>
                  <a:moveTo>
                    <a:pt x="111" y="0"/>
                  </a:moveTo>
                  <a:lnTo>
                    <a:pt x="111" y="0"/>
                  </a:lnTo>
                  <a:lnTo>
                    <a:pt x="116" y="0"/>
                  </a:lnTo>
                  <a:lnTo>
                    <a:pt x="111" y="0"/>
                  </a:lnTo>
                  <a:moveTo>
                    <a:pt x="314" y="0"/>
                  </a:moveTo>
                  <a:lnTo>
                    <a:pt x="314" y="0"/>
                  </a:lnTo>
                  <a:moveTo>
                    <a:pt x="105" y="0"/>
                  </a:moveTo>
                  <a:lnTo>
                    <a:pt x="105" y="0"/>
                  </a:lnTo>
                  <a:lnTo>
                    <a:pt x="111" y="0"/>
                  </a:lnTo>
                  <a:cubicBezTo>
                    <a:pt x="105" y="0"/>
                    <a:pt x="105" y="0"/>
                    <a:pt x="105" y="0"/>
                  </a:cubicBezTo>
                  <a:moveTo>
                    <a:pt x="321" y="0"/>
                  </a:moveTo>
                  <a:lnTo>
                    <a:pt x="321" y="0"/>
                  </a:lnTo>
                  <a:moveTo>
                    <a:pt x="99" y="0"/>
                  </a:moveTo>
                  <a:lnTo>
                    <a:pt x="99" y="0"/>
                  </a:lnTo>
                  <a:moveTo>
                    <a:pt x="326" y="0"/>
                  </a:moveTo>
                  <a:lnTo>
                    <a:pt x="326" y="0"/>
                  </a:lnTo>
                  <a:moveTo>
                    <a:pt x="93" y="0"/>
                  </a:moveTo>
                  <a:lnTo>
                    <a:pt x="93" y="0"/>
                  </a:lnTo>
                  <a:moveTo>
                    <a:pt x="332" y="0"/>
                  </a:moveTo>
                  <a:lnTo>
                    <a:pt x="332" y="0"/>
                  </a:lnTo>
                  <a:moveTo>
                    <a:pt x="87" y="0"/>
                  </a:moveTo>
                  <a:lnTo>
                    <a:pt x="87" y="0"/>
                  </a:lnTo>
                  <a:moveTo>
                    <a:pt x="338" y="0"/>
                  </a:moveTo>
                  <a:lnTo>
                    <a:pt x="338" y="0"/>
                  </a:lnTo>
                  <a:moveTo>
                    <a:pt x="76" y="0"/>
                  </a:moveTo>
                  <a:lnTo>
                    <a:pt x="76" y="0"/>
                  </a:lnTo>
                  <a:lnTo>
                    <a:pt x="82" y="0"/>
                  </a:lnTo>
                  <a:lnTo>
                    <a:pt x="76" y="0"/>
                  </a:lnTo>
                  <a:moveTo>
                    <a:pt x="70" y="0"/>
                  </a:moveTo>
                  <a:lnTo>
                    <a:pt x="70" y="0"/>
                  </a:lnTo>
                  <a:lnTo>
                    <a:pt x="76" y="0"/>
                  </a:lnTo>
                  <a:lnTo>
                    <a:pt x="70" y="0"/>
                  </a:lnTo>
                  <a:moveTo>
                    <a:pt x="64" y="0"/>
                  </a:moveTo>
                  <a:lnTo>
                    <a:pt x="64" y="0"/>
                  </a:lnTo>
                  <a:moveTo>
                    <a:pt x="47" y="0"/>
                  </a:moveTo>
                  <a:lnTo>
                    <a:pt x="47" y="0"/>
                  </a:lnTo>
                  <a:moveTo>
                    <a:pt x="41" y="0"/>
                  </a:moveTo>
                  <a:lnTo>
                    <a:pt x="41" y="0"/>
                  </a:lnTo>
                  <a:moveTo>
                    <a:pt x="35" y="0"/>
                  </a:moveTo>
                  <a:lnTo>
                    <a:pt x="35" y="0"/>
                  </a:lnTo>
                  <a:moveTo>
                    <a:pt x="29" y="0"/>
                  </a:moveTo>
                  <a:lnTo>
                    <a:pt x="29" y="0"/>
                  </a:lnTo>
                  <a:moveTo>
                    <a:pt x="24" y="0"/>
                  </a:moveTo>
                  <a:lnTo>
                    <a:pt x="24" y="0"/>
                  </a:lnTo>
                  <a:moveTo>
                    <a:pt x="17" y="0"/>
                  </a:moveTo>
                  <a:lnTo>
                    <a:pt x="17" y="0"/>
                  </a:lnTo>
                  <a:moveTo>
                    <a:pt x="6" y="0"/>
                  </a:moveTo>
                  <a:lnTo>
                    <a:pt x="6" y="0"/>
                  </a:lnTo>
                  <a:lnTo>
                    <a:pt x="12" y="0"/>
                  </a:lnTo>
                  <a:cubicBezTo>
                    <a:pt x="6" y="0"/>
                    <a:pt x="6" y="0"/>
                    <a:pt x="6" y="0"/>
                  </a:cubicBezTo>
                  <a:moveTo>
                    <a:pt x="0" y="0"/>
                  </a:moveTo>
                  <a:lnTo>
                    <a:pt x="0" y="0"/>
                  </a:lnTo>
                  <a:close/>
                </a:path>
              </a:pathLst>
            </a:custGeom>
            <a:solidFill>
              <a:srgbClr val="D41B3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4" name="Google Shape;1964;p34"/>
            <p:cNvSpPr/>
            <p:nvPr/>
          </p:nvSpPr>
          <p:spPr>
            <a:xfrm>
              <a:off x="-4369679" y="4325710"/>
              <a:ext cx="1007028" cy="120450"/>
            </a:xfrm>
            <a:custGeom>
              <a:rect b="b" l="l" r="r" t="t"/>
              <a:pathLst>
                <a:path extrusionOk="0" h="710" w="5936">
                  <a:moveTo>
                    <a:pt x="0" y="0"/>
                  </a:moveTo>
                  <a:lnTo>
                    <a:pt x="0" y="0"/>
                  </a:lnTo>
                  <a:cubicBezTo>
                    <a:pt x="0" y="139"/>
                    <a:pt x="0" y="139"/>
                    <a:pt x="0" y="139"/>
                  </a:cubicBezTo>
                  <a:cubicBezTo>
                    <a:pt x="764" y="472"/>
                    <a:pt x="1841" y="687"/>
                    <a:pt x="3041" y="710"/>
                  </a:cubicBezTo>
                  <a:lnTo>
                    <a:pt x="3041" y="710"/>
                  </a:lnTo>
                  <a:cubicBezTo>
                    <a:pt x="3047" y="710"/>
                    <a:pt x="3047" y="710"/>
                    <a:pt x="3047" y="710"/>
                  </a:cubicBezTo>
                  <a:lnTo>
                    <a:pt x="3053" y="710"/>
                  </a:lnTo>
                  <a:lnTo>
                    <a:pt x="3058" y="710"/>
                  </a:lnTo>
                  <a:lnTo>
                    <a:pt x="3058" y="710"/>
                  </a:lnTo>
                  <a:lnTo>
                    <a:pt x="3065" y="710"/>
                  </a:lnTo>
                  <a:lnTo>
                    <a:pt x="3065" y="710"/>
                  </a:lnTo>
                  <a:lnTo>
                    <a:pt x="3070" y="710"/>
                  </a:lnTo>
                  <a:lnTo>
                    <a:pt x="3070" y="710"/>
                  </a:lnTo>
                  <a:lnTo>
                    <a:pt x="3076" y="710"/>
                  </a:lnTo>
                  <a:lnTo>
                    <a:pt x="3076" y="710"/>
                  </a:lnTo>
                  <a:lnTo>
                    <a:pt x="3082" y="710"/>
                  </a:lnTo>
                  <a:lnTo>
                    <a:pt x="3082" y="710"/>
                  </a:lnTo>
                  <a:cubicBezTo>
                    <a:pt x="3088" y="710"/>
                    <a:pt x="3088" y="710"/>
                    <a:pt x="3088" y="710"/>
                  </a:cubicBezTo>
                  <a:lnTo>
                    <a:pt x="3088" y="710"/>
                  </a:lnTo>
                  <a:cubicBezTo>
                    <a:pt x="3094" y="710"/>
                    <a:pt x="3099" y="710"/>
                    <a:pt x="3105" y="710"/>
                  </a:cubicBezTo>
                  <a:lnTo>
                    <a:pt x="3105" y="710"/>
                  </a:lnTo>
                  <a:cubicBezTo>
                    <a:pt x="3111" y="710"/>
                    <a:pt x="3111" y="710"/>
                    <a:pt x="3111" y="710"/>
                  </a:cubicBezTo>
                  <a:lnTo>
                    <a:pt x="3117" y="710"/>
                  </a:lnTo>
                  <a:lnTo>
                    <a:pt x="3117" y="710"/>
                  </a:lnTo>
                  <a:lnTo>
                    <a:pt x="3123" y="710"/>
                  </a:lnTo>
                  <a:lnTo>
                    <a:pt x="3128" y="710"/>
                  </a:lnTo>
                  <a:lnTo>
                    <a:pt x="3128" y="710"/>
                  </a:lnTo>
                  <a:lnTo>
                    <a:pt x="3134" y="710"/>
                  </a:lnTo>
                  <a:lnTo>
                    <a:pt x="3134" y="710"/>
                  </a:lnTo>
                  <a:lnTo>
                    <a:pt x="3140" y="710"/>
                  </a:lnTo>
                  <a:lnTo>
                    <a:pt x="3140" y="710"/>
                  </a:lnTo>
                  <a:lnTo>
                    <a:pt x="3146" y="710"/>
                  </a:lnTo>
                  <a:lnTo>
                    <a:pt x="3152" y="710"/>
                  </a:lnTo>
                  <a:lnTo>
                    <a:pt x="3152" y="710"/>
                  </a:lnTo>
                  <a:lnTo>
                    <a:pt x="3157" y="710"/>
                  </a:lnTo>
                  <a:lnTo>
                    <a:pt x="3157" y="710"/>
                  </a:lnTo>
                  <a:lnTo>
                    <a:pt x="3164" y="710"/>
                  </a:lnTo>
                  <a:cubicBezTo>
                    <a:pt x="3164" y="710"/>
                    <a:pt x="3169" y="710"/>
                    <a:pt x="3175" y="710"/>
                  </a:cubicBezTo>
                  <a:lnTo>
                    <a:pt x="3181" y="710"/>
                  </a:lnTo>
                  <a:lnTo>
                    <a:pt x="3181" y="710"/>
                  </a:lnTo>
                  <a:lnTo>
                    <a:pt x="3187" y="710"/>
                  </a:lnTo>
                  <a:lnTo>
                    <a:pt x="3193" y="710"/>
                  </a:lnTo>
                  <a:lnTo>
                    <a:pt x="3193" y="710"/>
                  </a:lnTo>
                  <a:lnTo>
                    <a:pt x="3198" y="710"/>
                  </a:lnTo>
                  <a:lnTo>
                    <a:pt x="3198" y="710"/>
                  </a:lnTo>
                  <a:lnTo>
                    <a:pt x="3204" y="710"/>
                  </a:lnTo>
                  <a:lnTo>
                    <a:pt x="3204" y="710"/>
                  </a:lnTo>
                  <a:cubicBezTo>
                    <a:pt x="3210" y="710"/>
                    <a:pt x="3210" y="710"/>
                    <a:pt x="3210" y="710"/>
                  </a:cubicBezTo>
                  <a:lnTo>
                    <a:pt x="3216" y="710"/>
                  </a:lnTo>
                  <a:lnTo>
                    <a:pt x="3216" y="710"/>
                  </a:lnTo>
                  <a:lnTo>
                    <a:pt x="3222" y="710"/>
                  </a:lnTo>
                  <a:lnTo>
                    <a:pt x="3222" y="710"/>
                  </a:lnTo>
                  <a:cubicBezTo>
                    <a:pt x="3227" y="710"/>
                    <a:pt x="3227" y="710"/>
                    <a:pt x="3227" y="710"/>
                  </a:cubicBezTo>
                  <a:lnTo>
                    <a:pt x="3227" y="710"/>
                  </a:lnTo>
                  <a:cubicBezTo>
                    <a:pt x="3233" y="710"/>
                    <a:pt x="3233" y="710"/>
                    <a:pt x="3233" y="710"/>
                  </a:cubicBezTo>
                  <a:lnTo>
                    <a:pt x="3239" y="710"/>
                  </a:lnTo>
                  <a:lnTo>
                    <a:pt x="3239" y="710"/>
                  </a:lnTo>
                  <a:cubicBezTo>
                    <a:pt x="3245" y="710"/>
                    <a:pt x="3245" y="710"/>
                    <a:pt x="3245" y="710"/>
                  </a:cubicBezTo>
                  <a:lnTo>
                    <a:pt x="3251" y="710"/>
                  </a:lnTo>
                  <a:lnTo>
                    <a:pt x="3251" y="710"/>
                  </a:lnTo>
                  <a:lnTo>
                    <a:pt x="3251" y="710"/>
                  </a:lnTo>
                  <a:lnTo>
                    <a:pt x="3256" y="710"/>
                  </a:lnTo>
                  <a:lnTo>
                    <a:pt x="3263" y="710"/>
                  </a:lnTo>
                  <a:lnTo>
                    <a:pt x="3263" y="710"/>
                  </a:lnTo>
                  <a:cubicBezTo>
                    <a:pt x="3268" y="710"/>
                    <a:pt x="3268" y="710"/>
                    <a:pt x="3268" y="710"/>
                  </a:cubicBezTo>
                  <a:lnTo>
                    <a:pt x="3274" y="710"/>
                  </a:lnTo>
                  <a:lnTo>
                    <a:pt x="3274" y="710"/>
                  </a:lnTo>
                  <a:lnTo>
                    <a:pt x="3280" y="710"/>
                  </a:lnTo>
                  <a:lnTo>
                    <a:pt x="3280" y="710"/>
                  </a:lnTo>
                  <a:lnTo>
                    <a:pt x="3285" y="710"/>
                  </a:lnTo>
                  <a:lnTo>
                    <a:pt x="3285" y="710"/>
                  </a:lnTo>
                  <a:cubicBezTo>
                    <a:pt x="3292" y="710"/>
                    <a:pt x="3292" y="710"/>
                    <a:pt x="3292" y="710"/>
                  </a:cubicBezTo>
                  <a:lnTo>
                    <a:pt x="3297" y="710"/>
                  </a:lnTo>
                  <a:lnTo>
                    <a:pt x="3297" y="710"/>
                  </a:lnTo>
                  <a:lnTo>
                    <a:pt x="3303" y="710"/>
                  </a:lnTo>
                  <a:lnTo>
                    <a:pt x="3303" y="710"/>
                  </a:lnTo>
                  <a:cubicBezTo>
                    <a:pt x="3309" y="710"/>
                    <a:pt x="3309" y="710"/>
                    <a:pt x="3309" y="710"/>
                  </a:cubicBezTo>
                  <a:lnTo>
                    <a:pt x="3309" y="710"/>
                  </a:lnTo>
                  <a:cubicBezTo>
                    <a:pt x="3315" y="710"/>
                    <a:pt x="3315" y="710"/>
                    <a:pt x="3315" y="710"/>
                  </a:cubicBezTo>
                  <a:lnTo>
                    <a:pt x="3321" y="710"/>
                  </a:lnTo>
                  <a:cubicBezTo>
                    <a:pt x="3326" y="710"/>
                    <a:pt x="3332" y="710"/>
                    <a:pt x="3338" y="710"/>
                  </a:cubicBezTo>
                  <a:lnTo>
                    <a:pt x="3344" y="710"/>
                  </a:lnTo>
                  <a:lnTo>
                    <a:pt x="3344" y="710"/>
                  </a:lnTo>
                  <a:cubicBezTo>
                    <a:pt x="3350" y="710"/>
                    <a:pt x="3350" y="710"/>
                    <a:pt x="3350" y="710"/>
                  </a:cubicBezTo>
                  <a:lnTo>
                    <a:pt x="3355" y="710"/>
                  </a:lnTo>
                  <a:lnTo>
                    <a:pt x="3355" y="710"/>
                  </a:lnTo>
                  <a:lnTo>
                    <a:pt x="3362" y="710"/>
                  </a:lnTo>
                  <a:lnTo>
                    <a:pt x="3362" y="710"/>
                  </a:lnTo>
                  <a:lnTo>
                    <a:pt x="3367" y="710"/>
                  </a:lnTo>
                  <a:lnTo>
                    <a:pt x="3367" y="710"/>
                  </a:lnTo>
                  <a:lnTo>
                    <a:pt x="3373" y="710"/>
                  </a:lnTo>
                  <a:lnTo>
                    <a:pt x="3373" y="710"/>
                  </a:lnTo>
                  <a:cubicBezTo>
                    <a:pt x="3379" y="710"/>
                    <a:pt x="3379" y="710"/>
                    <a:pt x="3379" y="710"/>
                  </a:cubicBezTo>
                  <a:lnTo>
                    <a:pt x="3379" y="710"/>
                  </a:lnTo>
                  <a:cubicBezTo>
                    <a:pt x="4340" y="699"/>
                    <a:pt x="5225" y="565"/>
                    <a:pt x="5936" y="349"/>
                  </a:cubicBezTo>
                  <a:cubicBezTo>
                    <a:pt x="5861" y="373"/>
                    <a:pt x="5779" y="396"/>
                    <a:pt x="5692" y="419"/>
                  </a:cubicBezTo>
                  <a:cubicBezTo>
                    <a:pt x="5692" y="262"/>
                    <a:pt x="5692" y="262"/>
                    <a:pt x="5692" y="262"/>
                  </a:cubicBezTo>
                  <a:cubicBezTo>
                    <a:pt x="4993" y="436"/>
                    <a:pt x="4154" y="542"/>
                    <a:pt x="3251" y="542"/>
                  </a:cubicBezTo>
                  <a:cubicBezTo>
                    <a:pt x="1969" y="542"/>
                    <a:pt x="816" y="332"/>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nvGrpSpPr>
            <p:cNvPr id="1965" name="Google Shape;1965;p34"/>
            <p:cNvGrpSpPr/>
            <p:nvPr/>
          </p:nvGrpSpPr>
          <p:grpSpPr>
            <a:xfrm>
              <a:off x="-4566130" y="3552119"/>
              <a:ext cx="1496970" cy="894042"/>
              <a:chOff x="-4566130" y="3552119"/>
              <a:chExt cx="1496970" cy="894042"/>
            </a:xfrm>
          </p:grpSpPr>
          <p:sp>
            <p:nvSpPr>
              <p:cNvPr id="1966" name="Google Shape;1966;p34"/>
              <p:cNvSpPr/>
              <p:nvPr/>
            </p:nvSpPr>
            <p:spPr>
              <a:xfrm>
                <a:off x="-4565282" y="3852564"/>
                <a:ext cx="1494086" cy="593597"/>
              </a:xfrm>
              <a:custGeom>
                <a:rect b="b" l="l" r="r" t="t"/>
                <a:pathLst>
                  <a:path extrusionOk="0" h="3499" w="8807">
                    <a:moveTo>
                      <a:pt x="8807" y="1752"/>
                    </a:moveTo>
                    <a:lnTo>
                      <a:pt x="8807" y="1752"/>
                    </a:lnTo>
                    <a:cubicBezTo>
                      <a:pt x="8807" y="2719"/>
                      <a:pt x="6839" y="3499"/>
                      <a:pt x="4404" y="3499"/>
                    </a:cubicBezTo>
                    <a:cubicBezTo>
                      <a:pt x="1969" y="3499"/>
                      <a:pt x="0" y="2719"/>
                      <a:pt x="0" y="1752"/>
                    </a:cubicBezTo>
                    <a:cubicBezTo>
                      <a:pt x="0" y="786"/>
                      <a:pt x="1969" y="0"/>
                      <a:pt x="4404" y="0"/>
                    </a:cubicBezTo>
                    <a:cubicBezTo>
                      <a:pt x="6839" y="0"/>
                      <a:pt x="8807" y="786"/>
                      <a:pt x="8807" y="1752"/>
                    </a:cubicBezTo>
                    <a:close/>
                  </a:path>
                </a:pathLst>
              </a:custGeom>
              <a:solidFill>
                <a:srgbClr val="D41B3B"/>
              </a:solidFill>
              <a:ln>
                <a:noFill/>
              </a:ln>
              <a:effectLst>
                <a:outerShdw blurRad="57150" rotWithShape="0" algn="bl" dir="5400000" dist="19050">
                  <a:srgbClr val="000000">
                    <a:alpha val="30000"/>
                  </a:srgbClr>
                </a:outerShdw>
              </a:effectLst>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7" name="Google Shape;1967;p34"/>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8" name="Google Shape;1968;p34"/>
              <p:cNvSpPr/>
              <p:nvPr/>
            </p:nvSpPr>
            <p:spPr>
              <a:xfrm>
                <a:off x="-4566130" y="3849510"/>
                <a:ext cx="1496970" cy="292472"/>
              </a:xfrm>
              <a:custGeom>
                <a:rect b="b" l="l" r="r" t="t"/>
                <a:pathLst>
                  <a:path extrusionOk="0" h="1724" w="8824">
                    <a:moveTo>
                      <a:pt x="8824" y="1724"/>
                    </a:moveTo>
                    <a:lnTo>
                      <a:pt x="0" y="1724"/>
                    </a:lnTo>
                    <a:lnTo>
                      <a:pt x="0" y="0"/>
                    </a:lnTo>
                    <a:lnTo>
                      <a:pt x="8824" y="0"/>
                    </a:lnTo>
                    <a:lnTo>
                      <a:pt x="8824" y="1724"/>
                    </a:ln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69" name="Google Shape;1969;p34"/>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0" name="Google Shape;1970;p34"/>
              <p:cNvSpPr/>
              <p:nvPr/>
            </p:nvSpPr>
            <p:spPr>
              <a:xfrm>
                <a:off x="-3071202" y="3849510"/>
                <a:ext cx="2036" cy="292472"/>
              </a:xfrm>
              <a:custGeom>
                <a:rect b="b" l="l" r="r" t="t"/>
                <a:pathLst>
                  <a:path extrusionOk="0" h="1724" w="12">
                    <a:moveTo>
                      <a:pt x="12" y="0"/>
                    </a:moveTo>
                    <a:lnTo>
                      <a:pt x="0" y="0"/>
                    </a:lnTo>
                    <a:lnTo>
                      <a:pt x="0" y="0"/>
                    </a:lnTo>
                    <a:lnTo>
                      <a:pt x="12" y="0"/>
                    </a:lnTo>
                    <a:lnTo>
                      <a:pt x="12" y="1724"/>
                    </a:lnTo>
                    <a:lnTo>
                      <a:pt x="12" y="1724"/>
                    </a:lnTo>
                    <a:lnTo>
                      <a:pt x="12" y="0"/>
                    </a:ln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1" name="Google Shape;1971;p34"/>
              <p:cNvSpPr/>
              <p:nvPr/>
            </p:nvSpPr>
            <p:spPr>
              <a:xfrm>
                <a:off x="-3404049" y="4141982"/>
                <a:ext cx="332848" cy="242935"/>
              </a:xfrm>
              <a:custGeom>
                <a:rect b="b" l="l" r="r" t="t"/>
                <a:pathLst>
                  <a:path extrusionOk="0" h="1432" w="1962">
                    <a:moveTo>
                      <a:pt x="1962" y="0"/>
                    </a:moveTo>
                    <a:lnTo>
                      <a:pt x="1962" y="0"/>
                    </a:lnTo>
                    <a:cubicBezTo>
                      <a:pt x="0" y="0"/>
                      <a:pt x="0" y="0"/>
                      <a:pt x="0" y="0"/>
                    </a:cubicBezTo>
                    <a:cubicBezTo>
                      <a:pt x="0" y="1345"/>
                      <a:pt x="0" y="1345"/>
                      <a:pt x="0" y="1345"/>
                    </a:cubicBezTo>
                    <a:cubicBezTo>
                      <a:pt x="949" y="1100"/>
                      <a:pt x="1648" y="728"/>
                      <a:pt x="1922" y="285"/>
                    </a:cubicBezTo>
                    <a:lnTo>
                      <a:pt x="1922" y="285"/>
                    </a:lnTo>
                    <a:lnTo>
                      <a:pt x="1922" y="285"/>
                    </a:lnTo>
                    <a:cubicBezTo>
                      <a:pt x="1758" y="751"/>
                      <a:pt x="1135" y="1159"/>
                      <a:pt x="244" y="1432"/>
                    </a:cubicBezTo>
                    <a:cubicBezTo>
                      <a:pt x="1293" y="1112"/>
                      <a:pt x="1962" y="611"/>
                      <a:pt x="1962" y="46"/>
                    </a:cubicBezTo>
                    <a:cubicBezTo>
                      <a:pt x="1962" y="29"/>
                      <a:pt x="1962" y="11"/>
                      <a:pt x="196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2" name="Google Shape;1972;p34"/>
              <p:cNvSpPr/>
              <p:nvPr/>
            </p:nvSpPr>
            <p:spPr>
              <a:xfrm>
                <a:off x="-3404049" y="3849510"/>
                <a:ext cx="334884" cy="292472"/>
              </a:xfrm>
              <a:custGeom>
                <a:rect b="b" l="l" r="r" t="t"/>
                <a:pathLst>
                  <a:path extrusionOk="0" h="1724" w="1974">
                    <a:moveTo>
                      <a:pt x="1974" y="0"/>
                    </a:moveTo>
                    <a:lnTo>
                      <a:pt x="1974" y="0"/>
                    </a:lnTo>
                    <a:cubicBezTo>
                      <a:pt x="1962" y="0"/>
                      <a:pt x="1962" y="0"/>
                      <a:pt x="1962" y="0"/>
                    </a:cubicBezTo>
                    <a:cubicBezTo>
                      <a:pt x="1951" y="600"/>
                      <a:pt x="1170" y="1130"/>
                      <a:pt x="0" y="1438"/>
                    </a:cubicBezTo>
                    <a:cubicBezTo>
                      <a:pt x="0" y="1724"/>
                      <a:pt x="0" y="1724"/>
                      <a:pt x="0" y="1724"/>
                    </a:cubicBezTo>
                    <a:cubicBezTo>
                      <a:pt x="1962" y="1724"/>
                      <a:pt x="1962" y="1724"/>
                      <a:pt x="1962" y="1724"/>
                    </a:cubicBezTo>
                    <a:lnTo>
                      <a:pt x="1962" y="1724"/>
                    </a:lnTo>
                    <a:cubicBezTo>
                      <a:pt x="1974" y="1724"/>
                      <a:pt x="1974" y="1724"/>
                      <a:pt x="1974" y="1724"/>
                    </a:cubicBezTo>
                    <a:cubicBezTo>
                      <a:pt x="1974" y="0"/>
                      <a:pt x="1974" y="0"/>
                      <a:pt x="1974"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3" name="Google Shape;1973;p34"/>
              <p:cNvSpPr/>
              <p:nvPr/>
            </p:nvSpPr>
            <p:spPr>
              <a:xfrm>
                <a:off x="-4566130" y="3849510"/>
                <a:ext cx="30537" cy="383234"/>
              </a:xfrm>
              <a:custGeom>
                <a:rect b="b" l="l" r="r" t="t"/>
                <a:pathLst>
                  <a:path extrusionOk="0" h="2259" w="180">
                    <a:moveTo>
                      <a:pt x="5" y="1758"/>
                    </a:moveTo>
                    <a:lnTo>
                      <a:pt x="5" y="1758"/>
                    </a:lnTo>
                    <a:cubicBezTo>
                      <a:pt x="5" y="1758"/>
                      <a:pt x="5" y="1764"/>
                      <a:pt x="5" y="1770"/>
                    </a:cubicBezTo>
                    <a:cubicBezTo>
                      <a:pt x="5" y="1939"/>
                      <a:pt x="63" y="2102"/>
                      <a:pt x="180" y="2259"/>
                    </a:cubicBezTo>
                    <a:cubicBezTo>
                      <a:pt x="63" y="2108"/>
                      <a:pt x="5" y="1939"/>
                      <a:pt x="5" y="1770"/>
                    </a:cubicBezTo>
                    <a:cubicBezTo>
                      <a:pt x="5" y="1764"/>
                      <a:pt x="5" y="1758"/>
                      <a:pt x="5" y="1758"/>
                    </a:cubicBezTo>
                    <a:moveTo>
                      <a:pt x="5" y="0"/>
                    </a:moveTo>
                    <a:lnTo>
                      <a:pt x="5" y="0"/>
                    </a:lnTo>
                    <a:cubicBezTo>
                      <a:pt x="0" y="0"/>
                      <a:pt x="0" y="0"/>
                      <a:pt x="0" y="0"/>
                    </a:cubicBezTo>
                    <a:cubicBezTo>
                      <a:pt x="0" y="1724"/>
                      <a:pt x="0" y="1724"/>
                      <a:pt x="0" y="1724"/>
                    </a:cubicBezTo>
                    <a:lnTo>
                      <a:pt x="0" y="1724"/>
                    </a:lnTo>
                    <a:cubicBezTo>
                      <a:pt x="0" y="0"/>
                      <a:pt x="0" y="0"/>
                      <a:pt x="0" y="0"/>
                    </a:cubicBezTo>
                    <a:cubicBezTo>
                      <a:pt x="5" y="0"/>
                      <a:pt x="5" y="0"/>
                      <a:pt x="5" y="0"/>
                    </a:cubicBezTo>
                    <a:close/>
                  </a:path>
                </a:pathLst>
              </a:custGeom>
              <a:solidFill>
                <a:srgbClr val="FBE8E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4" name="Google Shape;1974;p34"/>
              <p:cNvSpPr/>
              <p:nvPr/>
            </p:nvSpPr>
            <p:spPr>
              <a:xfrm>
                <a:off x="-4565282" y="4141982"/>
                <a:ext cx="195604" cy="207309"/>
              </a:xfrm>
              <a:custGeom>
                <a:rect b="b" l="l" r="r" t="t"/>
                <a:pathLst>
                  <a:path extrusionOk="0" h="1222" w="1153">
                    <a:moveTo>
                      <a:pt x="1153" y="0"/>
                    </a:moveTo>
                    <a:lnTo>
                      <a:pt x="1153" y="0"/>
                    </a:lnTo>
                    <a:cubicBezTo>
                      <a:pt x="0" y="0"/>
                      <a:pt x="0" y="0"/>
                      <a:pt x="0" y="0"/>
                    </a:cubicBezTo>
                    <a:cubicBezTo>
                      <a:pt x="0" y="11"/>
                      <a:pt x="0" y="22"/>
                      <a:pt x="0" y="34"/>
                    </a:cubicBezTo>
                    <a:cubicBezTo>
                      <a:pt x="0" y="34"/>
                      <a:pt x="0" y="40"/>
                      <a:pt x="0" y="46"/>
                    </a:cubicBezTo>
                    <a:cubicBezTo>
                      <a:pt x="0" y="215"/>
                      <a:pt x="58" y="384"/>
                      <a:pt x="175" y="535"/>
                    </a:cubicBezTo>
                    <a:cubicBezTo>
                      <a:pt x="367" y="797"/>
                      <a:pt x="705" y="1030"/>
                      <a:pt x="1153" y="1222"/>
                    </a:cubicBezTo>
                    <a:lnTo>
                      <a:pt x="1153" y="1222"/>
                    </a:lnTo>
                    <a:cubicBezTo>
                      <a:pt x="565" y="972"/>
                      <a:pt x="169" y="646"/>
                      <a:pt x="41" y="285"/>
                    </a:cubicBezTo>
                    <a:cubicBezTo>
                      <a:pt x="227" y="588"/>
                      <a:pt x="618" y="861"/>
                      <a:pt x="1153" y="1083"/>
                    </a:cubicBezTo>
                    <a:cubicBezTo>
                      <a:pt x="1153" y="0"/>
                      <a:pt x="1153" y="0"/>
                      <a:pt x="1153"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5" name="Google Shape;1975;p34"/>
              <p:cNvSpPr/>
              <p:nvPr/>
            </p:nvSpPr>
            <p:spPr>
              <a:xfrm>
                <a:off x="-4566130" y="3849510"/>
                <a:ext cx="196452" cy="292472"/>
              </a:xfrm>
              <a:custGeom>
                <a:rect b="b" l="l" r="r" t="t"/>
                <a:pathLst>
                  <a:path extrusionOk="0" h="1724" w="1158">
                    <a:moveTo>
                      <a:pt x="5" y="0"/>
                    </a:moveTo>
                    <a:lnTo>
                      <a:pt x="5" y="0"/>
                    </a:lnTo>
                    <a:cubicBezTo>
                      <a:pt x="0" y="0"/>
                      <a:pt x="0" y="0"/>
                      <a:pt x="0" y="0"/>
                    </a:cubicBezTo>
                    <a:cubicBezTo>
                      <a:pt x="0" y="1724"/>
                      <a:pt x="0" y="1724"/>
                      <a:pt x="0" y="1724"/>
                    </a:cubicBezTo>
                    <a:cubicBezTo>
                      <a:pt x="5" y="1724"/>
                      <a:pt x="5" y="1724"/>
                      <a:pt x="5" y="1724"/>
                    </a:cubicBezTo>
                    <a:lnTo>
                      <a:pt x="5" y="1724"/>
                    </a:lnTo>
                    <a:cubicBezTo>
                      <a:pt x="1158" y="1724"/>
                      <a:pt x="1158" y="1724"/>
                      <a:pt x="1158" y="1724"/>
                    </a:cubicBezTo>
                    <a:cubicBezTo>
                      <a:pt x="1158" y="1165"/>
                      <a:pt x="1158" y="1165"/>
                      <a:pt x="1158" y="1165"/>
                    </a:cubicBezTo>
                    <a:cubicBezTo>
                      <a:pt x="448" y="857"/>
                      <a:pt x="17" y="448"/>
                      <a:pt x="5"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6" name="Google Shape;1976;p34"/>
              <p:cNvSpPr/>
              <p:nvPr/>
            </p:nvSpPr>
            <p:spPr>
              <a:xfrm>
                <a:off x="-3404049" y="4190332"/>
                <a:ext cx="326062" cy="206461"/>
              </a:xfrm>
              <a:custGeom>
                <a:rect b="b" l="l" r="r" t="t"/>
                <a:pathLst>
                  <a:path extrusionOk="0" h="1217" w="1922">
                    <a:moveTo>
                      <a:pt x="1922" y="0"/>
                    </a:moveTo>
                    <a:lnTo>
                      <a:pt x="1922" y="0"/>
                    </a:lnTo>
                    <a:cubicBezTo>
                      <a:pt x="1648" y="443"/>
                      <a:pt x="949" y="815"/>
                      <a:pt x="0" y="1060"/>
                    </a:cubicBezTo>
                    <a:cubicBezTo>
                      <a:pt x="0" y="1217"/>
                      <a:pt x="0" y="1217"/>
                      <a:pt x="0" y="1217"/>
                    </a:cubicBezTo>
                    <a:cubicBezTo>
                      <a:pt x="87" y="1194"/>
                      <a:pt x="169" y="1171"/>
                      <a:pt x="244" y="1147"/>
                    </a:cubicBezTo>
                    <a:cubicBezTo>
                      <a:pt x="1135" y="874"/>
                      <a:pt x="1758" y="466"/>
                      <a:pt x="1922"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7" name="Google Shape;1977;p34"/>
              <p:cNvSpPr/>
              <p:nvPr/>
            </p:nvSpPr>
            <p:spPr>
              <a:xfrm>
                <a:off x="-4558326" y="4190332"/>
                <a:ext cx="188648" cy="158960"/>
              </a:xfrm>
              <a:custGeom>
                <a:rect b="b" l="l" r="r" t="t"/>
                <a:pathLst>
                  <a:path extrusionOk="0" h="937" w="1112">
                    <a:moveTo>
                      <a:pt x="0" y="0"/>
                    </a:moveTo>
                    <a:lnTo>
                      <a:pt x="0" y="0"/>
                    </a:lnTo>
                    <a:cubicBezTo>
                      <a:pt x="128" y="361"/>
                      <a:pt x="524" y="687"/>
                      <a:pt x="1112" y="937"/>
                    </a:cubicBezTo>
                    <a:cubicBezTo>
                      <a:pt x="1112" y="798"/>
                      <a:pt x="1112" y="798"/>
                      <a:pt x="1112" y="798"/>
                    </a:cubicBezTo>
                    <a:cubicBezTo>
                      <a:pt x="577" y="576"/>
                      <a:pt x="186" y="303"/>
                      <a:pt x="0" y="0"/>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8" name="Google Shape;1978;p34"/>
              <p:cNvSpPr/>
              <p:nvPr/>
            </p:nvSpPr>
            <p:spPr>
              <a:xfrm>
                <a:off x="-4565282" y="3552119"/>
                <a:ext cx="1494086" cy="590713"/>
              </a:xfrm>
              <a:custGeom>
                <a:rect b="b" l="l" r="r" t="t"/>
                <a:pathLst>
                  <a:path extrusionOk="0" h="3482" w="8807">
                    <a:moveTo>
                      <a:pt x="5126" y="5"/>
                    </a:moveTo>
                    <a:lnTo>
                      <a:pt x="5126" y="5"/>
                    </a:lnTo>
                    <a:cubicBezTo>
                      <a:pt x="5126" y="407"/>
                      <a:pt x="5126" y="407"/>
                      <a:pt x="5126" y="407"/>
                    </a:cubicBezTo>
                    <a:cubicBezTo>
                      <a:pt x="4888" y="390"/>
                      <a:pt x="4648" y="384"/>
                      <a:pt x="4404" y="384"/>
                    </a:cubicBezTo>
                    <a:cubicBezTo>
                      <a:pt x="4218" y="384"/>
                      <a:pt x="4031" y="390"/>
                      <a:pt x="3850" y="396"/>
                    </a:cubicBezTo>
                    <a:cubicBezTo>
                      <a:pt x="3850" y="0"/>
                      <a:pt x="3850" y="0"/>
                      <a:pt x="3850" y="0"/>
                    </a:cubicBezTo>
                    <a:cubicBezTo>
                      <a:pt x="1678" y="104"/>
                      <a:pt x="0" y="844"/>
                      <a:pt x="0" y="1736"/>
                    </a:cubicBezTo>
                    <a:cubicBezTo>
                      <a:pt x="0" y="2702"/>
                      <a:pt x="1969" y="3482"/>
                      <a:pt x="4404" y="3482"/>
                    </a:cubicBezTo>
                    <a:cubicBezTo>
                      <a:pt x="6839" y="3482"/>
                      <a:pt x="8807" y="2702"/>
                      <a:pt x="8807" y="1736"/>
                    </a:cubicBezTo>
                    <a:cubicBezTo>
                      <a:pt x="8807" y="868"/>
                      <a:pt x="7217" y="145"/>
                      <a:pt x="5126" y="5"/>
                    </a:cubicBezTo>
                    <a:close/>
                  </a:path>
                </a:pathLst>
              </a:custGeom>
              <a:solidFill>
                <a:srgbClr val="F79399"/>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79" name="Google Shape;1979;p34"/>
              <p:cNvSpPr/>
              <p:nvPr/>
            </p:nvSpPr>
            <p:spPr>
              <a:xfrm>
                <a:off x="-3882453" y="4141982"/>
                <a:ext cx="128423" cy="848"/>
              </a:xfrm>
              <a:custGeom>
                <a:rect b="b" l="l" r="r" t="t"/>
                <a:pathLst>
                  <a:path extrusionOk="0" h="5" w="757">
                    <a:moveTo>
                      <a:pt x="373" y="5"/>
                    </a:moveTo>
                    <a:lnTo>
                      <a:pt x="373" y="5"/>
                    </a:lnTo>
                    <a:lnTo>
                      <a:pt x="379" y="5"/>
                    </a:lnTo>
                    <a:lnTo>
                      <a:pt x="373" y="5"/>
                    </a:lnTo>
                    <a:moveTo>
                      <a:pt x="384" y="5"/>
                    </a:moveTo>
                    <a:lnTo>
                      <a:pt x="384" y="5"/>
                    </a:lnTo>
                    <a:lnTo>
                      <a:pt x="379" y="5"/>
                    </a:lnTo>
                    <a:lnTo>
                      <a:pt x="384" y="5"/>
                    </a:lnTo>
                    <a:moveTo>
                      <a:pt x="367" y="5"/>
                    </a:moveTo>
                    <a:lnTo>
                      <a:pt x="367" y="5"/>
                    </a:lnTo>
                    <a:moveTo>
                      <a:pt x="391" y="5"/>
                    </a:moveTo>
                    <a:lnTo>
                      <a:pt x="391" y="5"/>
                    </a:lnTo>
                    <a:moveTo>
                      <a:pt x="355" y="5"/>
                    </a:moveTo>
                    <a:lnTo>
                      <a:pt x="355" y="5"/>
                    </a:lnTo>
                    <a:cubicBezTo>
                      <a:pt x="361" y="5"/>
                      <a:pt x="361" y="5"/>
                      <a:pt x="361" y="5"/>
                    </a:cubicBezTo>
                    <a:lnTo>
                      <a:pt x="355" y="5"/>
                    </a:lnTo>
                    <a:moveTo>
                      <a:pt x="402" y="5"/>
                    </a:moveTo>
                    <a:lnTo>
                      <a:pt x="402" y="5"/>
                    </a:lnTo>
                    <a:cubicBezTo>
                      <a:pt x="396" y="5"/>
                      <a:pt x="396" y="5"/>
                      <a:pt x="396" y="5"/>
                    </a:cubicBezTo>
                    <a:lnTo>
                      <a:pt x="402" y="5"/>
                    </a:lnTo>
                    <a:moveTo>
                      <a:pt x="408" y="5"/>
                    </a:moveTo>
                    <a:lnTo>
                      <a:pt x="408" y="5"/>
                    </a:lnTo>
                    <a:cubicBezTo>
                      <a:pt x="402" y="5"/>
                      <a:pt x="402" y="5"/>
                      <a:pt x="402" y="5"/>
                    </a:cubicBezTo>
                    <a:lnTo>
                      <a:pt x="408" y="5"/>
                    </a:lnTo>
                    <a:moveTo>
                      <a:pt x="350" y="5"/>
                    </a:moveTo>
                    <a:lnTo>
                      <a:pt x="350" y="5"/>
                    </a:lnTo>
                    <a:cubicBezTo>
                      <a:pt x="355" y="5"/>
                      <a:pt x="355" y="5"/>
                      <a:pt x="355" y="5"/>
                    </a:cubicBezTo>
                    <a:lnTo>
                      <a:pt x="350" y="5"/>
                    </a:lnTo>
                    <a:moveTo>
                      <a:pt x="413" y="5"/>
                    </a:moveTo>
                    <a:lnTo>
                      <a:pt x="413" y="5"/>
                    </a:lnTo>
                    <a:lnTo>
                      <a:pt x="408" y="5"/>
                    </a:lnTo>
                    <a:lnTo>
                      <a:pt x="413" y="5"/>
                    </a:lnTo>
                    <a:moveTo>
                      <a:pt x="344" y="5"/>
                    </a:moveTo>
                    <a:lnTo>
                      <a:pt x="344" y="5"/>
                    </a:lnTo>
                    <a:lnTo>
                      <a:pt x="350" y="5"/>
                    </a:lnTo>
                    <a:lnTo>
                      <a:pt x="344" y="5"/>
                    </a:lnTo>
                    <a:moveTo>
                      <a:pt x="420" y="5"/>
                    </a:moveTo>
                    <a:lnTo>
                      <a:pt x="420" y="5"/>
                    </a:lnTo>
                    <a:lnTo>
                      <a:pt x="413" y="5"/>
                    </a:lnTo>
                    <a:cubicBezTo>
                      <a:pt x="420" y="5"/>
                      <a:pt x="420" y="5"/>
                      <a:pt x="420" y="5"/>
                    </a:cubicBezTo>
                    <a:moveTo>
                      <a:pt x="338" y="5"/>
                    </a:moveTo>
                    <a:lnTo>
                      <a:pt x="338" y="5"/>
                    </a:lnTo>
                    <a:lnTo>
                      <a:pt x="344" y="5"/>
                    </a:lnTo>
                    <a:cubicBezTo>
                      <a:pt x="338" y="5"/>
                      <a:pt x="338" y="5"/>
                      <a:pt x="338" y="5"/>
                    </a:cubicBezTo>
                    <a:moveTo>
                      <a:pt x="425" y="5"/>
                    </a:moveTo>
                    <a:lnTo>
                      <a:pt x="425" y="5"/>
                    </a:lnTo>
                    <a:moveTo>
                      <a:pt x="332" y="5"/>
                    </a:moveTo>
                    <a:lnTo>
                      <a:pt x="332" y="5"/>
                    </a:lnTo>
                    <a:moveTo>
                      <a:pt x="326" y="5"/>
                    </a:moveTo>
                    <a:lnTo>
                      <a:pt x="326" y="5"/>
                    </a:lnTo>
                    <a:moveTo>
                      <a:pt x="431" y="5"/>
                    </a:moveTo>
                    <a:lnTo>
                      <a:pt x="431" y="5"/>
                    </a:lnTo>
                    <a:moveTo>
                      <a:pt x="443" y="5"/>
                    </a:moveTo>
                    <a:lnTo>
                      <a:pt x="443" y="5"/>
                    </a:lnTo>
                    <a:cubicBezTo>
                      <a:pt x="437" y="5"/>
                      <a:pt x="437" y="5"/>
                      <a:pt x="437" y="5"/>
                    </a:cubicBezTo>
                    <a:lnTo>
                      <a:pt x="443" y="5"/>
                    </a:lnTo>
                    <a:moveTo>
                      <a:pt x="315" y="5"/>
                    </a:moveTo>
                    <a:lnTo>
                      <a:pt x="315" y="5"/>
                    </a:lnTo>
                    <a:cubicBezTo>
                      <a:pt x="321" y="5"/>
                      <a:pt x="321" y="5"/>
                      <a:pt x="321" y="5"/>
                    </a:cubicBezTo>
                    <a:lnTo>
                      <a:pt x="315" y="5"/>
                    </a:lnTo>
                    <a:moveTo>
                      <a:pt x="449" y="5"/>
                    </a:moveTo>
                    <a:lnTo>
                      <a:pt x="449" y="5"/>
                    </a:lnTo>
                    <a:lnTo>
                      <a:pt x="443" y="5"/>
                    </a:lnTo>
                    <a:lnTo>
                      <a:pt x="449" y="5"/>
                    </a:lnTo>
                    <a:moveTo>
                      <a:pt x="309" y="5"/>
                    </a:moveTo>
                    <a:lnTo>
                      <a:pt x="309" y="5"/>
                    </a:lnTo>
                    <a:lnTo>
                      <a:pt x="315" y="5"/>
                    </a:lnTo>
                    <a:lnTo>
                      <a:pt x="309" y="5"/>
                    </a:lnTo>
                    <a:moveTo>
                      <a:pt x="297" y="5"/>
                    </a:moveTo>
                    <a:lnTo>
                      <a:pt x="297" y="5"/>
                    </a:lnTo>
                    <a:cubicBezTo>
                      <a:pt x="297" y="5"/>
                      <a:pt x="303" y="5"/>
                      <a:pt x="309" y="5"/>
                    </a:cubicBezTo>
                    <a:cubicBezTo>
                      <a:pt x="303" y="5"/>
                      <a:pt x="297" y="5"/>
                      <a:pt x="297" y="5"/>
                    </a:cubicBezTo>
                    <a:moveTo>
                      <a:pt x="460" y="5"/>
                    </a:moveTo>
                    <a:lnTo>
                      <a:pt x="460" y="5"/>
                    </a:lnTo>
                    <a:cubicBezTo>
                      <a:pt x="460" y="5"/>
                      <a:pt x="454" y="5"/>
                      <a:pt x="449" y="5"/>
                    </a:cubicBezTo>
                    <a:cubicBezTo>
                      <a:pt x="454" y="5"/>
                      <a:pt x="460" y="5"/>
                      <a:pt x="460" y="5"/>
                    </a:cubicBezTo>
                    <a:moveTo>
                      <a:pt x="472" y="5"/>
                    </a:moveTo>
                    <a:lnTo>
                      <a:pt x="472" y="5"/>
                    </a:lnTo>
                    <a:lnTo>
                      <a:pt x="466" y="5"/>
                    </a:lnTo>
                    <a:lnTo>
                      <a:pt x="472" y="5"/>
                    </a:lnTo>
                    <a:moveTo>
                      <a:pt x="285" y="5"/>
                    </a:moveTo>
                    <a:lnTo>
                      <a:pt x="285" y="5"/>
                    </a:lnTo>
                    <a:lnTo>
                      <a:pt x="292" y="5"/>
                    </a:lnTo>
                    <a:lnTo>
                      <a:pt x="285" y="5"/>
                    </a:lnTo>
                    <a:moveTo>
                      <a:pt x="478" y="5"/>
                    </a:moveTo>
                    <a:lnTo>
                      <a:pt x="478" y="5"/>
                    </a:lnTo>
                    <a:lnTo>
                      <a:pt x="472" y="5"/>
                    </a:lnTo>
                    <a:lnTo>
                      <a:pt x="478" y="5"/>
                    </a:lnTo>
                    <a:moveTo>
                      <a:pt x="280" y="5"/>
                    </a:moveTo>
                    <a:lnTo>
                      <a:pt x="280" y="5"/>
                    </a:lnTo>
                    <a:lnTo>
                      <a:pt x="285" y="5"/>
                    </a:lnTo>
                    <a:lnTo>
                      <a:pt x="280" y="5"/>
                    </a:lnTo>
                    <a:moveTo>
                      <a:pt x="483" y="5"/>
                    </a:moveTo>
                    <a:lnTo>
                      <a:pt x="483" y="5"/>
                    </a:lnTo>
                    <a:lnTo>
                      <a:pt x="478" y="5"/>
                    </a:lnTo>
                    <a:cubicBezTo>
                      <a:pt x="483" y="5"/>
                      <a:pt x="483" y="5"/>
                      <a:pt x="483" y="5"/>
                    </a:cubicBezTo>
                    <a:moveTo>
                      <a:pt x="274" y="5"/>
                    </a:moveTo>
                    <a:lnTo>
                      <a:pt x="274" y="5"/>
                    </a:lnTo>
                    <a:lnTo>
                      <a:pt x="280" y="5"/>
                    </a:lnTo>
                    <a:cubicBezTo>
                      <a:pt x="274" y="5"/>
                      <a:pt x="274" y="5"/>
                      <a:pt x="274" y="5"/>
                    </a:cubicBezTo>
                    <a:moveTo>
                      <a:pt x="268" y="5"/>
                    </a:moveTo>
                    <a:lnTo>
                      <a:pt x="268" y="5"/>
                    </a:lnTo>
                    <a:moveTo>
                      <a:pt x="490" y="5"/>
                    </a:moveTo>
                    <a:lnTo>
                      <a:pt x="490" y="5"/>
                    </a:lnTo>
                    <a:moveTo>
                      <a:pt x="501" y="5"/>
                    </a:moveTo>
                    <a:lnTo>
                      <a:pt x="501" y="5"/>
                    </a:lnTo>
                    <a:cubicBezTo>
                      <a:pt x="495" y="5"/>
                      <a:pt x="495" y="5"/>
                      <a:pt x="495" y="5"/>
                    </a:cubicBezTo>
                    <a:lnTo>
                      <a:pt x="501" y="5"/>
                    </a:lnTo>
                    <a:moveTo>
                      <a:pt x="256" y="5"/>
                    </a:moveTo>
                    <a:lnTo>
                      <a:pt x="256" y="5"/>
                    </a:lnTo>
                    <a:cubicBezTo>
                      <a:pt x="262" y="5"/>
                      <a:pt x="262" y="5"/>
                      <a:pt x="262" y="5"/>
                    </a:cubicBezTo>
                    <a:lnTo>
                      <a:pt x="256" y="5"/>
                    </a:lnTo>
                    <a:moveTo>
                      <a:pt x="507" y="5"/>
                    </a:moveTo>
                    <a:lnTo>
                      <a:pt x="507" y="5"/>
                    </a:lnTo>
                    <a:cubicBezTo>
                      <a:pt x="501" y="5"/>
                      <a:pt x="501" y="5"/>
                      <a:pt x="501" y="5"/>
                    </a:cubicBezTo>
                    <a:lnTo>
                      <a:pt x="507" y="5"/>
                    </a:lnTo>
                    <a:moveTo>
                      <a:pt x="251" y="5"/>
                    </a:moveTo>
                    <a:lnTo>
                      <a:pt x="251" y="5"/>
                    </a:lnTo>
                    <a:cubicBezTo>
                      <a:pt x="256" y="5"/>
                      <a:pt x="256" y="5"/>
                      <a:pt x="256" y="5"/>
                    </a:cubicBezTo>
                    <a:lnTo>
                      <a:pt x="251" y="5"/>
                    </a:lnTo>
                    <a:moveTo>
                      <a:pt x="513" y="5"/>
                    </a:moveTo>
                    <a:lnTo>
                      <a:pt x="513" y="5"/>
                    </a:lnTo>
                    <a:lnTo>
                      <a:pt x="507" y="5"/>
                    </a:lnTo>
                    <a:lnTo>
                      <a:pt x="513" y="5"/>
                    </a:lnTo>
                    <a:moveTo>
                      <a:pt x="245" y="5"/>
                    </a:moveTo>
                    <a:lnTo>
                      <a:pt x="245" y="5"/>
                    </a:lnTo>
                    <a:lnTo>
                      <a:pt x="251" y="5"/>
                    </a:lnTo>
                    <a:lnTo>
                      <a:pt x="245" y="5"/>
                    </a:lnTo>
                    <a:moveTo>
                      <a:pt x="519" y="5"/>
                    </a:moveTo>
                    <a:lnTo>
                      <a:pt x="519" y="5"/>
                    </a:lnTo>
                    <a:lnTo>
                      <a:pt x="513" y="5"/>
                    </a:lnTo>
                    <a:cubicBezTo>
                      <a:pt x="519" y="5"/>
                      <a:pt x="519" y="5"/>
                      <a:pt x="519" y="5"/>
                    </a:cubicBezTo>
                    <a:moveTo>
                      <a:pt x="239" y="5"/>
                    </a:moveTo>
                    <a:lnTo>
                      <a:pt x="239" y="5"/>
                    </a:lnTo>
                    <a:lnTo>
                      <a:pt x="245" y="5"/>
                    </a:lnTo>
                    <a:cubicBezTo>
                      <a:pt x="239" y="5"/>
                      <a:pt x="239" y="5"/>
                      <a:pt x="239" y="5"/>
                    </a:cubicBezTo>
                    <a:moveTo>
                      <a:pt x="524" y="5"/>
                    </a:moveTo>
                    <a:lnTo>
                      <a:pt x="524" y="5"/>
                    </a:lnTo>
                    <a:moveTo>
                      <a:pt x="233" y="5"/>
                    </a:moveTo>
                    <a:lnTo>
                      <a:pt x="233" y="5"/>
                    </a:lnTo>
                    <a:moveTo>
                      <a:pt x="536" y="5"/>
                    </a:moveTo>
                    <a:lnTo>
                      <a:pt x="536" y="5"/>
                    </a:lnTo>
                    <a:cubicBezTo>
                      <a:pt x="530" y="5"/>
                      <a:pt x="530" y="5"/>
                      <a:pt x="530" y="5"/>
                    </a:cubicBezTo>
                    <a:lnTo>
                      <a:pt x="536" y="5"/>
                    </a:lnTo>
                    <a:moveTo>
                      <a:pt x="222" y="5"/>
                    </a:moveTo>
                    <a:lnTo>
                      <a:pt x="222" y="5"/>
                    </a:lnTo>
                    <a:cubicBezTo>
                      <a:pt x="227" y="5"/>
                      <a:pt x="227" y="5"/>
                      <a:pt x="227" y="5"/>
                    </a:cubicBezTo>
                    <a:lnTo>
                      <a:pt x="222" y="5"/>
                    </a:lnTo>
                    <a:moveTo>
                      <a:pt x="548" y="5"/>
                    </a:moveTo>
                    <a:lnTo>
                      <a:pt x="548" y="5"/>
                    </a:lnTo>
                    <a:cubicBezTo>
                      <a:pt x="542" y="5"/>
                      <a:pt x="542" y="5"/>
                      <a:pt x="536" y="5"/>
                    </a:cubicBezTo>
                    <a:cubicBezTo>
                      <a:pt x="542" y="5"/>
                      <a:pt x="542" y="5"/>
                      <a:pt x="548" y="5"/>
                    </a:cubicBezTo>
                    <a:moveTo>
                      <a:pt x="210" y="5"/>
                    </a:moveTo>
                    <a:lnTo>
                      <a:pt x="210" y="5"/>
                    </a:lnTo>
                    <a:cubicBezTo>
                      <a:pt x="216" y="5"/>
                      <a:pt x="216" y="5"/>
                      <a:pt x="222" y="5"/>
                    </a:cubicBezTo>
                    <a:cubicBezTo>
                      <a:pt x="216" y="5"/>
                      <a:pt x="216" y="5"/>
                      <a:pt x="210" y="5"/>
                    </a:cubicBezTo>
                    <a:moveTo>
                      <a:pt x="553" y="5"/>
                    </a:moveTo>
                    <a:lnTo>
                      <a:pt x="553" y="5"/>
                    </a:lnTo>
                    <a:moveTo>
                      <a:pt x="204" y="5"/>
                    </a:moveTo>
                    <a:lnTo>
                      <a:pt x="204" y="5"/>
                    </a:lnTo>
                    <a:moveTo>
                      <a:pt x="565" y="5"/>
                    </a:moveTo>
                    <a:lnTo>
                      <a:pt x="565" y="5"/>
                    </a:lnTo>
                    <a:cubicBezTo>
                      <a:pt x="559" y="5"/>
                      <a:pt x="559" y="5"/>
                      <a:pt x="559" y="5"/>
                    </a:cubicBezTo>
                    <a:lnTo>
                      <a:pt x="565" y="5"/>
                    </a:lnTo>
                    <a:moveTo>
                      <a:pt x="193" y="5"/>
                    </a:moveTo>
                    <a:lnTo>
                      <a:pt x="193" y="5"/>
                    </a:lnTo>
                    <a:cubicBezTo>
                      <a:pt x="198" y="5"/>
                      <a:pt x="198" y="5"/>
                      <a:pt x="198" y="5"/>
                    </a:cubicBezTo>
                    <a:lnTo>
                      <a:pt x="193" y="5"/>
                    </a:lnTo>
                    <a:moveTo>
                      <a:pt x="186" y="5"/>
                    </a:moveTo>
                    <a:lnTo>
                      <a:pt x="186" y="5"/>
                    </a:lnTo>
                    <a:cubicBezTo>
                      <a:pt x="193" y="5"/>
                      <a:pt x="193" y="5"/>
                      <a:pt x="193" y="5"/>
                    </a:cubicBezTo>
                    <a:lnTo>
                      <a:pt x="186" y="5"/>
                    </a:lnTo>
                    <a:moveTo>
                      <a:pt x="571" y="5"/>
                    </a:moveTo>
                    <a:lnTo>
                      <a:pt x="571" y="5"/>
                    </a:lnTo>
                    <a:cubicBezTo>
                      <a:pt x="565" y="5"/>
                      <a:pt x="565" y="5"/>
                      <a:pt x="565" y="5"/>
                    </a:cubicBezTo>
                    <a:lnTo>
                      <a:pt x="571" y="5"/>
                    </a:lnTo>
                    <a:moveTo>
                      <a:pt x="577" y="5"/>
                    </a:moveTo>
                    <a:lnTo>
                      <a:pt x="577" y="5"/>
                    </a:lnTo>
                    <a:lnTo>
                      <a:pt x="571" y="5"/>
                    </a:lnTo>
                    <a:lnTo>
                      <a:pt x="577" y="5"/>
                    </a:lnTo>
                    <a:moveTo>
                      <a:pt x="181" y="5"/>
                    </a:moveTo>
                    <a:lnTo>
                      <a:pt x="181" y="5"/>
                    </a:lnTo>
                    <a:lnTo>
                      <a:pt x="186" y="5"/>
                    </a:lnTo>
                    <a:lnTo>
                      <a:pt x="181" y="5"/>
                    </a:lnTo>
                    <a:moveTo>
                      <a:pt x="583" y="5"/>
                    </a:moveTo>
                    <a:lnTo>
                      <a:pt x="583" y="5"/>
                    </a:lnTo>
                    <a:lnTo>
                      <a:pt x="577" y="5"/>
                    </a:lnTo>
                    <a:cubicBezTo>
                      <a:pt x="583" y="5"/>
                      <a:pt x="583" y="5"/>
                      <a:pt x="583" y="5"/>
                    </a:cubicBezTo>
                    <a:moveTo>
                      <a:pt x="175" y="5"/>
                    </a:moveTo>
                    <a:lnTo>
                      <a:pt x="175" y="5"/>
                    </a:lnTo>
                    <a:lnTo>
                      <a:pt x="181" y="5"/>
                    </a:lnTo>
                    <a:cubicBezTo>
                      <a:pt x="175" y="5"/>
                      <a:pt x="175" y="5"/>
                      <a:pt x="175" y="5"/>
                    </a:cubicBezTo>
                    <a:moveTo>
                      <a:pt x="589" y="5"/>
                    </a:moveTo>
                    <a:lnTo>
                      <a:pt x="589" y="5"/>
                    </a:lnTo>
                    <a:lnTo>
                      <a:pt x="583" y="5"/>
                    </a:lnTo>
                    <a:cubicBezTo>
                      <a:pt x="589" y="5"/>
                      <a:pt x="589" y="5"/>
                      <a:pt x="589" y="5"/>
                    </a:cubicBezTo>
                    <a:moveTo>
                      <a:pt x="169" y="5"/>
                    </a:moveTo>
                    <a:lnTo>
                      <a:pt x="169" y="5"/>
                    </a:lnTo>
                    <a:lnTo>
                      <a:pt x="175" y="5"/>
                    </a:lnTo>
                    <a:cubicBezTo>
                      <a:pt x="169" y="5"/>
                      <a:pt x="169" y="5"/>
                      <a:pt x="169" y="5"/>
                    </a:cubicBezTo>
                    <a:moveTo>
                      <a:pt x="594" y="5"/>
                    </a:moveTo>
                    <a:lnTo>
                      <a:pt x="594" y="5"/>
                    </a:lnTo>
                    <a:moveTo>
                      <a:pt x="164" y="5"/>
                    </a:moveTo>
                    <a:lnTo>
                      <a:pt x="164" y="5"/>
                    </a:lnTo>
                    <a:moveTo>
                      <a:pt x="157" y="5"/>
                    </a:moveTo>
                    <a:lnTo>
                      <a:pt x="157" y="5"/>
                    </a:lnTo>
                    <a:moveTo>
                      <a:pt x="600" y="5"/>
                    </a:moveTo>
                    <a:lnTo>
                      <a:pt x="600" y="5"/>
                    </a:lnTo>
                    <a:moveTo>
                      <a:pt x="152" y="5"/>
                    </a:moveTo>
                    <a:lnTo>
                      <a:pt x="152" y="5"/>
                    </a:lnTo>
                    <a:moveTo>
                      <a:pt x="606" y="5"/>
                    </a:moveTo>
                    <a:lnTo>
                      <a:pt x="606" y="5"/>
                    </a:lnTo>
                    <a:moveTo>
                      <a:pt x="140" y="5"/>
                    </a:moveTo>
                    <a:lnTo>
                      <a:pt x="140" y="5"/>
                    </a:lnTo>
                    <a:cubicBezTo>
                      <a:pt x="146" y="5"/>
                      <a:pt x="146" y="5"/>
                      <a:pt x="146" y="5"/>
                    </a:cubicBezTo>
                    <a:lnTo>
                      <a:pt x="140" y="5"/>
                    </a:lnTo>
                    <a:moveTo>
                      <a:pt x="618" y="5"/>
                    </a:moveTo>
                    <a:lnTo>
                      <a:pt x="618" y="5"/>
                    </a:lnTo>
                    <a:cubicBezTo>
                      <a:pt x="612" y="5"/>
                      <a:pt x="612" y="5"/>
                      <a:pt x="612" y="5"/>
                    </a:cubicBezTo>
                    <a:lnTo>
                      <a:pt x="618" y="5"/>
                    </a:lnTo>
                    <a:moveTo>
                      <a:pt x="641" y="5"/>
                    </a:moveTo>
                    <a:lnTo>
                      <a:pt x="641" y="5"/>
                    </a:lnTo>
                    <a:lnTo>
                      <a:pt x="635" y="5"/>
                    </a:lnTo>
                    <a:cubicBezTo>
                      <a:pt x="641" y="5"/>
                      <a:pt x="641" y="5"/>
                      <a:pt x="641" y="5"/>
                    </a:cubicBezTo>
                    <a:moveTo>
                      <a:pt x="117" y="5"/>
                    </a:moveTo>
                    <a:lnTo>
                      <a:pt x="117" y="5"/>
                    </a:lnTo>
                    <a:lnTo>
                      <a:pt x="123" y="5"/>
                    </a:lnTo>
                    <a:cubicBezTo>
                      <a:pt x="117" y="5"/>
                      <a:pt x="117" y="5"/>
                      <a:pt x="117" y="5"/>
                    </a:cubicBezTo>
                    <a:moveTo>
                      <a:pt x="111" y="5"/>
                    </a:moveTo>
                    <a:lnTo>
                      <a:pt x="111" y="5"/>
                    </a:lnTo>
                    <a:moveTo>
                      <a:pt x="647" y="5"/>
                    </a:moveTo>
                    <a:lnTo>
                      <a:pt x="647" y="5"/>
                    </a:lnTo>
                    <a:moveTo>
                      <a:pt x="105" y="5"/>
                    </a:moveTo>
                    <a:lnTo>
                      <a:pt x="105" y="5"/>
                    </a:lnTo>
                    <a:moveTo>
                      <a:pt x="653" y="5"/>
                    </a:moveTo>
                    <a:lnTo>
                      <a:pt x="653" y="5"/>
                    </a:lnTo>
                    <a:moveTo>
                      <a:pt x="99" y="5"/>
                    </a:moveTo>
                    <a:lnTo>
                      <a:pt x="99" y="5"/>
                    </a:lnTo>
                    <a:moveTo>
                      <a:pt x="658" y="5"/>
                    </a:moveTo>
                    <a:lnTo>
                      <a:pt x="658" y="5"/>
                    </a:lnTo>
                    <a:moveTo>
                      <a:pt x="94" y="5"/>
                    </a:moveTo>
                    <a:lnTo>
                      <a:pt x="94" y="5"/>
                    </a:lnTo>
                    <a:moveTo>
                      <a:pt x="664" y="5"/>
                    </a:moveTo>
                    <a:lnTo>
                      <a:pt x="664" y="5"/>
                    </a:lnTo>
                    <a:moveTo>
                      <a:pt x="87" y="5"/>
                    </a:moveTo>
                    <a:lnTo>
                      <a:pt x="87" y="5"/>
                    </a:lnTo>
                    <a:moveTo>
                      <a:pt x="670" y="5"/>
                    </a:moveTo>
                    <a:lnTo>
                      <a:pt x="670" y="5"/>
                    </a:lnTo>
                    <a:moveTo>
                      <a:pt x="76" y="5"/>
                    </a:moveTo>
                    <a:lnTo>
                      <a:pt x="76" y="5"/>
                    </a:lnTo>
                    <a:lnTo>
                      <a:pt x="82" y="5"/>
                    </a:lnTo>
                    <a:lnTo>
                      <a:pt x="76" y="5"/>
                    </a:lnTo>
                    <a:moveTo>
                      <a:pt x="682" y="5"/>
                    </a:moveTo>
                    <a:lnTo>
                      <a:pt x="682" y="5"/>
                    </a:lnTo>
                    <a:lnTo>
                      <a:pt x="676" y="5"/>
                    </a:lnTo>
                    <a:lnTo>
                      <a:pt x="682" y="5"/>
                    </a:lnTo>
                    <a:moveTo>
                      <a:pt x="70" y="5"/>
                    </a:moveTo>
                    <a:lnTo>
                      <a:pt x="70" y="5"/>
                    </a:lnTo>
                    <a:lnTo>
                      <a:pt x="76" y="5"/>
                    </a:lnTo>
                    <a:cubicBezTo>
                      <a:pt x="70" y="5"/>
                      <a:pt x="70" y="5"/>
                      <a:pt x="70" y="5"/>
                    </a:cubicBezTo>
                    <a:moveTo>
                      <a:pt x="687" y="5"/>
                    </a:moveTo>
                    <a:lnTo>
                      <a:pt x="687" y="5"/>
                    </a:lnTo>
                    <a:lnTo>
                      <a:pt x="682" y="5"/>
                    </a:lnTo>
                    <a:cubicBezTo>
                      <a:pt x="687" y="5"/>
                      <a:pt x="687" y="5"/>
                      <a:pt x="687" y="5"/>
                    </a:cubicBezTo>
                    <a:moveTo>
                      <a:pt x="693" y="5"/>
                    </a:moveTo>
                    <a:lnTo>
                      <a:pt x="693" y="5"/>
                    </a:lnTo>
                    <a:moveTo>
                      <a:pt x="64" y="5"/>
                    </a:moveTo>
                    <a:lnTo>
                      <a:pt x="64" y="5"/>
                    </a:lnTo>
                    <a:moveTo>
                      <a:pt x="29" y="5"/>
                    </a:moveTo>
                    <a:lnTo>
                      <a:pt x="29" y="5"/>
                    </a:lnTo>
                    <a:moveTo>
                      <a:pt x="728" y="5"/>
                    </a:moveTo>
                    <a:lnTo>
                      <a:pt x="728" y="5"/>
                    </a:lnTo>
                    <a:moveTo>
                      <a:pt x="24" y="5"/>
                    </a:moveTo>
                    <a:lnTo>
                      <a:pt x="24" y="5"/>
                    </a:lnTo>
                    <a:moveTo>
                      <a:pt x="734" y="5"/>
                    </a:moveTo>
                    <a:lnTo>
                      <a:pt x="734" y="5"/>
                    </a:lnTo>
                    <a:moveTo>
                      <a:pt x="12" y="0"/>
                    </a:moveTo>
                    <a:lnTo>
                      <a:pt x="12" y="0"/>
                    </a:lnTo>
                    <a:cubicBezTo>
                      <a:pt x="18" y="0"/>
                      <a:pt x="18" y="0"/>
                      <a:pt x="18" y="0"/>
                    </a:cubicBezTo>
                    <a:lnTo>
                      <a:pt x="12" y="0"/>
                    </a:lnTo>
                    <a:moveTo>
                      <a:pt x="746" y="0"/>
                    </a:moveTo>
                    <a:lnTo>
                      <a:pt x="746" y="0"/>
                    </a:lnTo>
                    <a:cubicBezTo>
                      <a:pt x="740" y="0"/>
                      <a:pt x="740" y="0"/>
                      <a:pt x="740" y="0"/>
                    </a:cubicBezTo>
                    <a:lnTo>
                      <a:pt x="746" y="0"/>
                    </a:lnTo>
                    <a:moveTo>
                      <a:pt x="6" y="0"/>
                    </a:moveTo>
                    <a:lnTo>
                      <a:pt x="6" y="0"/>
                    </a:lnTo>
                    <a:lnTo>
                      <a:pt x="12" y="0"/>
                    </a:lnTo>
                    <a:cubicBezTo>
                      <a:pt x="6" y="0"/>
                      <a:pt x="6" y="0"/>
                      <a:pt x="6" y="0"/>
                    </a:cubicBezTo>
                    <a:moveTo>
                      <a:pt x="752" y="0"/>
                    </a:moveTo>
                    <a:lnTo>
                      <a:pt x="752" y="0"/>
                    </a:lnTo>
                    <a:lnTo>
                      <a:pt x="746" y="0"/>
                    </a:lnTo>
                    <a:cubicBezTo>
                      <a:pt x="752" y="0"/>
                      <a:pt x="752" y="0"/>
                      <a:pt x="752" y="0"/>
                    </a:cubicBezTo>
                    <a:moveTo>
                      <a:pt x="0" y="0"/>
                    </a:moveTo>
                    <a:lnTo>
                      <a:pt x="0" y="0"/>
                    </a:lnTo>
                    <a:moveTo>
                      <a:pt x="757" y="0"/>
                    </a:moveTo>
                    <a:lnTo>
                      <a:pt x="757" y="0"/>
                    </a:lnTo>
                    <a:close/>
                  </a:path>
                </a:pathLst>
              </a:custGeom>
              <a:solidFill>
                <a:srgbClr val="D41B3B"/>
              </a:solidFill>
              <a:ln>
                <a:noFill/>
              </a:ln>
            </p:spPr>
            <p:txBody>
              <a:bodyPr anchorCtr="1" anchor="ctr" bIns="0" lIns="90000" spcFirstLastPara="1" rIns="90000" wrap="square" tIns="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80" name="Google Shape;1980;p34"/>
              <p:cNvSpPr/>
              <p:nvPr/>
            </p:nvSpPr>
            <p:spPr>
              <a:xfrm>
                <a:off x="-4559344" y="3885136"/>
                <a:ext cx="1482210" cy="257695"/>
              </a:xfrm>
              <a:custGeom>
                <a:rect b="b" l="l" r="r" t="t"/>
                <a:pathLst>
                  <a:path extrusionOk="0" h="1519" w="8737">
                    <a:moveTo>
                      <a:pt x="8737" y="0"/>
                    </a:moveTo>
                    <a:lnTo>
                      <a:pt x="8737" y="0"/>
                    </a:lnTo>
                    <a:cubicBezTo>
                      <a:pt x="8318" y="798"/>
                      <a:pt x="6524" y="1397"/>
                      <a:pt x="4369" y="1397"/>
                    </a:cubicBezTo>
                    <a:cubicBezTo>
                      <a:pt x="2214" y="1397"/>
                      <a:pt x="419" y="798"/>
                      <a:pt x="0" y="0"/>
                    </a:cubicBezTo>
                    <a:cubicBezTo>
                      <a:pt x="262" y="809"/>
                      <a:pt x="1922" y="1444"/>
                      <a:pt x="3990" y="1514"/>
                    </a:cubicBezTo>
                    <a:lnTo>
                      <a:pt x="3990" y="1514"/>
                    </a:lnTo>
                    <a:cubicBezTo>
                      <a:pt x="3996" y="1514"/>
                      <a:pt x="3996" y="1514"/>
                      <a:pt x="3996" y="1514"/>
                    </a:cubicBezTo>
                    <a:lnTo>
                      <a:pt x="4002" y="1514"/>
                    </a:lnTo>
                    <a:lnTo>
                      <a:pt x="4002" y="1514"/>
                    </a:lnTo>
                    <a:cubicBezTo>
                      <a:pt x="4008" y="1514"/>
                      <a:pt x="4008" y="1514"/>
                      <a:pt x="4008" y="1514"/>
                    </a:cubicBezTo>
                    <a:lnTo>
                      <a:pt x="4014" y="1519"/>
                    </a:lnTo>
                    <a:lnTo>
                      <a:pt x="4014" y="1519"/>
                    </a:lnTo>
                    <a:lnTo>
                      <a:pt x="4019" y="1519"/>
                    </a:lnTo>
                    <a:lnTo>
                      <a:pt x="4019" y="1519"/>
                    </a:lnTo>
                    <a:cubicBezTo>
                      <a:pt x="4031" y="1519"/>
                      <a:pt x="4043" y="1519"/>
                      <a:pt x="4054" y="1519"/>
                    </a:cubicBezTo>
                    <a:lnTo>
                      <a:pt x="4054" y="1519"/>
                    </a:lnTo>
                    <a:cubicBezTo>
                      <a:pt x="4060" y="1519"/>
                      <a:pt x="4060" y="1519"/>
                      <a:pt x="4060" y="1519"/>
                    </a:cubicBezTo>
                    <a:lnTo>
                      <a:pt x="4066" y="1519"/>
                    </a:lnTo>
                    <a:lnTo>
                      <a:pt x="4066" y="1519"/>
                    </a:lnTo>
                    <a:lnTo>
                      <a:pt x="4072" y="1519"/>
                    </a:lnTo>
                    <a:lnTo>
                      <a:pt x="4077" y="1519"/>
                    </a:lnTo>
                    <a:lnTo>
                      <a:pt x="4077" y="1519"/>
                    </a:lnTo>
                    <a:lnTo>
                      <a:pt x="4084" y="1519"/>
                    </a:lnTo>
                    <a:lnTo>
                      <a:pt x="4084" y="1519"/>
                    </a:lnTo>
                    <a:lnTo>
                      <a:pt x="4089" y="1519"/>
                    </a:lnTo>
                    <a:lnTo>
                      <a:pt x="4089" y="1519"/>
                    </a:lnTo>
                    <a:lnTo>
                      <a:pt x="4095" y="1519"/>
                    </a:lnTo>
                    <a:lnTo>
                      <a:pt x="4095" y="1519"/>
                    </a:lnTo>
                    <a:lnTo>
                      <a:pt x="4101" y="1519"/>
                    </a:lnTo>
                    <a:lnTo>
                      <a:pt x="4101" y="1519"/>
                    </a:lnTo>
                    <a:cubicBezTo>
                      <a:pt x="4107" y="1519"/>
                      <a:pt x="4107" y="1519"/>
                      <a:pt x="4107" y="1519"/>
                    </a:cubicBezTo>
                    <a:lnTo>
                      <a:pt x="4113" y="1519"/>
                    </a:lnTo>
                    <a:cubicBezTo>
                      <a:pt x="4118" y="1519"/>
                      <a:pt x="4124" y="1519"/>
                      <a:pt x="4130" y="1519"/>
                    </a:cubicBezTo>
                    <a:cubicBezTo>
                      <a:pt x="4136" y="1519"/>
                      <a:pt x="4136" y="1519"/>
                      <a:pt x="4136" y="1519"/>
                    </a:cubicBezTo>
                    <a:lnTo>
                      <a:pt x="4142" y="1519"/>
                    </a:lnTo>
                    <a:lnTo>
                      <a:pt x="4142" y="1519"/>
                    </a:lnTo>
                    <a:lnTo>
                      <a:pt x="4147" y="1519"/>
                    </a:lnTo>
                    <a:lnTo>
                      <a:pt x="4147" y="1519"/>
                    </a:lnTo>
                    <a:lnTo>
                      <a:pt x="4154" y="1519"/>
                    </a:lnTo>
                    <a:lnTo>
                      <a:pt x="4154" y="1519"/>
                    </a:lnTo>
                    <a:lnTo>
                      <a:pt x="4159" y="1519"/>
                    </a:lnTo>
                    <a:lnTo>
                      <a:pt x="4165" y="1519"/>
                    </a:lnTo>
                    <a:lnTo>
                      <a:pt x="4165" y="1519"/>
                    </a:lnTo>
                    <a:lnTo>
                      <a:pt x="4171" y="1519"/>
                    </a:lnTo>
                    <a:lnTo>
                      <a:pt x="4171" y="1519"/>
                    </a:lnTo>
                    <a:lnTo>
                      <a:pt x="4176" y="1519"/>
                    </a:lnTo>
                    <a:lnTo>
                      <a:pt x="4176" y="1519"/>
                    </a:lnTo>
                    <a:cubicBezTo>
                      <a:pt x="4183" y="1519"/>
                      <a:pt x="4183" y="1519"/>
                      <a:pt x="4183" y="1519"/>
                    </a:cubicBezTo>
                    <a:lnTo>
                      <a:pt x="4183" y="1519"/>
                    </a:lnTo>
                    <a:cubicBezTo>
                      <a:pt x="4188" y="1519"/>
                      <a:pt x="4188" y="1519"/>
                      <a:pt x="4188" y="1519"/>
                    </a:cubicBezTo>
                    <a:lnTo>
                      <a:pt x="4194" y="1519"/>
                    </a:lnTo>
                    <a:lnTo>
                      <a:pt x="4194" y="1519"/>
                    </a:lnTo>
                    <a:cubicBezTo>
                      <a:pt x="4200" y="1519"/>
                      <a:pt x="4200" y="1519"/>
                      <a:pt x="4200" y="1519"/>
                    </a:cubicBezTo>
                    <a:cubicBezTo>
                      <a:pt x="4206" y="1519"/>
                      <a:pt x="4206" y="1519"/>
                      <a:pt x="4212" y="1519"/>
                    </a:cubicBezTo>
                    <a:lnTo>
                      <a:pt x="4212" y="1519"/>
                    </a:lnTo>
                    <a:cubicBezTo>
                      <a:pt x="4217" y="1519"/>
                      <a:pt x="4217" y="1519"/>
                      <a:pt x="4217" y="1519"/>
                    </a:cubicBezTo>
                    <a:lnTo>
                      <a:pt x="4223" y="1519"/>
                    </a:lnTo>
                    <a:lnTo>
                      <a:pt x="4223" y="1519"/>
                    </a:lnTo>
                    <a:cubicBezTo>
                      <a:pt x="4229" y="1519"/>
                      <a:pt x="4229" y="1519"/>
                      <a:pt x="4229" y="1519"/>
                    </a:cubicBezTo>
                    <a:lnTo>
                      <a:pt x="4235" y="1519"/>
                    </a:lnTo>
                    <a:lnTo>
                      <a:pt x="4235" y="1519"/>
                    </a:lnTo>
                    <a:lnTo>
                      <a:pt x="4241" y="1519"/>
                    </a:lnTo>
                    <a:lnTo>
                      <a:pt x="4241" y="1519"/>
                    </a:lnTo>
                    <a:cubicBezTo>
                      <a:pt x="4246" y="1519"/>
                      <a:pt x="4246" y="1519"/>
                      <a:pt x="4246" y="1519"/>
                    </a:cubicBezTo>
                    <a:lnTo>
                      <a:pt x="4246" y="1519"/>
                    </a:lnTo>
                    <a:cubicBezTo>
                      <a:pt x="4252" y="1519"/>
                      <a:pt x="4252" y="1519"/>
                      <a:pt x="4252" y="1519"/>
                    </a:cubicBezTo>
                    <a:lnTo>
                      <a:pt x="4258" y="1519"/>
                    </a:lnTo>
                    <a:lnTo>
                      <a:pt x="4258" y="1519"/>
                    </a:lnTo>
                    <a:cubicBezTo>
                      <a:pt x="4264" y="1519"/>
                      <a:pt x="4264" y="1519"/>
                      <a:pt x="4264" y="1519"/>
                    </a:cubicBezTo>
                    <a:lnTo>
                      <a:pt x="4270" y="1519"/>
                    </a:lnTo>
                    <a:lnTo>
                      <a:pt x="4270" y="1519"/>
                    </a:lnTo>
                    <a:lnTo>
                      <a:pt x="4275" y="1519"/>
                    </a:lnTo>
                    <a:lnTo>
                      <a:pt x="4275" y="1519"/>
                    </a:lnTo>
                    <a:lnTo>
                      <a:pt x="4282" y="1519"/>
                    </a:lnTo>
                    <a:lnTo>
                      <a:pt x="4287" y="1519"/>
                    </a:lnTo>
                    <a:cubicBezTo>
                      <a:pt x="4287" y="1519"/>
                      <a:pt x="4293" y="1519"/>
                      <a:pt x="4299" y="1519"/>
                    </a:cubicBezTo>
                    <a:lnTo>
                      <a:pt x="4299" y="1519"/>
                    </a:lnTo>
                    <a:lnTo>
                      <a:pt x="4305" y="1519"/>
                    </a:lnTo>
                    <a:lnTo>
                      <a:pt x="4305" y="1519"/>
                    </a:lnTo>
                    <a:cubicBezTo>
                      <a:pt x="4311" y="1519"/>
                      <a:pt x="4311" y="1519"/>
                      <a:pt x="4311" y="1519"/>
                    </a:cubicBezTo>
                    <a:lnTo>
                      <a:pt x="4316" y="1519"/>
                    </a:lnTo>
                    <a:lnTo>
                      <a:pt x="4316" y="1519"/>
                    </a:lnTo>
                    <a:lnTo>
                      <a:pt x="4322" y="1519"/>
                    </a:lnTo>
                    <a:lnTo>
                      <a:pt x="4322" y="1519"/>
                    </a:lnTo>
                    <a:cubicBezTo>
                      <a:pt x="4328" y="1519"/>
                      <a:pt x="4328" y="1519"/>
                      <a:pt x="4328" y="1519"/>
                    </a:cubicBezTo>
                    <a:lnTo>
                      <a:pt x="4334" y="1519"/>
                    </a:lnTo>
                    <a:lnTo>
                      <a:pt x="4334" y="1519"/>
                    </a:lnTo>
                    <a:lnTo>
                      <a:pt x="4340" y="1519"/>
                    </a:lnTo>
                    <a:lnTo>
                      <a:pt x="4340" y="1519"/>
                    </a:lnTo>
                    <a:cubicBezTo>
                      <a:pt x="4345" y="1519"/>
                      <a:pt x="4345" y="1519"/>
                      <a:pt x="4345" y="1519"/>
                    </a:cubicBezTo>
                    <a:lnTo>
                      <a:pt x="4345" y="1519"/>
                    </a:lnTo>
                    <a:cubicBezTo>
                      <a:pt x="4351" y="1519"/>
                      <a:pt x="4351" y="1519"/>
                      <a:pt x="4351" y="1519"/>
                    </a:cubicBezTo>
                    <a:lnTo>
                      <a:pt x="4357" y="1519"/>
                    </a:lnTo>
                    <a:lnTo>
                      <a:pt x="4357" y="1519"/>
                    </a:lnTo>
                    <a:cubicBezTo>
                      <a:pt x="4363" y="1519"/>
                      <a:pt x="4363" y="1519"/>
                      <a:pt x="4363" y="1519"/>
                    </a:cubicBezTo>
                    <a:lnTo>
                      <a:pt x="4369" y="1519"/>
                    </a:lnTo>
                    <a:lnTo>
                      <a:pt x="4369" y="1519"/>
                    </a:lnTo>
                    <a:lnTo>
                      <a:pt x="4369" y="1519"/>
                    </a:lnTo>
                    <a:lnTo>
                      <a:pt x="4374" y="1519"/>
                    </a:lnTo>
                    <a:lnTo>
                      <a:pt x="4381" y="1519"/>
                    </a:lnTo>
                    <a:lnTo>
                      <a:pt x="4381" y="1519"/>
                    </a:lnTo>
                    <a:cubicBezTo>
                      <a:pt x="4386" y="1519"/>
                      <a:pt x="4386" y="1519"/>
                      <a:pt x="4386" y="1519"/>
                    </a:cubicBezTo>
                    <a:lnTo>
                      <a:pt x="4392" y="1519"/>
                    </a:lnTo>
                    <a:lnTo>
                      <a:pt x="4392" y="1519"/>
                    </a:lnTo>
                    <a:lnTo>
                      <a:pt x="4398" y="1519"/>
                    </a:lnTo>
                    <a:lnTo>
                      <a:pt x="4398" y="1519"/>
                    </a:lnTo>
                    <a:lnTo>
                      <a:pt x="4403" y="1519"/>
                    </a:lnTo>
                    <a:lnTo>
                      <a:pt x="4403" y="1519"/>
                    </a:lnTo>
                    <a:cubicBezTo>
                      <a:pt x="4410" y="1519"/>
                      <a:pt x="4410" y="1519"/>
                      <a:pt x="4410" y="1519"/>
                    </a:cubicBezTo>
                    <a:lnTo>
                      <a:pt x="4415" y="1519"/>
                    </a:lnTo>
                    <a:lnTo>
                      <a:pt x="4415" y="1519"/>
                    </a:lnTo>
                    <a:lnTo>
                      <a:pt x="4421" y="1519"/>
                    </a:lnTo>
                    <a:lnTo>
                      <a:pt x="4421" y="1519"/>
                    </a:lnTo>
                    <a:cubicBezTo>
                      <a:pt x="4427" y="1519"/>
                      <a:pt x="4427" y="1519"/>
                      <a:pt x="4427" y="1519"/>
                    </a:cubicBezTo>
                    <a:lnTo>
                      <a:pt x="4433" y="1519"/>
                    </a:lnTo>
                    <a:lnTo>
                      <a:pt x="4433" y="1519"/>
                    </a:lnTo>
                    <a:lnTo>
                      <a:pt x="4439" y="1519"/>
                    </a:lnTo>
                    <a:lnTo>
                      <a:pt x="4439" y="1519"/>
                    </a:lnTo>
                    <a:cubicBezTo>
                      <a:pt x="4444" y="1519"/>
                      <a:pt x="4450" y="1519"/>
                      <a:pt x="4450" y="1519"/>
                    </a:cubicBezTo>
                    <a:cubicBezTo>
                      <a:pt x="4456" y="1519"/>
                      <a:pt x="4456" y="1519"/>
                      <a:pt x="4456" y="1519"/>
                    </a:cubicBezTo>
                    <a:lnTo>
                      <a:pt x="4462" y="1519"/>
                    </a:lnTo>
                    <a:lnTo>
                      <a:pt x="4462" y="1519"/>
                    </a:lnTo>
                    <a:lnTo>
                      <a:pt x="4468" y="1519"/>
                    </a:lnTo>
                    <a:lnTo>
                      <a:pt x="4468" y="1519"/>
                    </a:lnTo>
                    <a:cubicBezTo>
                      <a:pt x="4473" y="1519"/>
                      <a:pt x="4473" y="1519"/>
                      <a:pt x="4473" y="1519"/>
                    </a:cubicBezTo>
                    <a:lnTo>
                      <a:pt x="4480" y="1519"/>
                    </a:lnTo>
                    <a:lnTo>
                      <a:pt x="4480" y="1519"/>
                    </a:lnTo>
                    <a:lnTo>
                      <a:pt x="4485" y="1519"/>
                    </a:lnTo>
                    <a:lnTo>
                      <a:pt x="4491" y="1519"/>
                    </a:lnTo>
                    <a:lnTo>
                      <a:pt x="4491" y="1519"/>
                    </a:lnTo>
                    <a:lnTo>
                      <a:pt x="4497" y="1519"/>
                    </a:lnTo>
                    <a:lnTo>
                      <a:pt x="4497" y="1519"/>
                    </a:lnTo>
                    <a:lnTo>
                      <a:pt x="4503" y="1519"/>
                    </a:lnTo>
                    <a:lnTo>
                      <a:pt x="4503" y="1519"/>
                    </a:lnTo>
                    <a:cubicBezTo>
                      <a:pt x="4509" y="1519"/>
                      <a:pt x="4509" y="1519"/>
                      <a:pt x="4509" y="1519"/>
                    </a:cubicBezTo>
                    <a:lnTo>
                      <a:pt x="4514" y="1519"/>
                    </a:lnTo>
                    <a:lnTo>
                      <a:pt x="4514" y="1519"/>
                    </a:lnTo>
                    <a:lnTo>
                      <a:pt x="4520" y="1519"/>
                    </a:lnTo>
                    <a:lnTo>
                      <a:pt x="4526" y="1519"/>
                    </a:lnTo>
                    <a:lnTo>
                      <a:pt x="4526" y="1519"/>
                    </a:lnTo>
                    <a:cubicBezTo>
                      <a:pt x="4532" y="1519"/>
                      <a:pt x="4532" y="1519"/>
                      <a:pt x="4538" y="1519"/>
                    </a:cubicBezTo>
                    <a:lnTo>
                      <a:pt x="4543" y="1519"/>
                    </a:lnTo>
                    <a:lnTo>
                      <a:pt x="4543" y="1519"/>
                    </a:lnTo>
                    <a:lnTo>
                      <a:pt x="4549" y="1519"/>
                    </a:lnTo>
                    <a:lnTo>
                      <a:pt x="4555" y="1519"/>
                    </a:lnTo>
                    <a:lnTo>
                      <a:pt x="4555" y="1519"/>
                    </a:lnTo>
                    <a:lnTo>
                      <a:pt x="4561" y="1519"/>
                    </a:lnTo>
                    <a:lnTo>
                      <a:pt x="4561" y="1519"/>
                    </a:lnTo>
                    <a:lnTo>
                      <a:pt x="4567" y="1519"/>
                    </a:lnTo>
                    <a:lnTo>
                      <a:pt x="4567" y="1519"/>
                    </a:lnTo>
                    <a:cubicBezTo>
                      <a:pt x="4573" y="1519"/>
                      <a:pt x="4573" y="1519"/>
                      <a:pt x="4573" y="1519"/>
                    </a:cubicBezTo>
                    <a:lnTo>
                      <a:pt x="4573" y="1519"/>
                    </a:lnTo>
                    <a:cubicBezTo>
                      <a:pt x="4579" y="1519"/>
                      <a:pt x="4579" y="1519"/>
                      <a:pt x="4579" y="1519"/>
                    </a:cubicBezTo>
                    <a:lnTo>
                      <a:pt x="4584" y="1519"/>
                    </a:lnTo>
                    <a:lnTo>
                      <a:pt x="4584" y="1519"/>
                    </a:lnTo>
                    <a:cubicBezTo>
                      <a:pt x="4590" y="1519"/>
                      <a:pt x="4590" y="1519"/>
                      <a:pt x="4590" y="1519"/>
                    </a:cubicBezTo>
                    <a:lnTo>
                      <a:pt x="4590" y="1519"/>
                    </a:lnTo>
                    <a:cubicBezTo>
                      <a:pt x="4596" y="1519"/>
                      <a:pt x="4596" y="1519"/>
                      <a:pt x="4596" y="1519"/>
                    </a:cubicBezTo>
                    <a:lnTo>
                      <a:pt x="4596" y="1519"/>
                    </a:lnTo>
                    <a:cubicBezTo>
                      <a:pt x="4602" y="1519"/>
                      <a:pt x="4602" y="1519"/>
                      <a:pt x="4602" y="1519"/>
                    </a:cubicBezTo>
                    <a:lnTo>
                      <a:pt x="4608" y="1519"/>
                    </a:lnTo>
                    <a:cubicBezTo>
                      <a:pt x="4613" y="1519"/>
                      <a:pt x="4619" y="1519"/>
                      <a:pt x="4625" y="1519"/>
                    </a:cubicBezTo>
                    <a:cubicBezTo>
                      <a:pt x="4631" y="1519"/>
                      <a:pt x="4631" y="1519"/>
                      <a:pt x="4631" y="1519"/>
                    </a:cubicBezTo>
                    <a:lnTo>
                      <a:pt x="4637" y="1519"/>
                    </a:lnTo>
                    <a:lnTo>
                      <a:pt x="4637" y="1519"/>
                    </a:lnTo>
                    <a:lnTo>
                      <a:pt x="4643" y="1519"/>
                    </a:lnTo>
                    <a:lnTo>
                      <a:pt x="4643" y="1519"/>
                    </a:lnTo>
                    <a:lnTo>
                      <a:pt x="4648" y="1519"/>
                    </a:lnTo>
                    <a:lnTo>
                      <a:pt x="4648" y="1519"/>
                    </a:lnTo>
                    <a:lnTo>
                      <a:pt x="4654" y="1519"/>
                    </a:lnTo>
                    <a:lnTo>
                      <a:pt x="4654" y="1519"/>
                    </a:lnTo>
                    <a:cubicBezTo>
                      <a:pt x="4660" y="1519"/>
                      <a:pt x="4660" y="1519"/>
                      <a:pt x="4660" y="1519"/>
                    </a:cubicBezTo>
                    <a:lnTo>
                      <a:pt x="4660" y="1519"/>
                    </a:lnTo>
                    <a:cubicBezTo>
                      <a:pt x="4666" y="1519"/>
                      <a:pt x="4666" y="1519"/>
                      <a:pt x="4666" y="1519"/>
                    </a:cubicBezTo>
                    <a:lnTo>
                      <a:pt x="4672" y="1519"/>
                    </a:lnTo>
                    <a:lnTo>
                      <a:pt x="4672" y="1519"/>
                    </a:lnTo>
                    <a:cubicBezTo>
                      <a:pt x="4677" y="1519"/>
                      <a:pt x="4677" y="1519"/>
                      <a:pt x="4677" y="1519"/>
                    </a:cubicBezTo>
                    <a:lnTo>
                      <a:pt x="4683" y="1519"/>
                    </a:lnTo>
                    <a:lnTo>
                      <a:pt x="4683" y="1519"/>
                    </a:lnTo>
                    <a:cubicBezTo>
                      <a:pt x="4695" y="1519"/>
                      <a:pt x="4707" y="1519"/>
                      <a:pt x="4718" y="1519"/>
                    </a:cubicBezTo>
                    <a:lnTo>
                      <a:pt x="4718" y="1519"/>
                    </a:lnTo>
                    <a:cubicBezTo>
                      <a:pt x="4724" y="1519"/>
                      <a:pt x="4724" y="1519"/>
                      <a:pt x="4724" y="1519"/>
                    </a:cubicBezTo>
                    <a:lnTo>
                      <a:pt x="4724" y="1519"/>
                    </a:lnTo>
                    <a:cubicBezTo>
                      <a:pt x="4730" y="1514"/>
                      <a:pt x="4730" y="1514"/>
                      <a:pt x="4730" y="1514"/>
                    </a:cubicBezTo>
                    <a:lnTo>
                      <a:pt x="4736" y="1514"/>
                    </a:lnTo>
                    <a:lnTo>
                      <a:pt x="4736" y="1514"/>
                    </a:lnTo>
                    <a:cubicBezTo>
                      <a:pt x="4742" y="1514"/>
                      <a:pt x="4742" y="1514"/>
                      <a:pt x="4742" y="1514"/>
                    </a:cubicBezTo>
                    <a:lnTo>
                      <a:pt x="4747" y="1514"/>
                    </a:lnTo>
                    <a:lnTo>
                      <a:pt x="4747" y="1514"/>
                    </a:lnTo>
                    <a:cubicBezTo>
                      <a:pt x="6815" y="1444"/>
                      <a:pt x="8476" y="809"/>
                      <a:pt x="8737"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81" name="Google Shape;1981;p34"/>
              <p:cNvSpPr/>
              <p:nvPr/>
            </p:nvSpPr>
            <p:spPr>
              <a:xfrm>
                <a:off x="-4402251" y="3590629"/>
                <a:ext cx="1168023" cy="460423"/>
              </a:xfrm>
              <a:custGeom>
                <a:rect b="b" l="l" r="r" t="t"/>
                <a:pathLst>
                  <a:path extrusionOk="0" h="2714" w="6885">
                    <a:moveTo>
                      <a:pt x="2889" y="0"/>
                    </a:moveTo>
                    <a:lnTo>
                      <a:pt x="2889" y="0"/>
                    </a:lnTo>
                    <a:cubicBezTo>
                      <a:pt x="1247" y="105"/>
                      <a:pt x="0" y="670"/>
                      <a:pt x="0" y="1345"/>
                    </a:cubicBezTo>
                    <a:cubicBezTo>
                      <a:pt x="0" y="2103"/>
                      <a:pt x="1538" y="2714"/>
                      <a:pt x="3443" y="2714"/>
                    </a:cubicBezTo>
                    <a:cubicBezTo>
                      <a:pt x="5347" y="2714"/>
                      <a:pt x="6885" y="2103"/>
                      <a:pt x="6885" y="1345"/>
                    </a:cubicBezTo>
                    <a:cubicBezTo>
                      <a:pt x="6885" y="693"/>
                      <a:pt x="5720" y="140"/>
                      <a:pt x="4165" y="12"/>
                    </a:cubicBezTo>
                    <a:cubicBezTo>
                      <a:pt x="4165" y="180"/>
                      <a:pt x="4165" y="180"/>
                      <a:pt x="4165" y="180"/>
                    </a:cubicBezTo>
                    <a:lnTo>
                      <a:pt x="4165" y="180"/>
                    </a:lnTo>
                    <a:cubicBezTo>
                      <a:pt x="3927" y="163"/>
                      <a:pt x="3687" y="157"/>
                      <a:pt x="3443" y="157"/>
                    </a:cubicBezTo>
                    <a:cubicBezTo>
                      <a:pt x="3257" y="157"/>
                      <a:pt x="3070" y="163"/>
                      <a:pt x="2889" y="169"/>
                    </a:cubicBezTo>
                    <a:cubicBezTo>
                      <a:pt x="2889" y="0"/>
                      <a:pt x="2889" y="0"/>
                      <a:pt x="2889" y="0"/>
                    </a:cubicBezTo>
                    <a:close/>
                  </a:path>
                </a:pathLst>
              </a:custGeom>
              <a:solidFill>
                <a:srgbClr val="FFFFFF">
                  <a:alpha val="62260"/>
                </a:srgbClr>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1982" name="Google Shape;1982;p34"/>
              <p:cNvSpPr/>
              <p:nvPr/>
            </p:nvSpPr>
            <p:spPr>
              <a:xfrm>
                <a:off x="-3912142" y="3617263"/>
                <a:ext cx="216470" cy="604624"/>
              </a:xfrm>
              <a:custGeom>
                <a:rect b="b" l="l" r="r" t="t"/>
                <a:pathLst>
                  <a:path extrusionOk="0" h="3564" w="1276">
                    <a:moveTo>
                      <a:pt x="0" y="12"/>
                    </a:moveTo>
                    <a:lnTo>
                      <a:pt x="0" y="12"/>
                    </a:lnTo>
                    <a:cubicBezTo>
                      <a:pt x="0" y="76"/>
                      <a:pt x="0" y="76"/>
                      <a:pt x="0" y="76"/>
                    </a:cubicBezTo>
                    <a:cubicBezTo>
                      <a:pt x="0" y="3086"/>
                      <a:pt x="0" y="3086"/>
                      <a:pt x="0" y="3086"/>
                    </a:cubicBezTo>
                    <a:cubicBezTo>
                      <a:pt x="0" y="3547"/>
                      <a:pt x="0" y="3547"/>
                      <a:pt x="0" y="3547"/>
                    </a:cubicBezTo>
                    <a:cubicBezTo>
                      <a:pt x="181" y="3558"/>
                      <a:pt x="368" y="3564"/>
                      <a:pt x="554" y="3564"/>
                    </a:cubicBezTo>
                    <a:cubicBezTo>
                      <a:pt x="798" y="3564"/>
                      <a:pt x="1038" y="3553"/>
                      <a:pt x="1276" y="3541"/>
                    </a:cubicBezTo>
                    <a:cubicBezTo>
                      <a:pt x="1276" y="3075"/>
                      <a:pt x="1276" y="3075"/>
                      <a:pt x="1276" y="3075"/>
                    </a:cubicBezTo>
                    <a:cubicBezTo>
                      <a:pt x="1276" y="88"/>
                      <a:pt x="1276" y="88"/>
                      <a:pt x="1276" y="88"/>
                    </a:cubicBezTo>
                    <a:cubicBezTo>
                      <a:pt x="1276" y="23"/>
                      <a:pt x="1276" y="23"/>
                      <a:pt x="1276" y="23"/>
                    </a:cubicBezTo>
                    <a:cubicBezTo>
                      <a:pt x="1038" y="6"/>
                      <a:pt x="798" y="0"/>
                      <a:pt x="554" y="0"/>
                    </a:cubicBezTo>
                    <a:cubicBezTo>
                      <a:pt x="368" y="0"/>
                      <a:pt x="181" y="6"/>
                      <a:pt x="0" y="12"/>
                    </a:cubicBezTo>
                    <a:close/>
                  </a:path>
                </a:pathLst>
              </a:custGeom>
              <a:solidFill>
                <a:srgbClr val="D41B3B"/>
              </a:solidFill>
              <a:ln>
                <a:noFill/>
              </a:ln>
            </p:spPr>
            <p:txBody>
              <a:bodyPr anchorCtr="1" anchor="ctr"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sp>
        <p:nvSpPr>
          <p:cNvPr id="1987" name="Google Shape;1987;p35"/>
          <p:cNvSpPr/>
          <p:nvPr/>
        </p:nvSpPr>
        <p:spPr>
          <a:xfrm>
            <a:off x="6085725" y="1779000"/>
            <a:ext cx="2088900" cy="1890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ulish Medium"/>
              <a:ea typeface="Mulish Medium"/>
              <a:cs typeface="Mulish Medium"/>
              <a:sym typeface="Mulish Medium"/>
            </a:endParaRPr>
          </a:p>
        </p:txBody>
      </p:sp>
      <p:sp>
        <p:nvSpPr>
          <p:cNvPr id="1988" name="Google Shape;1988;p35"/>
          <p:cNvSpPr/>
          <p:nvPr/>
        </p:nvSpPr>
        <p:spPr>
          <a:xfrm>
            <a:off x="3418750" y="1779000"/>
            <a:ext cx="2088900" cy="1890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ulish Medium"/>
              <a:ea typeface="Mulish Medium"/>
              <a:cs typeface="Mulish Medium"/>
              <a:sym typeface="Mulish Medium"/>
            </a:endParaRPr>
          </a:p>
        </p:txBody>
      </p:sp>
      <p:sp>
        <p:nvSpPr>
          <p:cNvPr id="1989" name="Google Shape;1989;p35"/>
          <p:cNvSpPr/>
          <p:nvPr/>
        </p:nvSpPr>
        <p:spPr>
          <a:xfrm>
            <a:off x="713225" y="1779000"/>
            <a:ext cx="2088900" cy="18906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ulish Medium"/>
              <a:ea typeface="Mulish Medium"/>
              <a:cs typeface="Mulish Medium"/>
              <a:sym typeface="Mulish Medium"/>
            </a:endParaRPr>
          </a:p>
        </p:txBody>
      </p:sp>
      <p:sp>
        <p:nvSpPr>
          <p:cNvPr id="1990" name="Google Shape;1990;p3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Customer Discovery</a:t>
            </a:r>
            <a:endParaRPr/>
          </a:p>
        </p:txBody>
      </p:sp>
      <p:sp>
        <p:nvSpPr>
          <p:cNvPr id="1991" name="Google Shape;1991;p35"/>
          <p:cNvSpPr txBox="1"/>
          <p:nvPr>
            <p:ph idx="4" type="subTitle"/>
          </p:nvPr>
        </p:nvSpPr>
        <p:spPr>
          <a:xfrm>
            <a:off x="720000" y="1222374"/>
            <a:ext cx="21753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Access</a:t>
            </a:r>
            <a:endParaRPr/>
          </a:p>
        </p:txBody>
      </p:sp>
      <p:sp>
        <p:nvSpPr>
          <p:cNvPr id="1992" name="Google Shape;1992;p35"/>
          <p:cNvSpPr txBox="1"/>
          <p:nvPr>
            <p:ph idx="5" type="subTitle"/>
          </p:nvPr>
        </p:nvSpPr>
        <p:spPr>
          <a:xfrm>
            <a:off x="3375538" y="1222363"/>
            <a:ext cx="21753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Awareness</a:t>
            </a:r>
            <a:endParaRPr/>
          </a:p>
        </p:txBody>
      </p:sp>
      <p:sp>
        <p:nvSpPr>
          <p:cNvPr id="1993" name="Google Shape;1993;p35"/>
          <p:cNvSpPr txBox="1"/>
          <p:nvPr>
            <p:ph idx="1" type="subTitle"/>
          </p:nvPr>
        </p:nvSpPr>
        <p:spPr>
          <a:xfrm>
            <a:off x="3356275" y="1788550"/>
            <a:ext cx="2175300" cy="1760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t>Misconceptions</a:t>
            </a:r>
            <a:endParaRPr sz="1400"/>
          </a:p>
          <a:p>
            <a:pPr indent="-317500" lvl="0" marL="457200" rtl="0" algn="l">
              <a:spcBef>
                <a:spcPts val="0"/>
              </a:spcBef>
              <a:spcAft>
                <a:spcPts val="0"/>
              </a:spcAft>
              <a:buClr>
                <a:schemeClr val="dk1"/>
              </a:buClr>
              <a:buSzPts val="1400"/>
              <a:buChar char="●"/>
            </a:pPr>
            <a:r>
              <a:rPr lang="en" sz="1400"/>
              <a:t>30-45 minutes spent convincing patients</a:t>
            </a:r>
            <a:endParaRPr sz="1400"/>
          </a:p>
          <a:p>
            <a:pPr indent="-317500" lvl="0" marL="457200" rtl="0" algn="l">
              <a:spcBef>
                <a:spcPts val="0"/>
              </a:spcBef>
              <a:spcAft>
                <a:spcPts val="0"/>
              </a:spcAft>
              <a:buClr>
                <a:schemeClr val="dk1"/>
              </a:buClr>
              <a:buSzPts val="1400"/>
              <a:buChar char="●"/>
            </a:pPr>
            <a:r>
              <a:rPr lang="en" sz="1400"/>
              <a:t>“Fighting social media myths”</a:t>
            </a:r>
            <a:endParaRPr sz="1400"/>
          </a:p>
          <a:p>
            <a:pPr indent="-317500" lvl="0" marL="457200" rtl="0" algn="l">
              <a:spcBef>
                <a:spcPts val="0"/>
              </a:spcBef>
              <a:spcAft>
                <a:spcPts val="0"/>
              </a:spcAft>
              <a:buClr>
                <a:schemeClr val="dk1"/>
              </a:buClr>
              <a:buSzPts val="1400"/>
              <a:buChar char="●"/>
            </a:pPr>
            <a:r>
              <a:rPr lang="en" sz="1400"/>
              <a:t>Cultural /social norms and beliefs</a:t>
            </a:r>
            <a:endParaRPr sz="1400"/>
          </a:p>
        </p:txBody>
      </p:sp>
      <p:sp>
        <p:nvSpPr>
          <p:cNvPr id="1994" name="Google Shape;1994;p35"/>
          <p:cNvSpPr txBox="1"/>
          <p:nvPr>
            <p:ph idx="2" type="subTitle"/>
          </p:nvPr>
        </p:nvSpPr>
        <p:spPr>
          <a:xfrm>
            <a:off x="626825" y="1778925"/>
            <a:ext cx="2175300" cy="1890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ulish"/>
              <a:buChar char="●"/>
            </a:pPr>
            <a:r>
              <a:rPr b="1" lang="en" sz="1400">
                <a:latin typeface="Mulish"/>
                <a:ea typeface="Mulish"/>
                <a:cs typeface="Mulish"/>
                <a:sym typeface="Mulish"/>
              </a:rPr>
              <a:t>Uptake </a:t>
            </a:r>
            <a:r>
              <a:rPr lang="en" sz="1400">
                <a:latin typeface="Mulish"/>
                <a:ea typeface="Mulish"/>
                <a:cs typeface="Mulish"/>
                <a:sym typeface="Mulish"/>
              </a:rPr>
              <a:t>of birth control implants in rural, low-income areas</a:t>
            </a:r>
            <a:endParaRPr sz="1400">
              <a:latin typeface="Mulish"/>
              <a:ea typeface="Mulish"/>
              <a:cs typeface="Mulish"/>
              <a:sym typeface="Mulish"/>
            </a:endParaRPr>
          </a:p>
          <a:p>
            <a:pPr indent="-317500" lvl="0" marL="457200" rtl="0" algn="l">
              <a:spcBef>
                <a:spcPts val="0"/>
              </a:spcBef>
              <a:spcAft>
                <a:spcPts val="0"/>
              </a:spcAft>
              <a:buClr>
                <a:schemeClr val="dk1"/>
              </a:buClr>
              <a:buSzPts val="1400"/>
              <a:buFont typeface="Mulish"/>
              <a:buChar char="●"/>
            </a:pPr>
            <a:r>
              <a:rPr lang="en" sz="1400">
                <a:latin typeface="Mulish"/>
                <a:ea typeface="Mulish"/>
                <a:cs typeface="Mulish"/>
                <a:sym typeface="Mulish"/>
              </a:rPr>
              <a:t>Lack of </a:t>
            </a:r>
            <a:r>
              <a:rPr b="1" lang="en" sz="1400">
                <a:latin typeface="Mulish"/>
                <a:ea typeface="Mulish"/>
                <a:cs typeface="Mulish"/>
                <a:sym typeface="Mulish"/>
              </a:rPr>
              <a:t>Trained Providers</a:t>
            </a:r>
            <a:endParaRPr b="1" sz="1400">
              <a:latin typeface="Mulish"/>
              <a:ea typeface="Mulish"/>
              <a:cs typeface="Mulish"/>
              <a:sym typeface="Mulish"/>
            </a:endParaRPr>
          </a:p>
          <a:p>
            <a:pPr indent="-317500" lvl="0" marL="457200" rtl="0" algn="l">
              <a:spcBef>
                <a:spcPts val="0"/>
              </a:spcBef>
              <a:spcAft>
                <a:spcPts val="0"/>
              </a:spcAft>
              <a:buClr>
                <a:schemeClr val="dk1"/>
              </a:buClr>
              <a:buSzPts val="1400"/>
              <a:buFont typeface="Mulish"/>
              <a:buChar char="●"/>
            </a:pPr>
            <a:r>
              <a:rPr lang="en" sz="1400">
                <a:latin typeface="Mulish"/>
                <a:ea typeface="Mulish"/>
                <a:cs typeface="Mulish"/>
                <a:sym typeface="Mulish"/>
              </a:rPr>
              <a:t>Education</a:t>
            </a:r>
            <a:endParaRPr sz="1400">
              <a:latin typeface="Mulish"/>
              <a:ea typeface="Mulish"/>
              <a:cs typeface="Mulish"/>
              <a:sym typeface="Mulish"/>
            </a:endParaRPr>
          </a:p>
        </p:txBody>
      </p:sp>
      <p:grpSp>
        <p:nvGrpSpPr>
          <p:cNvPr id="1995" name="Google Shape;1995;p35"/>
          <p:cNvGrpSpPr/>
          <p:nvPr/>
        </p:nvGrpSpPr>
        <p:grpSpPr>
          <a:xfrm>
            <a:off x="6085727" y="3669466"/>
            <a:ext cx="1791644" cy="1146873"/>
            <a:chOff x="6085727" y="3669466"/>
            <a:chExt cx="1791644" cy="1146873"/>
          </a:xfrm>
        </p:grpSpPr>
        <p:sp>
          <p:nvSpPr>
            <p:cNvPr id="1996" name="Google Shape;1996;p35"/>
            <p:cNvSpPr/>
            <p:nvPr/>
          </p:nvSpPr>
          <p:spPr>
            <a:xfrm>
              <a:off x="7705506" y="4019570"/>
              <a:ext cx="171865" cy="171830"/>
            </a:xfrm>
            <a:custGeom>
              <a:rect b="b" l="l" r="r" t="t"/>
              <a:pathLst>
                <a:path extrusionOk="0" h="4826" w="4827">
                  <a:moveTo>
                    <a:pt x="2418" y="533"/>
                  </a:moveTo>
                  <a:cubicBezTo>
                    <a:pt x="3451" y="533"/>
                    <a:pt x="4294" y="1376"/>
                    <a:pt x="4294" y="2417"/>
                  </a:cubicBezTo>
                  <a:cubicBezTo>
                    <a:pt x="4294" y="3451"/>
                    <a:pt x="3451" y="4293"/>
                    <a:pt x="2418" y="4293"/>
                  </a:cubicBezTo>
                  <a:cubicBezTo>
                    <a:pt x="1376" y="4293"/>
                    <a:pt x="534" y="3451"/>
                    <a:pt x="534" y="2417"/>
                  </a:cubicBezTo>
                  <a:cubicBezTo>
                    <a:pt x="534" y="1376"/>
                    <a:pt x="1376" y="533"/>
                    <a:pt x="2418" y="533"/>
                  </a:cubicBezTo>
                  <a:close/>
                  <a:moveTo>
                    <a:pt x="2418" y="1"/>
                  </a:moveTo>
                  <a:cubicBezTo>
                    <a:pt x="1082" y="1"/>
                    <a:pt x="1" y="1082"/>
                    <a:pt x="1" y="2417"/>
                  </a:cubicBezTo>
                  <a:cubicBezTo>
                    <a:pt x="1" y="3745"/>
                    <a:pt x="1082" y="4826"/>
                    <a:pt x="2418" y="4826"/>
                  </a:cubicBezTo>
                  <a:cubicBezTo>
                    <a:pt x="3745" y="4826"/>
                    <a:pt x="4826" y="3745"/>
                    <a:pt x="4826" y="2417"/>
                  </a:cubicBezTo>
                  <a:cubicBezTo>
                    <a:pt x="4826" y="1082"/>
                    <a:pt x="3745" y="1"/>
                    <a:pt x="24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5"/>
            <p:cNvSpPr/>
            <p:nvPr/>
          </p:nvSpPr>
          <p:spPr>
            <a:xfrm>
              <a:off x="7458442" y="4098827"/>
              <a:ext cx="266076" cy="19013"/>
            </a:xfrm>
            <a:custGeom>
              <a:rect b="b" l="l" r="r" t="t"/>
              <a:pathLst>
                <a:path extrusionOk="0" h="534" w="7473">
                  <a:moveTo>
                    <a:pt x="263" y="1"/>
                  </a:moveTo>
                  <a:cubicBezTo>
                    <a:pt x="120" y="1"/>
                    <a:pt x="0" y="120"/>
                    <a:pt x="0" y="271"/>
                  </a:cubicBezTo>
                  <a:cubicBezTo>
                    <a:pt x="0" y="414"/>
                    <a:pt x="120" y="533"/>
                    <a:pt x="263" y="533"/>
                  </a:cubicBezTo>
                  <a:lnTo>
                    <a:pt x="7210" y="533"/>
                  </a:lnTo>
                  <a:cubicBezTo>
                    <a:pt x="7353" y="533"/>
                    <a:pt x="7473" y="414"/>
                    <a:pt x="7473" y="271"/>
                  </a:cubicBezTo>
                  <a:cubicBezTo>
                    <a:pt x="7473" y="120"/>
                    <a:pt x="7353" y="1"/>
                    <a:pt x="721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5"/>
            <p:cNvSpPr/>
            <p:nvPr/>
          </p:nvSpPr>
          <p:spPr>
            <a:xfrm>
              <a:off x="7781949" y="4172423"/>
              <a:ext cx="18977" cy="224490"/>
            </a:xfrm>
            <a:custGeom>
              <a:rect b="b" l="l" r="r" t="t"/>
              <a:pathLst>
                <a:path extrusionOk="0" h="6305" w="533">
                  <a:moveTo>
                    <a:pt x="271" y="0"/>
                  </a:moveTo>
                  <a:cubicBezTo>
                    <a:pt x="119" y="0"/>
                    <a:pt x="0" y="120"/>
                    <a:pt x="0" y="263"/>
                  </a:cubicBezTo>
                  <a:lnTo>
                    <a:pt x="0" y="6042"/>
                  </a:lnTo>
                  <a:cubicBezTo>
                    <a:pt x="0" y="6185"/>
                    <a:pt x="119" y="6304"/>
                    <a:pt x="271" y="6304"/>
                  </a:cubicBezTo>
                  <a:cubicBezTo>
                    <a:pt x="414" y="6304"/>
                    <a:pt x="533" y="6185"/>
                    <a:pt x="533" y="6042"/>
                  </a:cubicBezTo>
                  <a:lnTo>
                    <a:pt x="533" y="263"/>
                  </a:lnTo>
                  <a:cubicBezTo>
                    <a:pt x="533" y="120"/>
                    <a:pt x="414" y="0"/>
                    <a:pt x="2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5"/>
            <p:cNvSpPr/>
            <p:nvPr/>
          </p:nvSpPr>
          <p:spPr>
            <a:xfrm>
              <a:off x="6781129" y="3669466"/>
              <a:ext cx="703946" cy="703946"/>
            </a:xfrm>
            <a:custGeom>
              <a:rect b="b" l="l" r="r" t="t"/>
              <a:pathLst>
                <a:path extrusionOk="0" h="19771" w="19771">
                  <a:moveTo>
                    <a:pt x="9890" y="533"/>
                  </a:moveTo>
                  <a:cubicBezTo>
                    <a:pt x="15041" y="533"/>
                    <a:pt x="19238" y="4730"/>
                    <a:pt x="19238" y="9889"/>
                  </a:cubicBezTo>
                  <a:cubicBezTo>
                    <a:pt x="19238" y="15041"/>
                    <a:pt x="15041" y="19238"/>
                    <a:pt x="9890" y="19238"/>
                  </a:cubicBezTo>
                  <a:cubicBezTo>
                    <a:pt x="4731" y="19238"/>
                    <a:pt x="533" y="15041"/>
                    <a:pt x="533" y="9889"/>
                  </a:cubicBezTo>
                  <a:cubicBezTo>
                    <a:pt x="533" y="4730"/>
                    <a:pt x="4731" y="533"/>
                    <a:pt x="9890" y="533"/>
                  </a:cubicBezTo>
                  <a:close/>
                  <a:moveTo>
                    <a:pt x="9890" y="1"/>
                  </a:moveTo>
                  <a:cubicBezTo>
                    <a:pt x="4436" y="1"/>
                    <a:pt x="1" y="4436"/>
                    <a:pt x="1" y="9889"/>
                  </a:cubicBezTo>
                  <a:cubicBezTo>
                    <a:pt x="1" y="15335"/>
                    <a:pt x="4436" y="19770"/>
                    <a:pt x="9890" y="19770"/>
                  </a:cubicBezTo>
                  <a:cubicBezTo>
                    <a:pt x="15335" y="19770"/>
                    <a:pt x="19771" y="15335"/>
                    <a:pt x="19771" y="9889"/>
                  </a:cubicBezTo>
                  <a:cubicBezTo>
                    <a:pt x="19771" y="4436"/>
                    <a:pt x="15335" y="1"/>
                    <a:pt x="989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5"/>
            <p:cNvSpPr/>
            <p:nvPr/>
          </p:nvSpPr>
          <p:spPr>
            <a:xfrm>
              <a:off x="6972470" y="3867893"/>
              <a:ext cx="125686" cy="307093"/>
            </a:xfrm>
            <a:custGeom>
              <a:rect b="b" l="l" r="r" t="t"/>
              <a:pathLst>
                <a:path extrusionOk="0" h="8625" w="3530">
                  <a:moveTo>
                    <a:pt x="1765" y="0"/>
                  </a:moveTo>
                  <a:cubicBezTo>
                    <a:pt x="795" y="0"/>
                    <a:pt x="0" y="795"/>
                    <a:pt x="0" y="1765"/>
                  </a:cubicBezTo>
                  <a:lnTo>
                    <a:pt x="0" y="6860"/>
                  </a:lnTo>
                  <a:cubicBezTo>
                    <a:pt x="0" y="7838"/>
                    <a:pt x="795" y="8625"/>
                    <a:pt x="1765" y="8625"/>
                  </a:cubicBezTo>
                  <a:cubicBezTo>
                    <a:pt x="2735" y="8625"/>
                    <a:pt x="3530" y="7838"/>
                    <a:pt x="3530" y="6860"/>
                  </a:cubicBezTo>
                  <a:lnTo>
                    <a:pt x="3530" y="1765"/>
                  </a:lnTo>
                  <a:cubicBezTo>
                    <a:pt x="3530" y="795"/>
                    <a:pt x="2735" y="0"/>
                    <a:pt x="17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5"/>
            <p:cNvSpPr/>
            <p:nvPr/>
          </p:nvSpPr>
          <p:spPr>
            <a:xfrm>
              <a:off x="7168048" y="3867893"/>
              <a:ext cx="125686" cy="307093"/>
            </a:xfrm>
            <a:custGeom>
              <a:rect b="b" l="l" r="r" t="t"/>
              <a:pathLst>
                <a:path extrusionOk="0" h="8625" w="3530">
                  <a:moveTo>
                    <a:pt x="1765" y="0"/>
                  </a:moveTo>
                  <a:cubicBezTo>
                    <a:pt x="795" y="0"/>
                    <a:pt x="0" y="795"/>
                    <a:pt x="0" y="1765"/>
                  </a:cubicBezTo>
                  <a:lnTo>
                    <a:pt x="0" y="6860"/>
                  </a:lnTo>
                  <a:cubicBezTo>
                    <a:pt x="0" y="7838"/>
                    <a:pt x="795" y="8625"/>
                    <a:pt x="1765" y="8625"/>
                  </a:cubicBezTo>
                  <a:cubicBezTo>
                    <a:pt x="2735" y="8625"/>
                    <a:pt x="3530" y="7838"/>
                    <a:pt x="3530" y="6860"/>
                  </a:cubicBezTo>
                  <a:lnTo>
                    <a:pt x="3530" y="1765"/>
                  </a:lnTo>
                  <a:cubicBezTo>
                    <a:pt x="3530" y="795"/>
                    <a:pt x="2735" y="0"/>
                    <a:pt x="176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5"/>
            <p:cNvSpPr/>
            <p:nvPr/>
          </p:nvSpPr>
          <p:spPr>
            <a:xfrm>
              <a:off x="6236301" y="4210627"/>
              <a:ext cx="348466" cy="348466"/>
            </a:xfrm>
            <a:custGeom>
              <a:rect b="b" l="l" r="r" t="t"/>
              <a:pathLst>
                <a:path extrusionOk="0" h="9787" w="9787">
                  <a:moveTo>
                    <a:pt x="4889" y="525"/>
                  </a:moveTo>
                  <a:cubicBezTo>
                    <a:pt x="7298" y="525"/>
                    <a:pt x="9253" y="2489"/>
                    <a:pt x="9253" y="4889"/>
                  </a:cubicBezTo>
                  <a:cubicBezTo>
                    <a:pt x="9253" y="7298"/>
                    <a:pt x="7298" y="9253"/>
                    <a:pt x="4889" y="9253"/>
                  </a:cubicBezTo>
                  <a:cubicBezTo>
                    <a:pt x="2489" y="9253"/>
                    <a:pt x="533" y="7298"/>
                    <a:pt x="533" y="4889"/>
                  </a:cubicBezTo>
                  <a:cubicBezTo>
                    <a:pt x="533" y="2489"/>
                    <a:pt x="2489" y="525"/>
                    <a:pt x="4889" y="525"/>
                  </a:cubicBezTo>
                  <a:close/>
                  <a:moveTo>
                    <a:pt x="4889" y="1"/>
                  </a:moveTo>
                  <a:cubicBezTo>
                    <a:pt x="2194" y="1"/>
                    <a:pt x="1" y="2195"/>
                    <a:pt x="1" y="4889"/>
                  </a:cubicBezTo>
                  <a:cubicBezTo>
                    <a:pt x="1" y="7592"/>
                    <a:pt x="2194" y="9786"/>
                    <a:pt x="4889" y="9786"/>
                  </a:cubicBezTo>
                  <a:cubicBezTo>
                    <a:pt x="7592" y="9786"/>
                    <a:pt x="9786" y="7592"/>
                    <a:pt x="9786" y="4889"/>
                  </a:cubicBezTo>
                  <a:cubicBezTo>
                    <a:pt x="9786" y="2195"/>
                    <a:pt x="7592" y="1"/>
                    <a:pt x="48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5"/>
            <p:cNvSpPr/>
            <p:nvPr/>
          </p:nvSpPr>
          <p:spPr>
            <a:xfrm>
              <a:off x="6398482" y="4259584"/>
              <a:ext cx="21541" cy="112975"/>
            </a:xfrm>
            <a:custGeom>
              <a:rect b="b" l="l" r="r" t="t"/>
              <a:pathLst>
                <a:path extrusionOk="0" h="3173" w="605">
                  <a:moveTo>
                    <a:pt x="302" y="1"/>
                  </a:moveTo>
                  <a:cubicBezTo>
                    <a:pt x="136" y="1"/>
                    <a:pt x="0" y="136"/>
                    <a:pt x="0" y="303"/>
                  </a:cubicBezTo>
                  <a:lnTo>
                    <a:pt x="0" y="2878"/>
                  </a:lnTo>
                  <a:cubicBezTo>
                    <a:pt x="0" y="3037"/>
                    <a:pt x="136" y="3173"/>
                    <a:pt x="302" y="3173"/>
                  </a:cubicBezTo>
                  <a:cubicBezTo>
                    <a:pt x="469" y="3173"/>
                    <a:pt x="605" y="3037"/>
                    <a:pt x="605" y="2878"/>
                  </a:cubicBezTo>
                  <a:lnTo>
                    <a:pt x="605" y="303"/>
                  </a:lnTo>
                  <a:cubicBezTo>
                    <a:pt x="605" y="136"/>
                    <a:pt x="469" y="1"/>
                    <a:pt x="30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5"/>
            <p:cNvSpPr/>
            <p:nvPr/>
          </p:nvSpPr>
          <p:spPr>
            <a:xfrm>
              <a:off x="6412617" y="4382100"/>
              <a:ext cx="65157" cy="36922"/>
            </a:xfrm>
            <a:custGeom>
              <a:rect b="b" l="l" r="r" t="t"/>
              <a:pathLst>
                <a:path extrusionOk="0" h="1037" w="1830">
                  <a:moveTo>
                    <a:pt x="268" y="0"/>
                  </a:moveTo>
                  <a:cubicBezTo>
                    <a:pt x="185" y="0"/>
                    <a:pt x="108" y="51"/>
                    <a:pt x="72" y="129"/>
                  </a:cubicBezTo>
                  <a:lnTo>
                    <a:pt x="49" y="193"/>
                  </a:lnTo>
                  <a:cubicBezTo>
                    <a:pt x="1" y="296"/>
                    <a:pt x="57" y="423"/>
                    <a:pt x="160" y="463"/>
                  </a:cubicBezTo>
                  <a:lnTo>
                    <a:pt x="1487" y="1019"/>
                  </a:lnTo>
                  <a:cubicBezTo>
                    <a:pt x="1513" y="1031"/>
                    <a:pt x="1539" y="1037"/>
                    <a:pt x="1566" y="1037"/>
                  </a:cubicBezTo>
                  <a:cubicBezTo>
                    <a:pt x="1645" y="1037"/>
                    <a:pt x="1722" y="986"/>
                    <a:pt x="1758" y="908"/>
                  </a:cubicBezTo>
                  <a:lnTo>
                    <a:pt x="1782" y="844"/>
                  </a:lnTo>
                  <a:cubicBezTo>
                    <a:pt x="1829" y="741"/>
                    <a:pt x="1774" y="614"/>
                    <a:pt x="1670" y="574"/>
                  </a:cubicBezTo>
                  <a:lnTo>
                    <a:pt x="351" y="18"/>
                  </a:lnTo>
                  <a:cubicBezTo>
                    <a:pt x="323" y="6"/>
                    <a:pt x="295" y="0"/>
                    <a:pt x="2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5"/>
            <p:cNvSpPr/>
            <p:nvPr/>
          </p:nvSpPr>
          <p:spPr>
            <a:xfrm>
              <a:off x="6085727" y="4674524"/>
              <a:ext cx="141850" cy="141815"/>
            </a:xfrm>
            <a:custGeom>
              <a:rect b="b" l="l" r="r" t="t"/>
              <a:pathLst>
                <a:path extrusionOk="0" h="3983" w="3984">
                  <a:moveTo>
                    <a:pt x="1996" y="438"/>
                  </a:moveTo>
                  <a:cubicBezTo>
                    <a:pt x="2854" y="438"/>
                    <a:pt x="3546" y="1137"/>
                    <a:pt x="3546" y="1996"/>
                  </a:cubicBezTo>
                  <a:cubicBezTo>
                    <a:pt x="3546" y="2854"/>
                    <a:pt x="2854" y="3546"/>
                    <a:pt x="1996" y="3546"/>
                  </a:cubicBezTo>
                  <a:cubicBezTo>
                    <a:pt x="1137" y="3546"/>
                    <a:pt x="438" y="2854"/>
                    <a:pt x="438" y="1996"/>
                  </a:cubicBezTo>
                  <a:cubicBezTo>
                    <a:pt x="438" y="1137"/>
                    <a:pt x="1137" y="438"/>
                    <a:pt x="1996" y="438"/>
                  </a:cubicBezTo>
                  <a:close/>
                  <a:moveTo>
                    <a:pt x="1996" y="0"/>
                  </a:moveTo>
                  <a:cubicBezTo>
                    <a:pt x="899" y="0"/>
                    <a:pt x="1" y="899"/>
                    <a:pt x="1" y="1996"/>
                  </a:cubicBezTo>
                  <a:cubicBezTo>
                    <a:pt x="1" y="3093"/>
                    <a:pt x="899" y="3983"/>
                    <a:pt x="1996" y="3983"/>
                  </a:cubicBezTo>
                  <a:cubicBezTo>
                    <a:pt x="3093" y="3983"/>
                    <a:pt x="3983" y="3093"/>
                    <a:pt x="3983" y="1996"/>
                  </a:cubicBezTo>
                  <a:cubicBezTo>
                    <a:pt x="3983" y="899"/>
                    <a:pt x="3093" y="0"/>
                    <a:pt x="19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35"/>
            <p:cNvSpPr/>
            <p:nvPr/>
          </p:nvSpPr>
          <p:spPr>
            <a:xfrm>
              <a:off x="6402719" y="4026940"/>
              <a:ext cx="395714" cy="200990"/>
            </a:xfrm>
            <a:custGeom>
              <a:rect b="b" l="l" r="r" t="t"/>
              <a:pathLst>
                <a:path extrusionOk="0" h="5645" w="11114">
                  <a:moveTo>
                    <a:pt x="215" y="0"/>
                  </a:moveTo>
                  <a:cubicBezTo>
                    <a:pt x="96" y="0"/>
                    <a:pt x="1" y="96"/>
                    <a:pt x="1" y="215"/>
                  </a:cubicBezTo>
                  <a:lnTo>
                    <a:pt x="1" y="5422"/>
                  </a:lnTo>
                  <a:cubicBezTo>
                    <a:pt x="1" y="5541"/>
                    <a:pt x="96" y="5644"/>
                    <a:pt x="215" y="5644"/>
                  </a:cubicBezTo>
                  <a:cubicBezTo>
                    <a:pt x="342" y="5644"/>
                    <a:pt x="438" y="5541"/>
                    <a:pt x="438" y="5422"/>
                  </a:cubicBezTo>
                  <a:lnTo>
                    <a:pt x="438" y="438"/>
                  </a:lnTo>
                  <a:lnTo>
                    <a:pt x="10899" y="438"/>
                  </a:lnTo>
                  <a:cubicBezTo>
                    <a:pt x="11018" y="438"/>
                    <a:pt x="11114" y="334"/>
                    <a:pt x="11114" y="215"/>
                  </a:cubicBezTo>
                  <a:cubicBezTo>
                    <a:pt x="11114" y="96"/>
                    <a:pt x="11018" y="0"/>
                    <a:pt x="108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5"/>
            <p:cNvSpPr/>
            <p:nvPr/>
          </p:nvSpPr>
          <p:spPr>
            <a:xfrm>
              <a:off x="6217323" y="4541789"/>
              <a:ext cx="205263" cy="211458"/>
            </a:xfrm>
            <a:custGeom>
              <a:rect b="b" l="l" r="r" t="t"/>
              <a:pathLst>
                <a:path extrusionOk="0" h="5939" w="5765">
                  <a:moveTo>
                    <a:pt x="5542" y="0"/>
                  </a:moveTo>
                  <a:cubicBezTo>
                    <a:pt x="5422" y="0"/>
                    <a:pt x="5327" y="96"/>
                    <a:pt x="5327" y="223"/>
                  </a:cubicBezTo>
                  <a:lnTo>
                    <a:pt x="5327" y="5501"/>
                  </a:lnTo>
                  <a:lnTo>
                    <a:pt x="216" y="5501"/>
                  </a:lnTo>
                  <a:cubicBezTo>
                    <a:pt x="96" y="5501"/>
                    <a:pt x="1" y="5604"/>
                    <a:pt x="1" y="5724"/>
                  </a:cubicBezTo>
                  <a:cubicBezTo>
                    <a:pt x="1" y="5843"/>
                    <a:pt x="96" y="5938"/>
                    <a:pt x="216" y="5938"/>
                  </a:cubicBezTo>
                  <a:lnTo>
                    <a:pt x="5542" y="5938"/>
                  </a:lnTo>
                  <a:cubicBezTo>
                    <a:pt x="5661" y="5938"/>
                    <a:pt x="5764" y="5843"/>
                    <a:pt x="5764" y="5724"/>
                  </a:cubicBezTo>
                  <a:lnTo>
                    <a:pt x="5764" y="223"/>
                  </a:lnTo>
                  <a:cubicBezTo>
                    <a:pt x="5764" y="96"/>
                    <a:pt x="5661" y="0"/>
                    <a:pt x="554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8" name="Google Shape;2008;p35"/>
          <p:cNvSpPr/>
          <p:nvPr/>
        </p:nvSpPr>
        <p:spPr>
          <a:xfrm>
            <a:off x="1711550" y="4098833"/>
            <a:ext cx="706411" cy="919509"/>
          </a:xfrm>
          <a:custGeom>
            <a:rect b="b" l="l" r="r" t="t"/>
            <a:pathLst>
              <a:path extrusionOk="0" h="14084" w="10820">
                <a:moveTo>
                  <a:pt x="5381" y="1548"/>
                </a:moveTo>
                <a:cubicBezTo>
                  <a:pt x="5673" y="1548"/>
                  <a:pt x="5969" y="1587"/>
                  <a:pt x="6264" y="1667"/>
                </a:cubicBezTo>
                <a:cubicBezTo>
                  <a:pt x="8053" y="2152"/>
                  <a:pt x="9102" y="3996"/>
                  <a:pt x="8617" y="5784"/>
                </a:cubicBezTo>
                <a:cubicBezTo>
                  <a:pt x="8212" y="7272"/>
                  <a:pt x="6858" y="8255"/>
                  <a:pt x="5380" y="8255"/>
                </a:cubicBezTo>
                <a:cubicBezTo>
                  <a:pt x="5089" y="8255"/>
                  <a:pt x="4794" y="8217"/>
                  <a:pt x="4500" y="8137"/>
                </a:cubicBezTo>
                <a:cubicBezTo>
                  <a:pt x="2719" y="7644"/>
                  <a:pt x="1662" y="5808"/>
                  <a:pt x="2147" y="4020"/>
                </a:cubicBezTo>
                <a:cubicBezTo>
                  <a:pt x="2558" y="2526"/>
                  <a:pt x="3906" y="1548"/>
                  <a:pt x="5381" y="1548"/>
                </a:cubicBezTo>
                <a:close/>
                <a:moveTo>
                  <a:pt x="5386" y="0"/>
                </a:moveTo>
                <a:cubicBezTo>
                  <a:pt x="3230" y="0"/>
                  <a:pt x="1251" y="1435"/>
                  <a:pt x="660" y="3614"/>
                </a:cubicBezTo>
                <a:cubicBezTo>
                  <a:pt x="0" y="6023"/>
                  <a:pt x="1272" y="8503"/>
                  <a:pt x="3522" y="9425"/>
                </a:cubicBezTo>
                <a:lnTo>
                  <a:pt x="3252" y="10443"/>
                </a:lnTo>
                <a:lnTo>
                  <a:pt x="1821" y="10053"/>
                </a:lnTo>
                <a:lnTo>
                  <a:pt x="1503" y="11214"/>
                </a:lnTo>
                <a:lnTo>
                  <a:pt x="2934" y="11603"/>
                </a:lnTo>
                <a:lnTo>
                  <a:pt x="2345" y="13765"/>
                </a:lnTo>
                <a:lnTo>
                  <a:pt x="3506" y="14083"/>
                </a:lnTo>
                <a:lnTo>
                  <a:pt x="4094" y="11921"/>
                </a:lnTo>
                <a:lnTo>
                  <a:pt x="5525" y="12311"/>
                </a:lnTo>
                <a:lnTo>
                  <a:pt x="5843" y="11150"/>
                </a:lnTo>
                <a:lnTo>
                  <a:pt x="4412" y="10761"/>
                </a:lnTo>
                <a:lnTo>
                  <a:pt x="4690" y="9743"/>
                </a:lnTo>
                <a:cubicBezTo>
                  <a:pt x="4925" y="9777"/>
                  <a:pt x="5158" y="9794"/>
                  <a:pt x="5390" y="9794"/>
                </a:cubicBezTo>
                <a:cubicBezTo>
                  <a:pt x="7540" y="9794"/>
                  <a:pt x="9515" y="8364"/>
                  <a:pt x="10104" y="6190"/>
                </a:cubicBezTo>
                <a:cubicBezTo>
                  <a:pt x="10819" y="3574"/>
                  <a:pt x="9277" y="888"/>
                  <a:pt x="6670" y="172"/>
                </a:cubicBezTo>
                <a:cubicBezTo>
                  <a:pt x="6241" y="56"/>
                  <a:pt x="5810" y="0"/>
                  <a:pt x="53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9" name="Google Shape;2009;p35"/>
          <p:cNvGrpSpPr/>
          <p:nvPr/>
        </p:nvGrpSpPr>
        <p:grpSpPr>
          <a:xfrm>
            <a:off x="713233" y="3957341"/>
            <a:ext cx="644887" cy="571141"/>
            <a:chOff x="5532975" y="2943913"/>
            <a:chExt cx="356350" cy="315600"/>
          </a:xfrm>
        </p:grpSpPr>
        <p:sp>
          <p:nvSpPr>
            <p:cNvPr id="2010" name="Google Shape;2010;p35"/>
            <p:cNvSpPr/>
            <p:nvPr/>
          </p:nvSpPr>
          <p:spPr>
            <a:xfrm>
              <a:off x="5532975" y="2944113"/>
              <a:ext cx="355750" cy="315400"/>
            </a:xfrm>
            <a:custGeom>
              <a:rect b="b" l="l" r="r" t="t"/>
              <a:pathLst>
                <a:path extrusionOk="0" h="12616" w="14230">
                  <a:moveTo>
                    <a:pt x="7120" y="0"/>
                  </a:moveTo>
                  <a:cubicBezTo>
                    <a:pt x="6409" y="0"/>
                    <a:pt x="5685" y="122"/>
                    <a:pt x="4977" y="378"/>
                  </a:cubicBezTo>
                  <a:cubicBezTo>
                    <a:pt x="1701" y="1562"/>
                    <a:pt x="0" y="5171"/>
                    <a:pt x="1185" y="8446"/>
                  </a:cubicBezTo>
                  <a:cubicBezTo>
                    <a:pt x="2114" y="11015"/>
                    <a:pt x="4533" y="12615"/>
                    <a:pt x="7114" y="12615"/>
                  </a:cubicBezTo>
                  <a:cubicBezTo>
                    <a:pt x="7824" y="12615"/>
                    <a:pt x="8546" y="12494"/>
                    <a:pt x="9253" y="12238"/>
                  </a:cubicBezTo>
                  <a:cubicBezTo>
                    <a:pt x="12536" y="11054"/>
                    <a:pt x="14229" y="7445"/>
                    <a:pt x="13045" y="4170"/>
                  </a:cubicBezTo>
                  <a:cubicBezTo>
                    <a:pt x="12117" y="1597"/>
                    <a:pt x="9699" y="0"/>
                    <a:pt x="71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5"/>
            <p:cNvSpPr/>
            <p:nvPr/>
          </p:nvSpPr>
          <p:spPr>
            <a:xfrm>
              <a:off x="5613050" y="2943913"/>
              <a:ext cx="276275" cy="315375"/>
            </a:xfrm>
            <a:custGeom>
              <a:rect b="b" l="l" r="r" t="t"/>
              <a:pathLst>
                <a:path extrusionOk="0" h="12615" w="11051">
                  <a:moveTo>
                    <a:pt x="3942" y="0"/>
                  </a:moveTo>
                  <a:cubicBezTo>
                    <a:pt x="3230" y="0"/>
                    <a:pt x="2506" y="122"/>
                    <a:pt x="1797" y="378"/>
                  </a:cubicBezTo>
                  <a:lnTo>
                    <a:pt x="3936" y="6308"/>
                  </a:lnTo>
                  <a:lnTo>
                    <a:pt x="1821" y="9186"/>
                  </a:lnTo>
                  <a:lnTo>
                    <a:pt x="724" y="10418"/>
                  </a:lnTo>
                  <a:lnTo>
                    <a:pt x="1" y="11237"/>
                  </a:lnTo>
                  <a:cubicBezTo>
                    <a:pt x="1107" y="12120"/>
                    <a:pt x="2495" y="12615"/>
                    <a:pt x="3932" y="12615"/>
                  </a:cubicBezTo>
                  <a:cubicBezTo>
                    <a:pt x="4643" y="12615"/>
                    <a:pt x="5366" y="12493"/>
                    <a:pt x="6074" y="12238"/>
                  </a:cubicBezTo>
                  <a:cubicBezTo>
                    <a:pt x="9357" y="11054"/>
                    <a:pt x="11050" y="7437"/>
                    <a:pt x="9866" y="4162"/>
                  </a:cubicBezTo>
                  <a:cubicBezTo>
                    <a:pt x="8938" y="1595"/>
                    <a:pt x="6521" y="0"/>
                    <a:pt x="39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5"/>
            <p:cNvSpPr/>
            <p:nvPr/>
          </p:nvSpPr>
          <p:spPr>
            <a:xfrm>
              <a:off x="5563575" y="2971213"/>
              <a:ext cx="294550" cy="261200"/>
            </a:xfrm>
            <a:custGeom>
              <a:rect b="b" l="l" r="r" t="t"/>
              <a:pathLst>
                <a:path extrusionOk="0" h="10448" w="11782">
                  <a:moveTo>
                    <a:pt x="5887" y="1"/>
                  </a:moveTo>
                  <a:cubicBezTo>
                    <a:pt x="5300" y="1"/>
                    <a:pt x="4702" y="101"/>
                    <a:pt x="4118" y="311"/>
                  </a:cubicBezTo>
                  <a:cubicBezTo>
                    <a:pt x="1408" y="1297"/>
                    <a:pt x="1" y="4286"/>
                    <a:pt x="978" y="6997"/>
                  </a:cubicBezTo>
                  <a:cubicBezTo>
                    <a:pt x="1752" y="9123"/>
                    <a:pt x="3758" y="10447"/>
                    <a:pt x="5895" y="10447"/>
                  </a:cubicBezTo>
                  <a:cubicBezTo>
                    <a:pt x="6482" y="10447"/>
                    <a:pt x="7079" y="10347"/>
                    <a:pt x="7664" y="10137"/>
                  </a:cubicBezTo>
                  <a:cubicBezTo>
                    <a:pt x="10374" y="9151"/>
                    <a:pt x="11781" y="6162"/>
                    <a:pt x="10804" y="3451"/>
                  </a:cubicBezTo>
                  <a:cubicBezTo>
                    <a:pt x="10030" y="1325"/>
                    <a:pt x="8024" y="1"/>
                    <a:pt x="588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5"/>
            <p:cNvSpPr/>
            <p:nvPr/>
          </p:nvSpPr>
          <p:spPr>
            <a:xfrm>
              <a:off x="5585825" y="2976963"/>
              <a:ext cx="250025" cy="249675"/>
            </a:xfrm>
            <a:custGeom>
              <a:rect b="b" l="l" r="r" t="t"/>
              <a:pathLst>
                <a:path extrusionOk="0" h="9987" w="10001">
                  <a:moveTo>
                    <a:pt x="5874" y="1"/>
                  </a:moveTo>
                  <a:cubicBezTo>
                    <a:pt x="5826" y="1"/>
                    <a:pt x="5787" y="31"/>
                    <a:pt x="5780" y="81"/>
                  </a:cubicBezTo>
                  <a:lnTo>
                    <a:pt x="5597" y="1067"/>
                  </a:lnTo>
                  <a:cubicBezTo>
                    <a:pt x="5589" y="1123"/>
                    <a:pt x="5629" y="1170"/>
                    <a:pt x="5685" y="1186"/>
                  </a:cubicBezTo>
                  <a:lnTo>
                    <a:pt x="5700" y="1186"/>
                  </a:lnTo>
                  <a:cubicBezTo>
                    <a:pt x="5748" y="1186"/>
                    <a:pt x="5788" y="1147"/>
                    <a:pt x="5804" y="1099"/>
                  </a:cubicBezTo>
                  <a:lnTo>
                    <a:pt x="5979" y="121"/>
                  </a:lnTo>
                  <a:cubicBezTo>
                    <a:pt x="5987" y="66"/>
                    <a:pt x="5947" y="10"/>
                    <a:pt x="5891" y="2"/>
                  </a:cubicBezTo>
                  <a:cubicBezTo>
                    <a:pt x="5886" y="1"/>
                    <a:pt x="5880" y="1"/>
                    <a:pt x="5874" y="1"/>
                  </a:cubicBezTo>
                  <a:close/>
                  <a:moveTo>
                    <a:pt x="3310" y="220"/>
                  </a:moveTo>
                  <a:cubicBezTo>
                    <a:pt x="3299" y="220"/>
                    <a:pt x="3287" y="221"/>
                    <a:pt x="3276" y="224"/>
                  </a:cubicBezTo>
                  <a:cubicBezTo>
                    <a:pt x="3228" y="240"/>
                    <a:pt x="3196" y="304"/>
                    <a:pt x="3220" y="352"/>
                  </a:cubicBezTo>
                  <a:lnTo>
                    <a:pt x="3554" y="1290"/>
                  </a:lnTo>
                  <a:cubicBezTo>
                    <a:pt x="3570" y="1329"/>
                    <a:pt x="3610" y="1361"/>
                    <a:pt x="3650" y="1361"/>
                  </a:cubicBezTo>
                  <a:cubicBezTo>
                    <a:pt x="3665" y="1361"/>
                    <a:pt x="3673" y="1353"/>
                    <a:pt x="3689" y="1353"/>
                  </a:cubicBezTo>
                  <a:cubicBezTo>
                    <a:pt x="3737" y="1337"/>
                    <a:pt x="3769" y="1274"/>
                    <a:pt x="3745" y="1226"/>
                  </a:cubicBezTo>
                  <a:lnTo>
                    <a:pt x="3411" y="288"/>
                  </a:lnTo>
                  <a:cubicBezTo>
                    <a:pt x="3392" y="244"/>
                    <a:pt x="3353" y="220"/>
                    <a:pt x="3310" y="220"/>
                  </a:cubicBezTo>
                  <a:close/>
                  <a:moveTo>
                    <a:pt x="8204" y="1093"/>
                  </a:moveTo>
                  <a:cubicBezTo>
                    <a:pt x="8176" y="1093"/>
                    <a:pt x="8147" y="1104"/>
                    <a:pt x="8125" y="1131"/>
                  </a:cubicBezTo>
                  <a:lnTo>
                    <a:pt x="7481" y="1894"/>
                  </a:lnTo>
                  <a:cubicBezTo>
                    <a:pt x="7449" y="1934"/>
                    <a:pt x="7457" y="1997"/>
                    <a:pt x="7497" y="2037"/>
                  </a:cubicBezTo>
                  <a:cubicBezTo>
                    <a:pt x="7513" y="2053"/>
                    <a:pt x="7537" y="2061"/>
                    <a:pt x="7561" y="2061"/>
                  </a:cubicBezTo>
                  <a:cubicBezTo>
                    <a:pt x="7592" y="2061"/>
                    <a:pt x="7616" y="2045"/>
                    <a:pt x="7640" y="2021"/>
                  </a:cubicBezTo>
                  <a:lnTo>
                    <a:pt x="8284" y="1258"/>
                  </a:lnTo>
                  <a:cubicBezTo>
                    <a:pt x="8316" y="1218"/>
                    <a:pt x="8316" y="1155"/>
                    <a:pt x="8268" y="1115"/>
                  </a:cubicBezTo>
                  <a:cubicBezTo>
                    <a:pt x="8250" y="1101"/>
                    <a:pt x="8227" y="1093"/>
                    <a:pt x="8204" y="1093"/>
                  </a:cubicBezTo>
                  <a:close/>
                  <a:moveTo>
                    <a:pt x="1201" y="1689"/>
                  </a:moveTo>
                  <a:cubicBezTo>
                    <a:pt x="1173" y="1689"/>
                    <a:pt x="1144" y="1701"/>
                    <a:pt x="1122" y="1727"/>
                  </a:cubicBezTo>
                  <a:cubicBezTo>
                    <a:pt x="1090" y="1767"/>
                    <a:pt x="1098" y="1830"/>
                    <a:pt x="1138" y="1870"/>
                  </a:cubicBezTo>
                  <a:lnTo>
                    <a:pt x="1901" y="2514"/>
                  </a:lnTo>
                  <a:cubicBezTo>
                    <a:pt x="1917" y="2530"/>
                    <a:pt x="1940" y="2538"/>
                    <a:pt x="1964" y="2538"/>
                  </a:cubicBezTo>
                  <a:cubicBezTo>
                    <a:pt x="1996" y="2538"/>
                    <a:pt x="2020" y="2522"/>
                    <a:pt x="2044" y="2498"/>
                  </a:cubicBezTo>
                  <a:cubicBezTo>
                    <a:pt x="2076" y="2458"/>
                    <a:pt x="2076" y="2395"/>
                    <a:pt x="2028" y="2355"/>
                  </a:cubicBezTo>
                  <a:lnTo>
                    <a:pt x="1265" y="1711"/>
                  </a:lnTo>
                  <a:cubicBezTo>
                    <a:pt x="1247" y="1697"/>
                    <a:pt x="1224" y="1689"/>
                    <a:pt x="1201" y="1689"/>
                  </a:cubicBezTo>
                  <a:close/>
                  <a:moveTo>
                    <a:pt x="9679" y="3205"/>
                  </a:moveTo>
                  <a:cubicBezTo>
                    <a:pt x="9666" y="3205"/>
                    <a:pt x="9654" y="3208"/>
                    <a:pt x="9643" y="3213"/>
                  </a:cubicBezTo>
                  <a:lnTo>
                    <a:pt x="8705" y="3547"/>
                  </a:lnTo>
                  <a:cubicBezTo>
                    <a:pt x="8650" y="3571"/>
                    <a:pt x="8626" y="3627"/>
                    <a:pt x="8642" y="3682"/>
                  </a:cubicBezTo>
                  <a:cubicBezTo>
                    <a:pt x="8658" y="3722"/>
                    <a:pt x="8697" y="3746"/>
                    <a:pt x="8737" y="3746"/>
                  </a:cubicBezTo>
                  <a:cubicBezTo>
                    <a:pt x="8745" y="3746"/>
                    <a:pt x="8761" y="3746"/>
                    <a:pt x="8769" y="3738"/>
                  </a:cubicBezTo>
                  <a:lnTo>
                    <a:pt x="9707" y="3404"/>
                  </a:lnTo>
                  <a:cubicBezTo>
                    <a:pt x="9763" y="3380"/>
                    <a:pt x="9786" y="3325"/>
                    <a:pt x="9770" y="3269"/>
                  </a:cubicBezTo>
                  <a:cubicBezTo>
                    <a:pt x="9758" y="3233"/>
                    <a:pt x="9718" y="3205"/>
                    <a:pt x="9679" y="3205"/>
                  </a:cubicBezTo>
                  <a:close/>
                  <a:moveTo>
                    <a:pt x="114" y="4015"/>
                  </a:moveTo>
                  <a:cubicBezTo>
                    <a:pt x="63" y="4015"/>
                    <a:pt x="16" y="4053"/>
                    <a:pt x="9" y="4104"/>
                  </a:cubicBezTo>
                  <a:cubicBezTo>
                    <a:pt x="1" y="4159"/>
                    <a:pt x="33" y="4207"/>
                    <a:pt x="88" y="4215"/>
                  </a:cubicBezTo>
                  <a:lnTo>
                    <a:pt x="1074" y="4398"/>
                  </a:lnTo>
                  <a:lnTo>
                    <a:pt x="1090" y="4398"/>
                  </a:lnTo>
                  <a:cubicBezTo>
                    <a:pt x="1138" y="4398"/>
                    <a:pt x="1185" y="4358"/>
                    <a:pt x="1193" y="4310"/>
                  </a:cubicBezTo>
                  <a:cubicBezTo>
                    <a:pt x="1201" y="4255"/>
                    <a:pt x="1161" y="4207"/>
                    <a:pt x="1106" y="4191"/>
                  </a:cubicBezTo>
                  <a:lnTo>
                    <a:pt x="128" y="4016"/>
                  </a:lnTo>
                  <a:cubicBezTo>
                    <a:pt x="123" y="4016"/>
                    <a:pt x="118" y="4015"/>
                    <a:pt x="114" y="4015"/>
                  </a:cubicBezTo>
                  <a:close/>
                  <a:moveTo>
                    <a:pt x="8914" y="5589"/>
                  </a:moveTo>
                  <a:cubicBezTo>
                    <a:pt x="8864" y="5589"/>
                    <a:pt x="8823" y="5627"/>
                    <a:pt x="8809" y="5678"/>
                  </a:cubicBezTo>
                  <a:cubicBezTo>
                    <a:pt x="8801" y="5733"/>
                    <a:pt x="8840" y="5781"/>
                    <a:pt x="8896" y="5797"/>
                  </a:cubicBezTo>
                  <a:lnTo>
                    <a:pt x="9874" y="5972"/>
                  </a:lnTo>
                  <a:lnTo>
                    <a:pt x="9890" y="5972"/>
                  </a:lnTo>
                  <a:cubicBezTo>
                    <a:pt x="9945" y="5972"/>
                    <a:pt x="9985" y="5932"/>
                    <a:pt x="9993" y="5884"/>
                  </a:cubicBezTo>
                  <a:cubicBezTo>
                    <a:pt x="10001" y="5829"/>
                    <a:pt x="9969" y="5781"/>
                    <a:pt x="9914" y="5773"/>
                  </a:cubicBezTo>
                  <a:lnTo>
                    <a:pt x="8928" y="5590"/>
                  </a:lnTo>
                  <a:cubicBezTo>
                    <a:pt x="8923" y="5590"/>
                    <a:pt x="8918" y="5589"/>
                    <a:pt x="8914" y="5589"/>
                  </a:cubicBezTo>
                  <a:close/>
                  <a:moveTo>
                    <a:pt x="1268" y="6242"/>
                  </a:moveTo>
                  <a:cubicBezTo>
                    <a:pt x="1256" y="6242"/>
                    <a:pt x="1244" y="6244"/>
                    <a:pt x="1233" y="6250"/>
                  </a:cubicBezTo>
                  <a:lnTo>
                    <a:pt x="295" y="6584"/>
                  </a:lnTo>
                  <a:cubicBezTo>
                    <a:pt x="239" y="6608"/>
                    <a:pt x="215" y="6663"/>
                    <a:pt x="231" y="6719"/>
                  </a:cubicBezTo>
                  <a:cubicBezTo>
                    <a:pt x="247" y="6759"/>
                    <a:pt x="287" y="6783"/>
                    <a:pt x="327" y="6783"/>
                  </a:cubicBezTo>
                  <a:cubicBezTo>
                    <a:pt x="335" y="6783"/>
                    <a:pt x="351" y="6783"/>
                    <a:pt x="359" y="6775"/>
                  </a:cubicBezTo>
                  <a:lnTo>
                    <a:pt x="1297" y="6441"/>
                  </a:lnTo>
                  <a:cubicBezTo>
                    <a:pt x="1352" y="6417"/>
                    <a:pt x="1376" y="6361"/>
                    <a:pt x="1360" y="6306"/>
                  </a:cubicBezTo>
                  <a:cubicBezTo>
                    <a:pt x="1348" y="6269"/>
                    <a:pt x="1308" y="6242"/>
                    <a:pt x="1268" y="6242"/>
                  </a:cubicBezTo>
                  <a:close/>
                  <a:moveTo>
                    <a:pt x="8042" y="7455"/>
                  </a:moveTo>
                  <a:cubicBezTo>
                    <a:pt x="8012" y="7455"/>
                    <a:pt x="7981" y="7467"/>
                    <a:pt x="7958" y="7490"/>
                  </a:cubicBezTo>
                  <a:cubicBezTo>
                    <a:pt x="7926" y="7530"/>
                    <a:pt x="7926" y="7593"/>
                    <a:pt x="7974" y="7633"/>
                  </a:cubicBezTo>
                  <a:lnTo>
                    <a:pt x="8737" y="8277"/>
                  </a:lnTo>
                  <a:cubicBezTo>
                    <a:pt x="8753" y="8293"/>
                    <a:pt x="8777" y="8301"/>
                    <a:pt x="8801" y="8301"/>
                  </a:cubicBezTo>
                  <a:cubicBezTo>
                    <a:pt x="8832" y="8301"/>
                    <a:pt x="8856" y="8285"/>
                    <a:pt x="8880" y="8261"/>
                  </a:cubicBezTo>
                  <a:cubicBezTo>
                    <a:pt x="8912" y="8221"/>
                    <a:pt x="8912" y="8158"/>
                    <a:pt x="8864" y="8118"/>
                  </a:cubicBezTo>
                  <a:lnTo>
                    <a:pt x="8101" y="7474"/>
                  </a:lnTo>
                  <a:cubicBezTo>
                    <a:pt x="8085" y="7461"/>
                    <a:pt x="8064" y="7455"/>
                    <a:pt x="8042" y="7455"/>
                  </a:cubicBezTo>
                  <a:close/>
                  <a:moveTo>
                    <a:pt x="2729" y="7981"/>
                  </a:moveTo>
                  <a:cubicBezTo>
                    <a:pt x="2700" y="7981"/>
                    <a:pt x="2673" y="7993"/>
                    <a:pt x="2656" y="8015"/>
                  </a:cubicBezTo>
                  <a:lnTo>
                    <a:pt x="2012" y="8778"/>
                  </a:lnTo>
                  <a:cubicBezTo>
                    <a:pt x="1972" y="8826"/>
                    <a:pt x="1980" y="8889"/>
                    <a:pt x="2020" y="8921"/>
                  </a:cubicBezTo>
                  <a:cubicBezTo>
                    <a:pt x="2044" y="8937"/>
                    <a:pt x="2068" y="8945"/>
                    <a:pt x="2084" y="8945"/>
                  </a:cubicBezTo>
                  <a:cubicBezTo>
                    <a:pt x="2115" y="8945"/>
                    <a:pt x="2147" y="8937"/>
                    <a:pt x="2163" y="8913"/>
                  </a:cubicBezTo>
                  <a:lnTo>
                    <a:pt x="2807" y="8150"/>
                  </a:lnTo>
                  <a:cubicBezTo>
                    <a:pt x="2847" y="8102"/>
                    <a:pt x="2839" y="8039"/>
                    <a:pt x="2799" y="8007"/>
                  </a:cubicBezTo>
                  <a:cubicBezTo>
                    <a:pt x="2777" y="7989"/>
                    <a:pt x="2753" y="7981"/>
                    <a:pt x="2729" y="7981"/>
                  </a:cubicBezTo>
                  <a:close/>
                  <a:moveTo>
                    <a:pt x="6346" y="8630"/>
                  </a:moveTo>
                  <a:cubicBezTo>
                    <a:pt x="6335" y="8630"/>
                    <a:pt x="6324" y="8632"/>
                    <a:pt x="6313" y="8635"/>
                  </a:cubicBezTo>
                  <a:cubicBezTo>
                    <a:pt x="6265" y="8651"/>
                    <a:pt x="6233" y="8714"/>
                    <a:pt x="6257" y="8762"/>
                  </a:cubicBezTo>
                  <a:lnTo>
                    <a:pt x="6591" y="9700"/>
                  </a:lnTo>
                  <a:cubicBezTo>
                    <a:pt x="6607" y="9748"/>
                    <a:pt x="6646" y="9772"/>
                    <a:pt x="6686" y="9772"/>
                  </a:cubicBezTo>
                  <a:cubicBezTo>
                    <a:pt x="6702" y="9772"/>
                    <a:pt x="6710" y="9764"/>
                    <a:pt x="6726" y="9764"/>
                  </a:cubicBezTo>
                  <a:cubicBezTo>
                    <a:pt x="6774" y="9748"/>
                    <a:pt x="6805" y="9684"/>
                    <a:pt x="6782" y="9636"/>
                  </a:cubicBezTo>
                  <a:lnTo>
                    <a:pt x="6448" y="8698"/>
                  </a:lnTo>
                  <a:cubicBezTo>
                    <a:pt x="6429" y="8654"/>
                    <a:pt x="6390" y="8630"/>
                    <a:pt x="6346" y="8630"/>
                  </a:cubicBezTo>
                  <a:close/>
                  <a:moveTo>
                    <a:pt x="4303" y="8801"/>
                  </a:moveTo>
                  <a:cubicBezTo>
                    <a:pt x="4254" y="8801"/>
                    <a:pt x="4213" y="8838"/>
                    <a:pt x="4198" y="8889"/>
                  </a:cubicBezTo>
                  <a:lnTo>
                    <a:pt x="4023" y="9867"/>
                  </a:lnTo>
                  <a:cubicBezTo>
                    <a:pt x="4015" y="9923"/>
                    <a:pt x="4055" y="9978"/>
                    <a:pt x="4111" y="9986"/>
                  </a:cubicBezTo>
                  <a:lnTo>
                    <a:pt x="4126" y="9986"/>
                  </a:lnTo>
                  <a:cubicBezTo>
                    <a:pt x="4174" y="9986"/>
                    <a:pt x="4214" y="9954"/>
                    <a:pt x="4222" y="9907"/>
                  </a:cubicBezTo>
                  <a:lnTo>
                    <a:pt x="4405" y="8921"/>
                  </a:lnTo>
                  <a:cubicBezTo>
                    <a:pt x="4413" y="8865"/>
                    <a:pt x="4373" y="8818"/>
                    <a:pt x="4317" y="8802"/>
                  </a:cubicBezTo>
                  <a:cubicBezTo>
                    <a:pt x="4313" y="8801"/>
                    <a:pt x="4308" y="8801"/>
                    <a:pt x="4303" y="880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35"/>
            <p:cNvSpPr/>
            <p:nvPr/>
          </p:nvSpPr>
          <p:spPr>
            <a:xfrm>
              <a:off x="5666525" y="3024263"/>
              <a:ext cx="49300" cy="124650"/>
            </a:xfrm>
            <a:custGeom>
              <a:rect b="b" l="l" r="r" t="t"/>
              <a:pathLst>
                <a:path extrusionOk="0" h="4986" w="1972">
                  <a:moveTo>
                    <a:pt x="724" y="0"/>
                  </a:moveTo>
                  <a:cubicBezTo>
                    <a:pt x="703" y="0"/>
                    <a:pt x="681" y="3"/>
                    <a:pt x="660" y="10"/>
                  </a:cubicBezTo>
                  <a:cubicBezTo>
                    <a:pt x="549" y="50"/>
                    <a:pt x="501" y="169"/>
                    <a:pt x="533" y="272"/>
                  </a:cubicBezTo>
                  <a:lnTo>
                    <a:pt x="1542" y="3054"/>
                  </a:lnTo>
                  <a:lnTo>
                    <a:pt x="80" y="4644"/>
                  </a:lnTo>
                  <a:cubicBezTo>
                    <a:pt x="0" y="4732"/>
                    <a:pt x="8" y="4859"/>
                    <a:pt x="88" y="4930"/>
                  </a:cubicBezTo>
                  <a:cubicBezTo>
                    <a:pt x="127" y="4970"/>
                    <a:pt x="175" y="4986"/>
                    <a:pt x="223" y="4986"/>
                  </a:cubicBezTo>
                  <a:cubicBezTo>
                    <a:pt x="278" y="4986"/>
                    <a:pt x="334" y="4962"/>
                    <a:pt x="374" y="4922"/>
                  </a:cubicBezTo>
                  <a:lnTo>
                    <a:pt x="1924" y="3237"/>
                  </a:lnTo>
                  <a:cubicBezTo>
                    <a:pt x="1924" y="3237"/>
                    <a:pt x="1924" y="3229"/>
                    <a:pt x="1932" y="3229"/>
                  </a:cubicBezTo>
                  <a:cubicBezTo>
                    <a:pt x="1932" y="3221"/>
                    <a:pt x="1940" y="3221"/>
                    <a:pt x="1940" y="3213"/>
                  </a:cubicBezTo>
                  <a:cubicBezTo>
                    <a:pt x="1948" y="3205"/>
                    <a:pt x="1948" y="3205"/>
                    <a:pt x="1948" y="3197"/>
                  </a:cubicBezTo>
                  <a:cubicBezTo>
                    <a:pt x="1956" y="3189"/>
                    <a:pt x="1956" y="3182"/>
                    <a:pt x="1956" y="3182"/>
                  </a:cubicBezTo>
                  <a:cubicBezTo>
                    <a:pt x="1964" y="3174"/>
                    <a:pt x="1964" y="3166"/>
                    <a:pt x="1964" y="3158"/>
                  </a:cubicBezTo>
                  <a:cubicBezTo>
                    <a:pt x="1972" y="3158"/>
                    <a:pt x="1972" y="3150"/>
                    <a:pt x="1972" y="3142"/>
                  </a:cubicBezTo>
                  <a:cubicBezTo>
                    <a:pt x="1972" y="3134"/>
                    <a:pt x="1972" y="3126"/>
                    <a:pt x="1972" y="3126"/>
                  </a:cubicBezTo>
                  <a:cubicBezTo>
                    <a:pt x="1972" y="3118"/>
                    <a:pt x="1972" y="3110"/>
                    <a:pt x="1972" y="3102"/>
                  </a:cubicBezTo>
                  <a:cubicBezTo>
                    <a:pt x="1972" y="3094"/>
                    <a:pt x="1972" y="3086"/>
                    <a:pt x="1972" y="3086"/>
                  </a:cubicBezTo>
                  <a:cubicBezTo>
                    <a:pt x="1972" y="3078"/>
                    <a:pt x="1972" y="3070"/>
                    <a:pt x="1972" y="3062"/>
                  </a:cubicBezTo>
                  <a:cubicBezTo>
                    <a:pt x="1972" y="3054"/>
                    <a:pt x="1972" y="3046"/>
                    <a:pt x="1964" y="3046"/>
                  </a:cubicBezTo>
                  <a:cubicBezTo>
                    <a:pt x="1964" y="3038"/>
                    <a:pt x="1964" y="3038"/>
                    <a:pt x="1964" y="3030"/>
                  </a:cubicBezTo>
                  <a:lnTo>
                    <a:pt x="914" y="137"/>
                  </a:lnTo>
                  <a:cubicBezTo>
                    <a:pt x="889" y="48"/>
                    <a:pt x="808" y="0"/>
                    <a:pt x="7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5" name="Google Shape;2015;p35"/>
          <p:cNvSpPr/>
          <p:nvPr/>
        </p:nvSpPr>
        <p:spPr>
          <a:xfrm>
            <a:off x="7778713" y="702439"/>
            <a:ext cx="134932" cy="161790"/>
          </a:xfrm>
          <a:custGeom>
            <a:rect b="b" l="l" r="r" t="t"/>
            <a:pathLst>
              <a:path extrusionOk="0" h="2012" w="1678">
                <a:moveTo>
                  <a:pt x="843" y="1"/>
                </a:moveTo>
                <a:lnTo>
                  <a:pt x="541" y="708"/>
                </a:lnTo>
                <a:lnTo>
                  <a:pt x="0" y="1010"/>
                </a:lnTo>
                <a:lnTo>
                  <a:pt x="541" y="1304"/>
                </a:lnTo>
                <a:lnTo>
                  <a:pt x="843" y="2012"/>
                </a:lnTo>
                <a:lnTo>
                  <a:pt x="1137" y="1304"/>
                </a:lnTo>
                <a:lnTo>
                  <a:pt x="1678" y="1010"/>
                </a:lnTo>
                <a:lnTo>
                  <a:pt x="1137" y="708"/>
                </a:lnTo>
                <a:lnTo>
                  <a:pt x="84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5"/>
          <p:cNvSpPr txBox="1"/>
          <p:nvPr>
            <p:ph idx="5" type="subTitle"/>
          </p:nvPr>
        </p:nvSpPr>
        <p:spPr>
          <a:xfrm>
            <a:off x="6124263" y="1251288"/>
            <a:ext cx="21753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Comfort</a:t>
            </a:r>
            <a:endParaRPr/>
          </a:p>
        </p:txBody>
      </p:sp>
      <p:sp>
        <p:nvSpPr>
          <p:cNvPr id="2017" name="Google Shape;2017;p35"/>
          <p:cNvSpPr txBox="1"/>
          <p:nvPr>
            <p:ph idx="1" type="subTitle"/>
          </p:nvPr>
        </p:nvSpPr>
        <p:spPr>
          <a:xfrm>
            <a:off x="5970100" y="1820932"/>
            <a:ext cx="2175300" cy="1501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t>Women who have never had a vaginal delivery</a:t>
            </a:r>
            <a:endParaRPr sz="1400"/>
          </a:p>
          <a:p>
            <a:pPr indent="-317500" lvl="0" marL="457200" rtl="0" algn="l">
              <a:spcBef>
                <a:spcPts val="0"/>
              </a:spcBef>
              <a:spcAft>
                <a:spcPts val="0"/>
              </a:spcAft>
              <a:buClr>
                <a:schemeClr val="dk1"/>
              </a:buClr>
              <a:buSzPts val="1400"/>
              <a:buChar char="●"/>
            </a:pPr>
            <a:r>
              <a:rPr lang="en" sz="1400"/>
              <a:t>Anxiety/ worry can lead to pain</a:t>
            </a:r>
            <a:endParaRPr sz="1400"/>
          </a:p>
          <a:p>
            <a:pPr indent="-317500" lvl="0" marL="457200" rtl="0" algn="l">
              <a:spcBef>
                <a:spcPts val="0"/>
              </a:spcBef>
              <a:spcAft>
                <a:spcPts val="0"/>
              </a:spcAft>
              <a:buClr>
                <a:schemeClr val="dk1"/>
              </a:buClr>
              <a:buSzPts val="1400"/>
              <a:buChar char="●"/>
            </a:pPr>
            <a:r>
              <a:rPr lang="en" sz="1400"/>
              <a:t>Use of numbing medicine</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pic>
        <p:nvPicPr>
          <p:cNvPr id="2022" name="Google Shape;2022;p36"/>
          <p:cNvPicPr preferRelativeResize="0"/>
          <p:nvPr/>
        </p:nvPicPr>
        <p:blipFill>
          <a:blip r:embed="rId3">
            <a:alphaModFix/>
          </a:blip>
          <a:stretch>
            <a:fillRect/>
          </a:stretch>
        </p:blipFill>
        <p:spPr>
          <a:xfrm>
            <a:off x="752875" y="468113"/>
            <a:ext cx="5805249" cy="4207275"/>
          </a:xfrm>
          <a:prstGeom prst="rect">
            <a:avLst/>
          </a:prstGeom>
          <a:noFill/>
          <a:ln>
            <a:noFill/>
          </a:ln>
        </p:spPr>
      </p:pic>
      <p:sp>
        <p:nvSpPr>
          <p:cNvPr id="2023" name="Google Shape;2023;p36"/>
          <p:cNvSpPr txBox="1"/>
          <p:nvPr/>
        </p:nvSpPr>
        <p:spPr>
          <a:xfrm>
            <a:off x="167500" y="4344175"/>
            <a:ext cx="10353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Hanken Grotesk"/>
                <a:ea typeface="Hanken Grotesk"/>
                <a:cs typeface="Hanken Grotesk"/>
                <a:sym typeface="Hanken Grotesk"/>
              </a:rPr>
              <a:t>2022</a:t>
            </a:r>
            <a:endParaRPr b="1" sz="1200">
              <a:solidFill>
                <a:schemeClr val="dk1"/>
              </a:solidFill>
              <a:latin typeface="Hanken Grotesk"/>
              <a:ea typeface="Hanken Grotesk"/>
              <a:cs typeface="Hanken Grotesk"/>
              <a:sym typeface="Hanken Grotesk"/>
            </a:endParaRPr>
          </a:p>
        </p:txBody>
      </p:sp>
      <p:pic>
        <p:nvPicPr>
          <p:cNvPr id="2024" name="Google Shape;2024;p36"/>
          <p:cNvPicPr preferRelativeResize="0"/>
          <p:nvPr/>
        </p:nvPicPr>
        <p:blipFill>
          <a:blip r:embed="rId4">
            <a:alphaModFix/>
          </a:blip>
          <a:stretch>
            <a:fillRect/>
          </a:stretch>
        </p:blipFill>
        <p:spPr>
          <a:xfrm>
            <a:off x="5884375" y="3462475"/>
            <a:ext cx="3259625" cy="881700"/>
          </a:xfrm>
          <a:prstGeom prst="rect">
            <a:avLst/>
          </a:prstGeom>
          <a:noFill/>
          <a:ln>
            <a:noFill/>
          </a:ln>
        </p:spPr>
      </p:pic>
      <p:sp>
        <p:nvSpPr>
          <p:cNvPr id="2025" name="Google Shape;2025;p36"/>
          <p:cNvSpPr txBox="1"/>
          <p:nvPr/>
        </p:nvSpPr>
        <p:spPr>
          <a:xfrm>
            <a:off x="6290925" y="468125"/>
            <a:ext cx="583500" cy="4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[8]</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37"/>
          <p:cNvSpPr txBox="1"/>
          <p:nvPr>
            <p:ph type="title"/>
          </p:nvPr>
        </p:nvSpPr>
        <p:spPr>
          <a:xfrm>
            <a:off x="720000" y="333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An Example:</a:t>
            </a:r>
            <a:endParaRPr sz="2100"/>
          </a:p>
          <a:p>
            <a:pPr indent="0" lvl="0" marL="0" rtl="0" algn="l">
              <a:spcBef>
                <a:spcPts val="0"/>
              </a:spcBef>
              <a:spcAft>
                <a:spcPts val="0"/>
              </a:spcAft>
              <a:buNone/>
            </a:pPr>
            <a:r>
              <a:rPr lang="en"/>
              <a:t>Intrauterine Device (IUD) </a:t>
            </a:r>
            <a:endParaRPr/>
          </a:p>
        </p:txBody>
      </p:sp>
      <p:sp>
        <p:nvSpPr>
          <p:cNvPr id="2031" name="Google Shape;2031;p37"/>
          <p:cNvSpPr txBox="1"/>
          <p:nvPr/>
        </p:nvSpPr>
        <p:spPr>
          <a:xfrm>
            <a:off x="715100" y="1607150"/>
            <a:ext cx="3040500" cy="380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Sora"/>
                <a:ea typeface="Sora"/>
                <a:cs typeface="Sora"/>
                <a:sym typeface="Sora"/>
              </a:rPr>
              <a:t>What is it?</a:t>
            </a:r>
            <a:endParaRPr b="1" sz="1800">
              <a:solidFill>
                <a:schemeClr val="dk1"/>
              </a:solidFill>
              <a:latin typeface="Sora"/>
              <a:ea typeface="Sora"/>
              <a:cs typeface="Sora"/>
              <a:sym typeface="Sora"/>
            </a:endParaRPr>
          </a:p>
        </p:txBody>
      </p:sp>
      <p:sp>
        <p:nvSpPr>
          <p:cNvPr id="2032" name="Google Shape;2032;p37"/>
          <p:cNvSpPr txBox="1"/>
          <p:nvPr/>
        </p:nvSpPr>
        <p:spPr>
          <a:xfrm>
            <a:off x="720000" y="1830700"/>
            <a:ext cx="4606200" cy="15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Hanken Grotesk"/>
                <a:ea typeface="Hanken Grotesk"/>
                <a:cs typeface="Hanken Grotesk"/>
                <a:sym typeface="Hanken Grotesk"/>
              </a:rPr>
              <a:t>IUDs are small T-shaped devices make to be </a:t>
            </a:r>
            <a:r>
              <a:rPr lang="en" sz="1500">
                <a:solidFill>
                  <a:schemeClr val="dk1"/>
                </a:solidFill>
                <a:latin typeface="Hanken Grotesk"/>
                <a:ea typeface="Hanken Grotesk"/>
                <a:cs typeface="Hanken Grotesk"/>
                <a:sym typeface="Hanken Grotesk"/>
              </a:rPr>
              <a:t>inserted</a:t>
            </a:r>
            <a:r>
              <a:rPr lang="en" sz="1500">
                <a:solidFill>
                  <a:schemeClr val="dk1"/>
                </a:solidFill>
                <a:latin typeface="Hanken Grotesk"/>
                <a:ea typeface="Hanken Grotesk"/>
                <a:cs typeface="Hanken Grotesk"/>
                <a:sym typeface="Hanken Grotesk"/>
              </a:rPr>
              <a:t> into the uterus to prevent pregnancy. </a:t>
            </a:r>
            <a:endParaRPr sz="1500">
              <a:solidFill>
                <a:schemeClr val="dk1"/>
              </a:solidFill>
              <a:latin typeface="Hanken Grotesk"/>
              <a:ea typeface="Hanken Grotesk"/>
              <a:cs typeface="Hanken Grotesk"/>
              <a:sym typeface="Hanken Grotesk"/>
            </a:endParaRPr>
          </a:p>
        </p:txBody>
      </p:sp>
      <p:cxnSp>
        <p:nvCxnSpPr>
          <p:cNvPr id="2033" name="Google Shape;2033;p37"/>
          <p:cNvCxnSpPr/>
          <p:nvPr/>
        </p:nvCxnSpPr>
        <p:spPr>
          <a:xfrm>
            <a:off x="715100" y="530650"/>
            <a:ext cx="0" cy="581400"/>
          </a:xfrm>
          <a:prstGeom prst="straightConnector1">
            <a:avLst/>
          </a:prstGeom>
          <a:noFill/>
          <a:ln cap="flat" cmpd="sng" w="9525">
            <a:solidFill>
              <a:schemeClr val="dk1"/>
            </a:solidFill>
            <a:prstDash val="solid"/>
            <a:round/>
            <a:headEnd len="med" w="med" type="none"/>
            <a:tailEnd len="med" w="med" type="none"/>
          </a:ln>
        </p:spPr>
      </p:cxnSp>
      <p:pic>
        <p:nvPicPr>
          <p:cNvPr id="2034" name="Google Shape;2034;p37"/>
          <p:cNvPicPr preferRelativeResize="0"/>
          <p:nvPr/>
        </p:nvPicPr>
        <p:blipFill>
          <a:blip r:embed="rId3">
            <a:alphaModFix/>
          </a:blip>
          <a:stretch>
            <a:fillRect/>
          </a:stretch>
        </p:blipFill>
        <p:spPr>
          <a:xfrm>
            <a:off x="5833500" y="1158975"/>
            <a:ext cx="2590501" cy="3283000"/>
          </a:xfrm>
          <a:prstGeom prst="rect">
            <a:avLst/>
          </a:prstGeom>
          <a:noFill/>
          <a:ln>
            <a:noFill/>
          </a:ln>
        </p:spPr>
      </p:pic>
      <p:sp>
        <p:nvSpPr>
          <p:cNvPr id="2035" name="Google Shape;2035;p37"/>
          <p:cNvSpPr txBox="1"/>
          <p:nvPr/>
        </p:nvSpPr>
        <p:spPr>
          <a:xfrm>
            <a:off x="715100" y="2551100"/>
            <a:ext cx="3040500" cy="380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Sora"/>
                <a:ea typeface="Sora"/>
                <a:cs typeface="Sora"/>
                <a:sym typeface="Sora"/>
              </a:rPr>
              <a:t>Copper</a:t>
            </a:r>
            <a:r>
              <a:rPr b="1" lang="en" sz="1800">
                <a:solidFill>
                  <a:schemeClr val="dk1"/>
                </a:solidFill>
                <a:latin typeface="Sora"/>
                <a:ea typeface="Sora"/>
                <a:cs typeface="Sora"/>
                <a:sym typeface="Sora"/>
              </a:rPr>
              <a:t> IUD:</a:t>
            </a:r>
            <a:endParaRPr b="1" sz="1800">
              <a:solidFill>
                <a:schemeClr val="dk1"/>
              </a:solidFill>
              <a:latin typeface="Sora"/>
              <a:ea typeface="Sora"/>
              <a:cs typeface="Sora"/>
              <a:sym typeface="Sora"/>
            </a:endParaRPr>
          </a:p>
        </p:txBody>
      </p:sp>
      <p:sp>
        <p:nvSpPr>
          <p:cNvPr id="2036" name="Google Shape;2036;p37"/>
          <p:cNvSpPr txBox="1"/>
          <p:nvPr/>
        </p:nvSpPr>
        <p:spPr>
          <a:xfrm>
            <a:off x="720000" y="3882775"/>
            <a:ext cx="4606200" cy="8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Hanken Grotesk"/>
                <a:ea typeface="Hanken Grotesk"/>
                <a:cs typeface="Hanken Grotesk"/>
                <a:sym typeface="Hanken Grotesk"/>
              </a:rPr>
              <a:t>R</a:t>
            </a:r>
            <a:r>
              <a:rPr lang="en" sz="1500">
                <a:solidFill>
                  <a:schemeClr val="dk1"/>
                </a:solidFill>
                <a:latin typeface="Hanken Grotesk"/>
                <a:ea typeface="Hanken Grotesk"/>
                <a:cs typeface="Hanken Grotesk"/>
                <a:sym typeface="Hanken Grotesk"/>
              </a:rPr>
              <a:t>eleases progestin, which causes thickening of the cervical muscles to block the passage of sperm cells. </a:t>
            </a:r>
            <a:r>
              <a:rPr lang="en" sz="1500">
                <a:solidFill>
                  <a:schemeClr val="dk1"/>
                </a:solidFill>
                <a:latin typeface="Hanken Grotesk"/>
                <a:ea typeface="Hanken Grotesk"/>
                <a:cs typeface="Hanken Grotesk"/>
                <a:sym typeface="Hanken Grotesk"/>
              </a:rPr>
              <a:t> </a:t>
            </a:r>
            <a:endParaRPr sz="1500">
              <a:solidFill>
                <a:schemeClr val="dk1"/>
              </a:solidFill>
              <a:latin typeface="Hanken Grotesk"/>
              <a:ea typeface="Hanken Grotesk"/>
              <a:cs typeface="Hanken Grotesk"/>
              <a:sym typeface="Hanken Grotesk"/>
            </a:endParaRPr>
          </a:p>
        </p:txBody>
      </p:sp>
      <p:sp>
        <p:nvSpPr>
          <p:cNvPr id="2037" name="Google Shape;2037;p37"/>
          <p:cNvSpPr txBox="1"/>
          <p:nvPr/>
        </p:nvSpPr>
        <p:spPr>
          <a:xfrm>
            <a:off x="720000" y="2867400"/>
            <a:ext cx="4606200" cy="7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Hanken Grotesk"/>
                <a:ea typeface="Hanken Grotesk"/>
                <a:cs typeface="Hanken Grotesk"/>
                <a:sym typeface="Hanken Grotesk"/>
              </a:rPr>
              <a:t>C</a:t>
            </a:r>
            <a:r>
              <a:rPr lang="en" sz="1500">
                <a:solidFill>
                  <a:schemeClr val="dk1"/>
                </a:solidFill>
                <a:latin typeface="Hanken Grotesk"/>
                <a:ea typeface="Hanken Grotesk"/>
                <a:cs typeface="Hanken Grotesk"/>
                <a:sym typeface="Hanken Grotesk"/>
              </a:rPr>
              <a:t>reates a cytotoxic environment, killing sperm before they reach the fallopian tubes,</a:t>
            </a:r>
            <a:endParaRPr sz="1500">
              <a:solidFill>
                <a:schemeClr val="dk1"/>
              </a:solidFill>
              <a:latin typeface="Hanken Grotesk"/>
              <a:ea typeface="Hanken Grotesk"/>
              <a:cs typeface="Hanken Grotesk"/>
              <a:sym typeface="Hanken Grotesk"/>
            </a:endParaRPr>
          </a:p>
        </p:txBody>
      </p:sp>
      <p:sp>
        <p:nvSpPr>
          <p:cNvPr id="2038" name="Google Shape;2038;p37"/>
          <p:cNvSpPr txBox="1"/>
          <p:nvPr/>
        </p:nvSpPr>
        <p:spPr>
          <a:xfrm>
            <a:off x="715100" y="3590400"/>
            <a:ext cx="3040500" cy="380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Sora"/>
                <a:ea typeface="Sora"/>
                <a:cs typeface="Sora"/>
                <a:sym typeface="Sora"/>
              </a:rPr>
              <a:t>Hormonal IUD:</a:t>
            </a:r>
            <a:endParaRPr b="1" sz="1800">
              <a:solidFill>
                <a:schemeClr val="dk1"/>
              </a:solidFill>
              <a:latin typeface="Sora"/>
              <a:ea typeface="Sora"/>
              <a:cs typeface="Sora"/>
              <a:sym typeface="S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2" name="Shape 2042"/>
        <p:cNvGrpSpPr/>
        <p:nvPr/>
      </p:nvGrpSpPr>
      <p:grpSpPr>
        <a:xfrm>
          <a:off x="0" y="0"/>
          <a:ext cx="0" cy="0"/>
          <a:chOff x="0" y="0"/>
          <a:chExt cx="0" cy="0"/>
        </a:xfrm>
      </p:grpSpPr>
      <p:sp>
        <p:nvSpPr>
          <p:cNvPr id="2043" name="Google Shape;2043;p38"/>
          <p:cNvSpPr txBox="1"/>
          <p:nvPr>
            <p:ph type="title"/>
          </p:nvPr>
        </p:nvSpPr>
        <p:spPr>
          <a:xfrm>
            <a:off x="936900" y="717825"/>
            <a:ext cx="2673000" cy="490800"/>
          </a:xfrm>
          <a:prstGeom prst="rect">
            <a:avLst/>
          </a:prstGeom>
          <a:solidFill>
            <a:schemeClr val="lt1"/>
          </a:solidFill>
        </p:spPr>
        <p:txBody>
          <a:bodyPr anchorCtr="0" anchor="ctr" bIns="91425" lIns="91425" spcFirstLastPara="1" rIns="91425" wrap="square" tIns="0">
            <a:noAutofit/>
          </a:bodyPr>
          <a:lstStyle/>
          <a:p>
            <a:pPr indent="0" lvl="0" marL="0" rtl="0" algn="ctr">
              <a:spcBef>
                <a:spcPts val="0"/>
              </a:spcBef>
              <a:spcAft>
                <a:spcPts val="0"/>
              </a:spcAft>
              <a:buNone/>
            </a:pPr>
            <a:r>
              <a:rPr lang="en" sz="2500"/>
              <a:t>Why IUD?</a:t>
            </a:r>
            <a:endParaRPr sz="2500"/>
          </a:p>
        </p:txBody>
      </p:sp>
      <p:sp>
        <p:nvSpPr>
          <p:cNvPr id="2044" name="Google Shape;2044;p38"/>
          <p:cNvSpPr txBox="1"/>
          <p:nvPr>
            <p:ph type="title"/>
          </p:nvPr>
        </p:nvSpPr>
        <p:spPr>
          <a:xfrm>
            <a:off x="4565550" y="717825"/>
            <a:ext cx="4048200" cy="490800"/>
          </a:xfrm>
          <a:prstGeom prst="rect">
            <a:avLst/>
          </a:prstGeom>
          <a:solidFill>
            <a:schemeClr val="lt1"/>
          </a:solidFill>
        </p:spPr>
        <p:txBody>
          <a:bodyPr anchorCtr="0" anchor="ctr" bIns="91425" lIns="91425" spcFirstLastPara="1" rIns="91425" wrap="square" tIns="0">
            <a:noAutofit/>
          </a:bodyPr>
          <a:lstStyle/>
          <a:p>
            <a:pPr indent="0" lvl="0" marL="0" rtl="0" algn="ctr">
              <a:spcBef>
                <a:spcPts val="0"/>
              </a:spcBef>
              <a:spcAft>
                <a:spcPts val="0"/>
              </a:spcAft>
              <a:buNone/>
            </a:pPr>
            <a:r>
              <a:rPr lang="en" sz="2500"/>
              <a:t>Remaining Problems</a:t>
            </a:r>
            <a:endParaRPr sz="2500"/>
          </a:p>
        </p:txBody>
      </p:sp>
      <p:sp>
        <p:nvSpPr>
          <p:cNvPr id="2045" name="Google Shape;2045;p38"/>
          <p:cNvSpPr/>
          <p:nvPr/>
        </p:nvSpPr>
        <p:spPr>
          <a:xfrm>
            <a:off x="384675" y="1257300"/>
            <a:ext cx="3782400" cy="31206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No systemic side effects</a:t>
            </a:r>
            <a:endParaRPr sz="1700">
              <a:solidFill>
                <a:schemeClr val="dk1"/>
              </a:solidFill>
              <a:latin typeface="Hanken Grotesk Medium"/>
              <a:ea typeface="Hanken Grotesk Medium"/>
              <a:cs typeface="Hanken Grotesk Medium"/>
              <a:sym typeface="Hanken Grotesk Medium"/>
            </a:endParaRPr>
          </a:p>
          <a:p>
            <a:pPr indent="0" lvl="0" marL="457200" rtl="0" algn="l">
              <a:lnSpc>
                <a:spcPct val="100000"/>
              </a:lnSpc>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99.9% success avoiding pregnancy</a:t>
            </a:r>
            <a:endParaRPr sz="1700">
              <a:solidFill>
                <a:schemeClr val="dk1"/>
              </a:solidFill>
              <a:latin typeface="Hanken Grotesk Medium"/>
              <a:ea typeface="Hanken Grotesk Medium"/>
              <a:cs typeface="Hanken Grotesk Medium"/>
              <a:sym typeface="Hanken Grotesk Medium"/>
            </a:endParaRPr>
          </a:p>
          <a:p>
            <a:pPr indent="0" lvl="0" marL="457200" rtl="0" algn="l">
              <a:lnSpc>
                <a:spcPct val="100000"/>
              </a:lnSpc>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Discomfort ends a few hours after insertion</a:t>
            </a:r>
            <a:endParaRPr sz="1700">
              <a:solidFill>
                <a:schemeClr val="dk1"/>
              </a:solidFill>
              <a:latin typeface="Hanken Grotesk Medium"/>
              <a:ea typeface="Hanken Grotesk Medium"/>
              <a:cs typeface="Hanken Grotesk Medium"/>
              <a:sym typeface="Hanken Grotesk Medium"/>
            </a:endParaRPr>
          </a:p>
        </p:txBody>
      </p:sp>
      <p:sp>
        <p:nvSpPr>
          <p:cNvPr id="2046" name="Google Shape;2046;p38"/>
          <p:cNvSpPr/>
          <p:nvPr/>
        </p:nvSpPr>
        <p:spPr>
          <a:xfrm>
            <a:off x="4441950" y="1208625"/>
            <a:ext cx="4249500" cy="31692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6550" lvl="0" marL="457200" rtl="0" algn="l">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Most women find insertion “severely painful” [4]</a:t>
            </a:r>
            <a:endParaRPr sz="1700">
              <a:solidFill>
                <a:schemeClr val="dk1"/>
              </a:solidFill>
              <a:latin typeface="Hanken Grotesk Medium"/>
              <a:ea typeface="Hanken Grotesk Medium"/>
              <a:cs typeface="Hanken Grotesk Medium"/>
              <a:sym typeface="Hanken Grotesk Medium"/>
            </a:endParaRPr>
          </a:p>
          <a:p>
            <a:pPr indent="0" lvl="0" marL="457200" rtl="0" algn="l">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Pain management methods for </a:t>
            </a:r>
            <a:r>
              <a:rPr lang="en" sz="1700">
                <a:solidFill>
                  <a:schemeClr val="dk1"/>
                </a:solidFill>
                <a:latin typeface="Hanken Grotesk Medium"/>
                <a:ea typeface="Hanken Grotesk Medium"/>
                <a:cs typeface="Hanken Grotesk Medium"/>
                <a:sym typeface="Hanken Grotesk Medium"/>
              </a:rPr>
              <a:t>gynecological</a:t>
            </a:r>
            <a:r>
              <a:rPr lang="en" sz="1700">
                <a:solidFill>
                  <a:schemeClr val="dk1"/>
                </a:solidFill>
                <a:latin typeface="Hanken Grotesk Medium"/>
                <a:ea typeface="Hanken Grotesk Medium"/>
                <a:cs typeface="Hanken Grotesk Medium"/>
                <a:sym typeface="Hanken Grotesk Medium"/>
              </a:rPr>
              <a:t> procedures are not taught in OB/GYN rotations [12]</a:t>
            </a:r>
            <a:endParaRPr sz="1700">
              <a:solidFill>
                <a:schemeClr val="dk1"/>
              </a:solidFill>
              <a:latin typeface="Hanken Grotesk Medium"/>
              <a:ea typeface="Hanken Grotesk Medium"/>
              <a:cs typeface="Hanken Grotesk Medium"/>
              <a:sym typeface="Hanken Grotesk Medium"/>
            </a:endParaRPr>
          </a:p>
          <a:p>
            <a:pPr indent="0" lvl="0" marL="457200" rtl="0" algn="l">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Little education on how to detect malpositioning </a:t>
            </a:r>
            <a:endParaRPr sz="1700">
              <a:solidFill>
                <a:schemeClr val="dk1"/>
              </a:solidFill>
              <a:latin typeface="Hanken Grotesk Medium"/>
              <a:ea typeface="Hanken Grotesk Medium"/>
              <a:cs typeface="Hanken Grotesk Medium"/>
              <a:sym typeface="Hanken Grotesk Medium"/>
            </a:endParaRPr>
          </a:p>
          <a:p>
            <a:pPr indent="0" lvl="0" marL="0" rtl="0" algn="ctr">
              <a:spcBef>
                <a:spcPts val="0"/>
              </a:spcBef>
              <a:spcAft>
                <a:spcPts val="0"/>
              </a:spcAft>
              <a:buNone/>
            </a:pPr>
            <a:r>
              <a:t/>
            </a:r>
            <a:endParaRPr>
              <a:latin typeface="Abel"/>
              <a:ea typeface="Abel"/>
              <a:cs typeface="Abel"/>
              <a:sym typeface="Abe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39"/>
          <p:cNvSpPr txBox="1"/>
          <p:nvPr>
            <p:ph idx="1" type="subTitle"/>
          </p:nvPr>
        </p:nvSpPr>
        <p:spPr>
          <a:xfrm>
            <a:off x="0" y="1424350"/>
            <a:ext cx="9144000" cy="253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700"/>
              <a:t>Lack of awareness</a:t>
            </a:r>
            <a:r>
              <a:rPr lang="en" sz="2700"/>
              <a:t> and training surrounding Long Acting Reversible Contraception </a:t>
            </a:r>
            <a:r>
              <a:rPr b="1" lang="en" sz="2700"/>
              <a:t>negatively impacts uptake and accessibility</a:t>
            </a:r>
            <a:r>
              <a:rPr lang="en" sz="2700"/>
              <a:t>, particularly in rural, low-income areas.</a:t>
            </a:r>
            <a:endParaRPr sz="27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5" name="Shape 2055"/>
        <p:cNvGrpSpPr/>
        <p:nvPr/>
      </p:nvGrpSpPr>
      <p:grpSpPr>
        <a:xfrm>
          <a:off x="0" y="0"/>
          <a:ext cx="0" cy="0"/>
          <a:chOff x="0" y="0"/>
          <a:chExt cx="0" cy="0"/>
        </a:xfrm>
      </p:grpSpPr>
      <p:sp>
        <p:nvSpPr>
          <p:cNvPr id="2056" name="Google Shape;2056;p40"/>
          <p:cNvSpPr txBox="1"/>
          <p:nvPr>
            <p:ph type="title"/>
          </p:nvPr>
        </p:nvSpPr>
        <p:spPr>
          <a:xfrm>
            <a:off x="1324050" y="389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Solutions </a:t>
            </a:r>
            <a:endParaRPr/>
          </a:p>
        </p:txBody>
      </p:sp>
      <p:sp>
        <p:nvSpPr>
          <p:cNvPr id="2057" name="Google Shape;2057;p40"/>
          <p:cNvSpPr txBox="1"/>
          <p:nvPr>
            <p:ph idx="1" type="body"/>
          </p:nvPr>
        </p:nvSpPr>
        <p:spPr>
          <a:xfrm>
            <a:off x="491400" y="961900"/>
            <a:ext cx="8308200" cy="38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Resources for continued learning and practice of insertion and counseling skills for different types of birth control.</a:t>
            </a:r>
            <a:endParaRPr b="1" sz="1500"/>
          </a:p>
          <a:p>
            <a:pPr indent="-355600" lvl="0" marL="457200" rtl="0" algn="l">
              <a:spcBef>
                <a:spcPts val="0"/>
              </a:spcBef>
              <a:spcAft>
                <a:spcPts val="0"/>
              </a:spcAft>
              <a:buClr>
                <a:schemeClr val="accent4"/>
              </a:buClr>
              <a:buSzPts val="2000"/>
              <a:buAutoNum type="arabicPeriod"/>
            </a:pPr>
            <a:r>
              <a:rPr b="1" lang="en" sz="2000">
                <a:solidFill>
                  <a:schemeClr val="accent4"/>
                </a:solidFill>
              </a:rPr>
              <a:t>The Control Kit</a:t>
            </a:r>
            <a:endParaRPr b="1" sz="2000">
              <a:solidFill>
                <a:schemeClr val="accent4"/>
              </a:solidFill>
            </a:endParaRPr>
          </a:p>
          <a:p>
            <a:pPr indent="-355600" lvl="1" marL="914400" rtl="0" algn="l">
              <a:spcBef>
                <a:spcPts val="0"/>
              </a:spcBef>
              <a:spcAft>
                <a:spcPts val="0"/>
              </a:spcAft>
              <a:buClr>
                <a:schemeClr val="dk1"/>
              </a:buClr>
              <a:buSzPts val="2000"/>
              <a:buAutoNum type="alphaLcPeriod"/>
            </a:pPr>
            <a:r>
              <a:rPr lang="en" sz="2000">
                <a:solidFill>
                  <a:schemeClr val="dk1"/>
                </a:solidFill>
              </a:rPr>
              <a:t>Includes reusable models for practicing insertion and removal</a:t>
            </a:r>
            <a:endParaRPr sz="2000">
              <a:solidFill>
                <a:schemeClr val="dk1"/>
              </a:solidFill>
            </a:endParaRPr>
          </a:p>
          <a:p>
            <a:pPr indent="-355600" lvl="1" marL="914400" rtl="0" algn="l">
              <a:spcBef>
                <a:spcPts val="0"/>
              </a:spcBef>
              <a:spcAft>
                <a:spcPts val="0"/>
              </a:spcAft>
              <a:buClr>
                <a:schemeClr val="dk1"/>
              </a:buClr>
              <a:buSzPts val="2000"/>
              <a:buAutoNum type="alphaLcPeriod"/>
            </a:pPr>
            <a:r>
              <a:rPr lang="en" sz="2000">
                <a:solidFill>
                  <a:schemeClr val="dk1"/>
                </a:solidFill>
              </a:rPr>
              <a:t>Educational</a:t>
            </a:r>
            <a:r>
              <a:rPr lang="en" sz="2000">
                <a:solidFill>
                  <a:schemeClr val="dk1"/>
                </a:solidFill>
              </a:rPr>
              <a:t> pamphlets for patient and provider</a:t>
            </a:r>
            <a:endParaRPr sz="2000">
              <a:solidFill>
                <a:schemeClr val="dk1"/>
              </a:solidFill>
            </a:endParaRPr>
          </a:p>
          <a:p>
            <a:pPr indent="-355600" lvl="1" marL="914400" rtl="0" algn="l">
              <a:spcBef>
                <a:spcPts val="0"/>
              </a:spcBef>
              <a:spcAft>
                <a:spcPts val="0"/>
              </a:spcAft>
              <a:buClr>
                <a:schemeClr val="dk1"/>
              </a:buClr>
              <a:buSzPts val="2000"/>
              <a:buAutoNum type="alphaLcPeriod"/>
            </a:pPr>
            <a:r>
              <a:rPr lang="en" sz="2000">
                <a:solidFill>
                  <a:schemeClr val="dk1"/>
                </a:solidFill>
              </a:rPr>
              <a:t>Competency checklists</a:t>
            </a:r>
            <a:endParaRPr sz="2000">
              <a:solidFill>
                <a:schemeClr val="dk1"/>
              </a:solidFill>
            </a:endParaRPr>
          </a:p>
          <a:p>
            <a:pPr indent="-355600" lvl="0" marL="457200" rtl="0" algn="l">
              <a:spcBef>
                <a:spcPts val="0"/>
              </a:spcBef>
              <a:spcAft>
                <a:spcPts val="0"/>
              </a:spcAft>
              <a:buClr>
                <a:schemeClr val="accent4"/>
              </a:buClr>
              <a:buSzPts val="2000"/>
              <a:buAutoNum type="arabicPeriod"/>
            </a:pPr>
            <a:r>
              <a:rPr b="1" lang="en" sz="2000">
                <a:solidFill>
                  <a:schemeClr val="accent4"/>
                </a:solidFill>
              </a:rPr>
              <a:t>Online Resource </a:t>
            </a:r>
            <a:endParaRPr b="1" sz="2000">
              <a:solidFill>
                <a:schemeClr val="accent4"/>
              </a:solidFill>
            </a:endParaRPr>
          </a:p>
          <a:p>
            <a:pPr indent="-355600" lvl="1" marL="914400" rtl="0" algn="l">
              <a:spcBef>
                <a:spcPts val="0"/>
              </a:spcBef>
              <a:spcAft>
                <a:spcPts val="0"/>
              </a:spcAft>
              <a:buClr>
                <a:schemeClr val="dk1"/>
              </a:buClr>
              <a:buSzPts val="2000"/>
              <a:buAutoNum type="alphaLcPeriod"/>
            </a:pPr>
            <a:r>
              <a:rPr lang="en" sz="2000">
                <a:solidFill>
                  <a:schemeClr val="dk1"/>
                </a:solidFill>
              </a:rPr>
              <a:t>Scenario Practice consistent with updated eligibility guidelines</a:t>
            </a:r>
            <a:endParaRPr sz="2000">
              <a:solidFill>
                <a:schemeClr val="dk1"/>
              </a:solidFill>
            </a:endParaRPr>
          </a:p>
          <a:p>
            <a:pPr indent="-355600" lvl="1" marL="914400" rtl="0" algn="l">
              <a:spcBef>
                <a:spcPts val="0"/>
              </a:spcBef>
              <a:spcAft>
                <a:spcPts val="0"/>
              </a:spcAft>
              <a:buClr>
                <a:schemeClr val="dk1"/>
              </a:buClr>
              <a:buSzPts val="2000"/>
              <a:buAutoNum type="alphaLcPeriod"/>
            </a:pPr>
            <a:r>
              <a:rPr lang="en" sz="2000">
                <a:solidFill>
                  <a:schemeClr val="dk1"/>
                </a:solidFill>
              </a:rPr>
              <a:t>Addressing misconceptions</a:t>
            </a:r>
            <a:endParaRPr sz="2000">
              <a:solidFill>
                <a:schemeClr val="dk1"/>
              </a:solidFill>
            </a:endParaRPr>
          </a:p>
          <a:p>
            <a:pPr indent="-355600" lvl="1" marL="914400" rtl="0" algn="l">
              <a:spcBef>
                <a:spcPts val="0"/>
              </a:spcBef>
              <a:spcAft>
                <a:spcPts val="0"/>
              </a:spcAft>
              <a:buClr>
                <a:schemeClr val="dk1"/>
              </a:buClr>
              <a:buSzPts val="2000"/>
              <a:buAutoNum type="alphaLcPeriod"/>
            </a:pPr>
            <a:r>
              <a:rPr lang="en" sz="2000">
                <a:solidFill>
                  <a:schemeClr val="dk1"/>
                </a:solidFill>
              </a:rPr>
              <a:t>Comprehensive educational material</a:t>
            </a:r>
            <a:endParaRPr sz="2000">
              <a:solidFill>
                <a:schemeClr val="dk1"/>
              </a:solidFill>
            </a:endParaRPr>
          </a:p>
          <a:p>
            <a:pPr indent="-355600" lvl="1" marL="914400" rtl="0" algn="l">
              <a:spcBef>
                <a:spcPts val="0"/>
              </a:spcBef>
              <a:spcAft>
                <a:spcPts val="0"/>
              </a:spcAft>
              <a:buClr>
                <a:schemeClr val="dk1"/>
              </a:buClr>
              <a:buSzPts val="2000"/>
              <a:buAutoNum type="alphaLcPeriod"/>
            </a:pPr>
            <a:r>
              <a:rPr lang="en" sz="2000">
                <a:solidFill>
                  <a:schemeClr val="dk1"/>
                </a:solidFill>
              </a:rPr>
              <a:t>Online Forum</a:t>
            </a:r>
            <a:endParaRPr sz="2000">
              <a:solidFill>
                <a:schemeClr val="dk1"/>
              </a:solidFill>
            </a:endParaRPr>
          </a:p>
        </p:txBody>
      </p:sp>
      <p:sp>
        <p:nvSpPr>
          <p:cNvPr id="2058" name="Google Shape;2058;p40"/>
          <p:cNvSpPr txBox="1"/>
          <p:nvPr>
            <p:ph idx="4294967295" type="title"/>
          </p:nvPr>
        </p:nvSpPr>
        <p:spPr>
          <a:xfrm>
            <a:off x="348975" y="389200"/>
            <a:ext cx="8565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p41"/>
          <p:cNvSpPr txBox="1"/>
          <p:nvPr>
            <p:ph type="title"/>
          </p:nvPr>
        </p:nvSpPr>
        <p:spPr>
          <a:xfrm>
            <a:off x="1324050" y="389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Solutions </a:t>
            </a:r>
            <a:endParaRPr/>
          </a:p>
        </p:txBody>
      </p:sp>
      <p:sp>
        <p:nvSpPr>
          <p:cNvPr id="2064" name="Google Shape;2064;p41"/>
          <p:cNvSpPr txBox="1"/>
          <p:nvPr>
            <p:ph idx="1" type="body"/>
          </p:nvPr>
        </p:nvSpPr>
        <p:spPr>
          <a:xfrm>
            <a:off x="491400" y="1069650"/>
            <a:ext cx="8308200" cy="38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Example of what training materials in the Control Kit would look like</a:t>
            </a:r>
            <a:endParaRPr b="1" sz="20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The below would be used to practice IUD insertion. The uterine cavity would be lined with agarose hydrogel to show pressure points during insertion.</a:t>
            </a:r>
            <a:endParaRPr b="1" sz="1500"/>
          </a:p>
          <a:p>
            <a:pPr indent="0" lvl="0" marL="0" rtl="0" algn="l">
              <a:spcBef>
                <a:spcPts val="0"/>
              </a:spcBef>
              <a:spcAft>
                <a:spcPts val="0"/>
              </a:spcAft>
              <a:buNone/>
            </a:pPr>
            <a:r>
              <a:t/>
            </a:r>
            <a:endParaRPr sz="2000">
              <a:solidFill>
                <a:schemeClr val="dk1"/>
              </a:solidFill>
            </a:endParaRPr>
          </a:p>
        </p:txBody>
      </p:sp>
      <p:sp>
        <p:nvSpPr>
          <p:cNvPr id="2065" name="Google Shape;2065;p41"/>
          <p:cNvSpPr txBox="1"/>
          <p:nvPr>
            <p:ph idx="4294967295" type="title"/>
          </p:nvPr>
        </p:nvSpPr>
        <p:spPr>
          <a:xfrm>
            <a:off x="348975" y="389200"/>
            <a:ext cx="8565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03</a:t>
            </a:r>
            <a:endParaRPr/>
          </a:p>
        </p:txBody>
      </p:sp>
      <p:pic>
        <p:nvPicPr>
          <p:cNvPr id="2066" name="Google Shape;2066;p41"/>
          <p:cNvPicPr preferRelativeResize="0"/>
          <p:nvPr/>
        </p:nvPicPr>
        <p:blipFill>
          <a:blip r:embed="rId3">
            <a:alphaModFix/>
          </a:blip>
          <a:stretch>
            <a:fillRect/>
          </a:stretch>
        </p:blipFill>
        <p:spPr>
          <a:xfrm>
            <a:off x="3526048" y="2515775"/>
            <a:ext cx="2149877" cy="2280526"/>
          </a:xfrm>
          <a:prstGeom prst="rect">
            <a:avLst/>
          </a:prstGeom>
          <a:noFill/>
          <a:ln>
            <a:noFill/>
          </a:ln>
        </p:spPr>
      </p:pic>
      <p:pic>
        <p:nvPicPr>
          <p:cNvPr id="2067" name="Google Shape;2067;p41"/>
          <p:cNvPicPr preferRelativeResize="0"/>
          <p:nvPr/>
        </p:nvPicPr>
        <p:blipFill>
          <a:blip r:embed="rId4">
            <a:alphaModFix/>
          </a:blip>
          <a:stretch>
            <a:fillRect/>
          </a:stretch>
        </p:blipFill>
        <p:spPr>
          <a:xfrm>
            <a:off x="6298929" y="2515775"/>
            <a:ext cx="1882721" cy="2280524"/>
          </a:xfrm>
          <a:prstGeom prst="rect">
            <a:avLst/>
          </a:prstGeom>
          <a:noFill/>
          <a:ln>
            <a:noFill/>
          </a:ln>
        </p:spPr>
      </p:pic>
      <p:pic>
        <p:nvPicPr>
          <p:cNvPr id="2068" name="Google Shape;2068;p41"/>
          <p:cNvPicPr preferRelativeResize="0"/>
          <p:nvPr/>
        </p:nvPicPr>
        <p:blipFill>
          <a:blip r:embed="rId5">
            <a:alphaModFix/>
          </a:blip>
          <a:stretch>
            <a:fillRect/>
          </a:stretch>
        </p:blipFill>
        <p:spPr>
          <a:xfrm>
            <a:off x="969353" y="2515775"/>
            <a:ext cx="1933700" cy="2280526"/>
          </a:xfrm>
          <a:prstGeom prst="rect">
            <a:avLst/>
          </a:prstGeom>
          <a:noFill/>
          <a:ln>
            <a:noFill/>
          </a:ln>
        </p:spPr>
      </p:pic>
      <p:sp>
        <p:nvSpPr>
          <p:cNvPr id="2069" name="Google Shape;2069;p41"/>
          <p:cNvSpPr txBox="1"/>
          <p:nvPr/>
        </p:nvSpPr>
        <p:spPr>
          <a:xfrm>
            <a:off x="6350250" y="4223600"/>
            <a:ext cx="2304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p:txBody>
      </p:sp>
      <p:sp>
        <p:nvSpPr>
          <p:cNvPr id="2070" name="Google Shape;2070;p41"/>
          <p:cNvSpPr txBox="1"/>
          <p:nvPr/>
        </p:nvSpPr>
        <p:spPr>
          <a:xfrm>
            <a:off x="3526050" y="2542075"/>
            <a:ext cx="1345200" cy="2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Front</a:t>
            </a:r>
            <a:endParaRPr sz="1200">
              <a:solidFill>
                <a:schemeClr val="dk1"/>
              </a:solidFill>
              <a:latin typeface="Hanken Grotesk"/>
              <a:ea typeface="Hanken Grotesk"/>
              <a:cs typeface="Hanken Grotesk"/>
              <a:sym typeface="Hanken Grotesk"/>
            </a:endParaRPr>
          </a:p>
        </p:txBody>
      </p:sp>
      <p:sp>
        <p:nvSpPr>
          <p:cNvPr id="2071" name="Google Shape;2071;p41"/>
          <p:cNvSpPr txBox="1"/>
          <p:nvPr/>
        </p:nvSpPr>
        <p:spPr>
          <a:xfrm>
            <a:off x="969350" y="2542075"/>
            <a:ext cx="1345200" cy="2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Back</a:t>
            </a:r>
            <a:endParaRPr sz="1200">
              <a:solidFill>
                <a:schemeClr val="dk1"/>
              </a:solidFill>
              <a:latin typeface="Hanken Grotesk"/>
              <a:ea typeface="Hanken Grotesk"/>
              <a:cs typeface="Hanken Grotesk"/>
              <a:sym typeface="Hanken Grotesk"/>
            </a:endParaRPr>
          </a:p>
        </p:txBody>
      </p:sp>
      <p:sp>
        <p:nvSpPr>
          <p:cNvPr id="2072" name="Google Shape;2072;p41"/>
          <p:cNvSpPr txBox="1"/>
          <p:nvPr/>
        </p:nvSpPr>
        <p:spPr>
          <a:xfrm>
            <a:off x="6298925" y="2542075"/>
            <a:ext cx="1345200" cy="2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Side</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6" name="Shape 2076"/>
        <p:cNvGrpSpPr/>
        <p:nvPr/>
      </p:nvGrpSpPr>
      <p:grpSpPr>
        <a:xfrm>
          <a:off x="0" y="0"/>
          <a:ext cx="0" cy="0"/>
          <a:chOff x="0" y="0"/>
          <a:chExt cx="0" cy="0"/>
        </a:xfrm>
      </p:grpSpPr>
      <p:sp>
        <p:nvSpPr>
          <p:cNvPr id="2077" name="Google Shape;2077;p42"/>
          <p:cNvSpPr/>
          <p:nvPr/>
        </p:nvSpPr>
        <p:spPr>
          <a:xfrm flipH="1" rot="10800000">
            <a:off x="8293386" y="412709"/>
            <a:ext cx="73617" cy="88433"/>
          </a:xfrm>
          <a:custGeom>
            <a:rect b="b" l="l" r="r" t="t"/>
            <a:pathLst>
              <a:path extrusionOk="0" h="1337" w="1113">
                <a:moveTo>
                  <a:pt x="556" y="1"/>
                </a:moveTo>
                <a:lnTo>
                  <a:pt x="358" y="470"/>
                </a:lnTo>
                <a:lnTo>
                  <a:pt x="0" y="668"/>
                </a:lnTo>
                <a:lnTo>
                  <a:pt x="358" y="867"/>
                </a:lnTo>
                <a:lnTo>
                  <a:pt x="556" y="1336"/>
                </a:lnTo>
                <a:lnTo>
                  <a:pt x="755" y="867"/>
                </a:lnTo>
                <a:lnTo>
                  <a:pt x="1113" y="668"/>
                </a:lnTo>
                <a:lnTo>
                  <a:pt x="755" y="470"/>
                </a:lnTo>
                <a:lnTo>
                  <a:pt x="5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2"/>
          <p:cNvSpPr/>
          <p:nvPr/>
        </p:nvSpPr>
        <p:spPr>
          <a:xfrm flipH="1" rot="10800000">
            <a:off x="8832842" y="197444"/>
            <a:ext cx="73683" cy="88433"/>
          </a:xfrm>
          <a:custGeom>
            <a:rect b="b" l="l" r="r" t="t"/>
            <a:pathLst>
              <a:path extrusionOk="0" h="1337" w="1114">
                <a:moveTo>
                  <a:pt x="557" y="1"/>
                </a:moveTo>
                <a:lnTo>
                  <a:pt x="358" y="470"/>
                </a:lnTo>
                <a:lnTo>
                  <a:pt x="1" y="669"/>
                </a:lnTo>
                <a:lnTo>
                  <a:pt x="358" y="867"/>
                </a:lnTo>
                <a:lnTo>
                  <a:pt x="557" y="1336"/>
                </a:lnTo>
                <a:lnTo>
                  <a:pt x="756" y="867"/>
                </a:lnTo>
                <a:lnTo>
                  <a:pt x="1114" y="669"/>
                </a:lnTo>
                <a:lnTo>
                  <a:pt x="756" y="470"/>
                </a:lnTo>
                <a:lnTo>
                  <a:pt x="5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2"/>
          <p:cNvSpPr/>
          <p:nvPr/>
        </p:nvSpPr>
        <p:spPr>
          <a:xfrm flipH="1" rot="10800000">
            <a:off x="9012748" y="1102580"/>
            <a:ext cx="127853" cy="153054"/>
          </a:xfrm>
          <a:custGeom>
            <a:rect b="b" l="l" r="r" t="t"/>
            <a:pathLst>
              <a:path extrusionOk="0" h="2314" w="1933">
                <a:moveTo>
                  <a:pt x="963" y="0"/>
                </a:moveTo>
                <a:lnTo>
                  <a:pt x="621" y="811"/>
                </a:lnTo>
                <a:lnTo>
                  <a:pt x="1" y="1153"/>
                </a:lnTo>
                <a:lnTo>
                  <a:pt x="621" y="1495"/>
                </a:lnTo>
                <a:lnTo>
                  <a:pt x="963" y="2313"/>
                </a:lnTo>
                <a:lnTo>
                  <a:pt x="1304" y="1495"/>
                </a:lnTo>
                <a:lnTo>
                  <a:pt x="1932" y="1153"/>
                </a:lnTo>
                <a:lnTo>
                  <a:pt x="1304" y="811"/>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2"/>
          <p:cNvSpPr/>
          <p:nvPr/>
        </p:nvSpPr>
        <p:spPr>
          <a:xfrm flipH="1" rot="10800000">
            <a:off x="8627138" y="822009"/>
            <a:ext cx="134666" cy="161983"/>
          </a:xfrm>
          <a:custGeom>
            <a:rect b="b" l="l" r="r" t="t"/>
            <a:pathLst>
              <a:path extrusionOk="0" h="2449" w="2036">
                <a:moveTo>
                  <a:pt x="1018" y="0"/>
                </a:moveTo>
                <a:lnTo>
                  <a:pt x="652" y="867"/>
                </a:lnTo>
                <a:lnTo>
                  <a:pt x="0" y="1225"/>
                </a:lnTo>
                <a:lnTo>
                  <a:pt x="652" y="1590"/>
                </a:lnTo>
                <a:lnTo>
                  <a:pt x="1018" y="2449"/>
                </a:lnTo>
                <a:lnTo>
                  <a:pt x="1376" y="1590"/>
                </a:lnTo>
                <a:lnTo>
                  <a:pt x="2035" y="1225"/>
                </a:lnTo>
                <a:lnTo>
                  <a:pt x="1376" y="867"/>
                </a:lnTo>
                <a:lnTo>
                  <a:pt x="101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2"/>
          <p:cNvSpPr/>
          <p:nvPr/>
        </p:nvSpPr>
        <p:spPr>
          <a:xfrm flipH="1" rot="10800000">
            <a:off x="7939735" y="35469"/>
            <a:ext cx="134666" cy="161983"/>
          </a:xfrm>
          <a:custGeom>
            <a:rect b="b" l="l" r="r" t="t"/>
            <a:pathLst>
              <a:path extrusionOk="0" h="2449" w="2036">
                <a:moveTo>
                  <a:pt x="1018" y="0"/>
                </a:moveTo>
                <a:lnTo>
                  <a:pt x="660" y="867"/>
                </a:lnTo>
                <a:lnTo>
                  <a:pt x="0" y="1224"/>
                </a:lnTo>
                <a:lnTo>
                  <a:pt x="660" y="1582"/>
                </a:lnTo>
                <a:lnTo>
                  <a:pt x="1018" y="2449"/>
                </a:lnTo>
                <a:lnTo>
                  <a:pt x="1376" y="1582"/>
                </a:lnTo>
                <a:lnTo>
                  <a:pt x="2035" y="1224"/>
                </a:lnTo>
                <a:lnTo>
                  <a:pt x="1376" y="867"/>
                </a:lnTo>
                <a:lnTo>
                  <a:pt x="101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2"/>
          <p:cNvSpPr/>
          <p:nvPr/>
        </p:nvSpPr>
        <p:spPr>
          <a:xfrm flipH="1" rot="10800000">
            <a:off x="8761799" y="1675027"/>
            <a:ext cx="71037" cy="85192"/>
          </a:xfrm>
          <a:custGeom>
            <a:rect b="b" l="l" r="r" t="t"/>
            <a:pathLst>
              <a:path extrusionOk="0" h="1288" w="1074">
                <a:moveTo>
                  <a:pt x="533" y="0"/>
                </a:moveTo>
                <a:lnTo>
                  <a:pt x="343" y="453"/>
                </a:lnTo>
                <a:lnTo>
                  <a:pt x="1" y="644"/>
                </a:lnTo>
                <a:lnTo>
                  <a:pt x="343" y="835"/>
                </a:lnTo>
                <a:lnTo>
                  <a:pt x="533" y="1288"/>
                </a:lnTo>
                <a:lnTo>
                  <a:pt x="724" y="835"/>
                </a:lnTo>
                <a:lnTo>
                  <a:pt x="1074" y="644"/>
                </a:lnTo>
                <a:lnTo>
                  <a:pt x="724" y="453"/>
                </a:lnTo>
                <a:lnTo>
                  <a:pt x="53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2"/>
          <p:cNvSpPr txBox="1"/>
          <p:nvPr>
            <p:ph type="title"/>
          </p:nvPr>
        </p:nvSpPr>
        <p:spPr>
          <a:xfrm>
            <a:off x="1594800" y="501150"/>
            <a:ext cx="1660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Market</a:t>
            </a:r>
            <a:endParaRPr>
              <a:solidFill>
                <a:schemeClr val="accent3"/>
              </a:solidFill>
            </a:endParaRPr>
          </a:p>
        </p:txBody>
      </p:sp>
      <p:sp>
        <p:nvSpPr>
          <p:cNvPr id="2084" name="Google Shape;2084;p42"/>
          <p:cNvSpPr txBox="1"/>
          <p:nvPr>
            <p:ph idx="4294967295" type="title"/>
          </p:nvPr>
        </p:nvSpPr>
        <p:spPr>
          <a:xfrm>
            <a:off x="592875" y="501150"/>
            <a:ext cx="7824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2085" name="Google Shape;2085;p42"/>
          <p:cNvSpPr txBox="1"/>
          <p:nvPr>
            <p:ph idx="4294967295" type="title"/>
          </p:nvPr>
        </p:nvSpPr>
        <p:spPr>
          <a:xfrm>
            <a:off x="786325" y="1102575"/>
            <a:ext cx="2673000" cy="4908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sz="2500"/>
              <a:t>Customer Base</a:t>
            </a:r>
            <a:endParaRPr sz="2500"/>
          </a:p>
        </p:txBody>
      </p:sp>
      <p:sp>
        <p:nvSpPr>
          <p:cNvPr id="2086" name="Google Shape;2086;p42"/>
          <p:cNvSpPr txBox="1"/>
          <p:nvPr>
            <p:ph idx="4294967295" type="title"/>
          </p:nvPr>
        </p:nvSpPr>
        <p:spPr>
          <a:xfrm>
            <a:off x="5277450" y="1102575"/>
            <a:ext cx="2614800" cy="4908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sz="2500"/>
              <a:t>Early Adopters</a:t>
            </a:r>
            <a:endParaRPr sz="2500"/>
          </a:p>
        </p:txBody>
      </p:sp>
      <p:sp>
        <p:nvSpPr>
          <p:cNvPr id="2087" name="Google Shape;2087;p42"/>
          <p:cNvSpPr/>
          <p:nvPr/>
        </p:nvSpPr>
        <p:spPr>
          <a:xfrm>
            <a:off x="194925" y="1622100"/>
            <a:ext cx="3965700" cy="31206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Physicians</a:t>
            </a:r>
            <a:endParaRPr sz="1700">
              <a:solidFill>
                <a:schemeClr val="dk1"/>
              </a:solidFill>
              <a:latin typeface="Hanken Grotesk Medium"/>
              <a:ea typeface="Hanken Grotesk Medium"/>
              <a:cs typeface="Hanken Grotesk Medium"/>
              <a:sym typeface="Hanken Grotesk Medium"/>
            </a:endParaRPr>
          </a:p>
          <a:p>
            <a:pPr indent="0" lvl="0" marL="457200" rtl="0" algn="l">
              <a:lnSpc>
                <a:spcPct val="100000"/>
              </a:lnSpc>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Medical Schools</a:t>
            </a:r>
            <a:endParaRPr sz="1700">
              <a:solidFill>
                <a:schemeClr val="dk1"/>
              </a:solidFill>
              <a:latin typeface="Hanken Grotesk Medium"/>
              <a:ea typeface="Hanken Grotesk Medium"/>
              <a:cs typeface="Hanken Grotesk Medium"/>
              <a:sym typeface="Hanken Grotesk Medium"/>
            </a:endParaRPr>
          </a:p>
          <a:p>
            <a:pPr indent="0" lvl="0" marL="457200" rtl="0" algn="l">
              <a:lnSpc>
                <a:spcPct val="100000"/>
              </a:lnSpc>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Family Planning Clinics</a:t>
            </a:r>
            <a:endParaRPr sz="1700">
              <a:solidFill>
                <a:schemeClr val="dk1"/>
              </a:solidFill>
              <a:latin typeface="Hanken Grotesk Medium"/>
              <a:ea typeface="Hanken Grotesk Medium"/>
              <a:cs typeface="Hanken Grotesk Medium"/>
              <a:sym typeface="Hanken Grotesk Medium"/>
            </a:endParaRPr>
          </a:p>
          <a:p>
            <a:pPr indent="0" lvl="0" marL="457200" rtl="0" algn="l">
              <a:lnSpc>
                <a:spcPct val="100000"/>
              </a:lnSpc>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International Aid Organizations</a:t>
            </a:r>
            <a:endParaRPr sz="1700">
              <a:solidFill>
                <a:schemeClr val="dk1"/>
              </a:solidFill>
              <a:latin typeface="Hanken Grotesk Medium"/>
              <a:ea typeface="Hanken Grotesk Medium"/>
              <a:cs typeface="Hanken Grotesk Medium"/>
              <a:sym typeface="Hanken Grotesk Medium"/>
            </a:endParaRPr>
          </a:p>
          <a:p>
            <a:pPr indent="0" lvl="0" marL="457200" rtl="0" algn="l">
              <a:lnSpc>
                <a:spcPct val="100000"/>
              </a:lnSpc>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lnSpc>
                <a:spcPct val="100000"/>
              </a:lnSpc>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School Based Health Centers</a:t>
            </a:r>
            <a:endParaRPr sz="1700">
              <a:solidFill>
                <a:schemeClr val="dk1"/>
              </a:solidFill>
              <a:latin typeface="Hanken Grotesk Medium"/>
              <a:ea typeface="Hanken Grotesk Medium"/>
              <a:cs typeface="Hanken Grotesk Medium"/>
              <a:sym typeface="Hanken Grotesk Medium"/>
            </a:endParaRPr>
          </a:p>
        </p:txBody>
      </p:sp>
      <p:sp>
        <p:nvSpPr>
          <p:cNvPr id="2088" name="Google Shape;2088;p42"/>
          <p:cNvSpPr/>
          <p:nvPr/>
        </p:nvSpPr>
        <p:spPr>
          <a:xfrm>
            <a:off x="4242900" y="1597800"/>
            <a:ext cx="4683900" cy="31692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6550" lvl="0" marL="457200" rtl="0" algn="l">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Physicians in rural or low-income areas</a:t>
            </a:r>
            <a:endParaRPr sz="1700">
              <a:solidFill>
                <a:schemeClr val="dk1"/>
              </a:solidFill>
              <a:latin typeface="Hanken Grotesk Medium"/>
              <a:ea typeface="Hanken Grotesk Medium"/>
              <a:cs typeface="Hanken Grotesk Medium"/>
              <a:sym typeface="Hanken Grotesk Medium"/>
            </a:endParaRPr>
          </a:p>
          <a:p>
            <a:pPr indent="0" lvl="0" marL="457200" rtl="0" algn="l">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Medical Schools with a rural </a:t>
            </a:r>
            <a:r>
              <a:rPr lang="en" sz="1700">
                <a:solidFill>
                  <a:schemeClr val="dk1"/>
                </a:solidFill>
                <a:latin typeface="Hanken Grotesk Medium"/>
                <a:ea typeface="Hanken Grotesk Medium"/>
                <a:cs typeface="Hanken Grotesk Medium"/>
                <a:sym typeface="Hanken Grotesk Medium"/>
              </a:rPr>
              <a:t>health</a:t>
            </a:r>
            <a:r>
              <a:rPr lang="en" sz="1700">
                <a:solidFill>
                  <a:schemeClr val="dk1"/>
                </a:solidFill>
                <a:latin typeface="Hanken Grotesk Medium"/>
                <a:ea typeface="Hanken Grotesk Medium"/>
                <a:cs typeface="Hanken Grotesk Medium"/>
                <a:sym typeface="Hanken Grotesk Medium"/>
              </a:rPr>
              <a:t> focus</a:t>
            </a:r>
            <a:endParaRPr sz="1700">
              <a:solidFill>
                <a:schemeClr val="dk1"/>
              </a:solidFill>
              <a:latin typeface="Hanken Grotesk Medium"/>
              <a:ea typeface="Hanken Grotesk Medium"/>
              <a:cs typeface="Hanken Grotesk Medium"/>
              <a:sym typeface="Hanken Grotesk Medium"/>
            </a:endParaRPr>
          </a:p>
          <a:p>
            <a:pPr indent="0" lvl="0" marL="457200" rtl="0" algn="l">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School Health Centers in areas with high dropout rates due to pregnancy</a:t>
            </a:r>
            <a:endParaRPr sz="1700">
              <a:solidFill>
                <a:schemeClr val="dk1"/>
              </a:solidFill>
              <a:latin typeface="Hanken Grotesk Medium"/>
              <a:ea typeface="Hanken Grotesk Medium"/>
              <a:cs typeface="Hanken Grotesk Medium"/>
              <a:sym typeface="Hanken Grotesk Medium"/>
            </a:endParaRPr>
          </a:p>
          <a:p>
            <a:pPr indent="0" lvl="0" marL="457200" rtl="0" algn="l">
              <a:spcBef>
                <a:spcPts val="0"/>
              </a:spcBef>
              <a:spcAft>
                <a:spcPts val="0"/>
              </a:spcAft>
              <a:buNone/>
            </a:pPr>
            <a:r>
              <a:t/>
            </a:r>
            <a:endParaRPr sz="1700">
              <a:solidFill>
                <a:schemeClr val="dk1"/>
              </a:solidFill>
              <a:latin typeface="Hanken Grotesk Medium"/>
              <a:ea typeface="Hanken Grotesk Medium"/>
              <a:cs typeface="Hanken Grotesk Medium"/>
              <a:sym typeface="Hanken Grotesk Medium"/>
            </a:endParaRPr>
          </a:p>
          <a:p>
            <a:pPr indent="-336550" lvl="0" marL="457200" rtl="0" algn="l">
              <a:spcBef>
                <a:spcPts val="0"/>
              </a:spcBef>
              <a:spcAft>
                <a:spcPts val="0"/>
              </a:spcAft>
              <a:buClr>
                <a:schemeClr val="dk1"/>
              </a:buClr>
              <a:buSzPts val="1700"/>
              <a:buFont typeface="Hanken Grotesk Medium"/>
              <a:buChar char="●"/>
            </a:pPr>
            <a:r>
              <a:rPr lang="en" sz="1700">
                <a:solidFill>
                  <a:schemeClr val="dk1"/>
                </a:solidFill>
                <a:latin typeface="Hanken Grotesk Medium"/>
                <a:ea typeface="Hanken Grotesk Medium"/>
                <a:cs typeface="Hanken Grotesk Medium"/>
                <a:sym typeface="Hanken Grotesk Medium"/>
              </a:rPr>
              <a:t>Primary Care Physicians</a:t>
            </a:r>
            <a:endParaRPr sz="1700">
              <a:solidFill>
                <a:schemeClr val="dk1"/>
              </a:solidFill>
              <a:latin typeface="Hanken Grotesk Medium"/>
              <a:ea typeface="Hanken Grotesk Medium"/>
              <a:cs typeface="Hanken Grotesk Medium"/>
              <a:sym typeface="Hanken Grotesk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43"/>
          <p:cNvSpPr/>
          <p:nvPr/>
        </p:nvSpPr>
        <p:spPr>
          <a:xfrm flipH="1" rot="10800000">
            <a:off x="8293386" y="412709"/>
            <a:ext cx="73617" cy="88433"/>
          </a:xfrm>
          <a:custGeom>
            <a:rect b="b" l="l" r="r" t="t"/>
            <a:pathLst>
              <a:path extrusionOk="0" h="1337" w="1113">
                <a:moveTo>
                  <a:pt x="556" y="1"/>
                </a:moveTo>
                <a:lnTo>
                  <a:pt x="358" y="470"/>
                </a:lnTo>
                <a:lnTo>
                  <a:pt x="0" y="668"/>
                </a:lnTo>
                <a:lnTo>
                  <a:pt x="358" y="867"/>
                </a:lnTo>
                <a:lnTo>
                  <a:pt x="556" y="1336"/>
                </a:lnTo>
                <a:lnTo>
                  <a:pt x="755" y="867"/>
                </a:lnTo>
                <a:lnTo>
                  <a:pt x="1113" y="668"/>
                </a:lnTo>
                <a:lnTo>
                  <a:pt x="755" y="470"/>
                </a:lnTo>
                <a:lnTo>
                  <a:pt x="5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3"/>
          <p:cNvSpPr/>
          <p:nvPr/>
        </p:nvSpPr>
        <p:spPr>
          <a:xfrm flipH="1" rot="10800000">
            <a:off x="8832842" y="197444"/>
            <a:ext cx="73683" cy="88433"/>
          </a:xfrm>
          <a:custGeom>
            <a:rect b="b" l="l" r="r" t="t"/>
            <a:pathLst>
              <a:path extrusionOk="0" h="1337" w="1114">
                <a:moveTo>
                  <a:pt x="557" y="1"/>
                </a:moveTo>
                <a:lnTo>
                  <a:pt x="358" y="470"/>
                </a:lnTo>
                <a:lnTo>
                  <a:pt x="1" y="669"/>
                </a:lnTo>
                <a:lnTo>
                  <a:pt x="358" y="867"/>
                </a:lnTo>
                <a:lnTo>
                  <a:pt x="557" y="1336"/>
                </a:lnTo>
                <a:lnTo>
                  <a:pt x="756" y="867"/>
                </a:lnTo>
                <a:lnTo>
                  <a:pt x="1114" y="669"/>
                </a:lnTo>
                <a:lnTo>
                  <a:pt x="756" y="470"/>
                </a:lnTo>
                <a:lnTo>
                  <a:pt x="55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3"/>
          <p:cNvSpPr/>
          <p:nvPr/>
        </p:nvSpPr>
        <p:spPr>
          <a:xfrm flipH="1" rot="10800000">
            <a:off x="9012748" y="1102580"/>
            <a:ext cx="127853" cy="153054"/>
          </a:xfrm>
          <a:custGeom>
            <a:rect b="b" l="l" r="r" t="t"/>
            <a:pathLst>
              <a:path extrusionOk="0" h="2314" w="1933">
                <a:moveTo>
                  <a:pt x="963" y="0"/>
                </a:moveTo>
                <a:lnTo>
                  <a:pt x="621" y="811"/>
                </a:lnTo>
                <a:lnTo>
                  <a:pt x="1" y="1153"/>
                </a:lnTo>
                <a:lnTo>
                  <a:pt x="621" y="1495"/>
                </a:lnTo>
                <a:lnTo>
                  <a:pt x="963" y="2313"/>
                </a:lnTo>
                <a:lnTo>
                  <a:pt x="1304" y="1495"/>
                </a:lnTo>
                <a:lnTo>
                  <a:pt x="1932" y="1153"/>
                </a:lnTo>
                <a:lnTo>
                  <a:pt x="1304" y="811"/>
                </a:lnTo>
                <a:lnTo>
                  <a:pt x="96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3"/>
          <p:cNvSpPr/>
          <p:nvPr/>
        </p:nvSpPr>
        <p:spPr>
          <a:xfrm flipH="1" rot="10800000">
            <a:off x="8627138" y="822009"/>
            <a:ext cx="134666" cy="161983"/>
          </a:xfrm>
          <a:custGeom>
            <a:rect b="b" l="l" r="r" t="t"/>
            <a:pathLst>
              <a:path extrusionOk="0" h="2449" w="2036">
                <a:moveTo>
                  <a:pt x="1018" y="0"/>
                </a:moveTo>
                <a:lnTo>
                  <a:pt x="652" y="867"/>
                </a:lnTo>
                <a:lnTo>
                  <a:pt x="0" y="1225"/>
                </a:lnTo>
                <a:lnTo>
                  <a:pt x="652" y="1590"/>
                </a:lnTo>
                <a:lnTo>
                  <a:pt x="1018" y="2449"/>
                </a:lnTo>
                <a:lnTo>
                  <a:pt x="1376" y="1590"/>
                </a:lnTo>
                <a:lnTo>
                  <a:pt x="2035" y="1225"/>
                </a:lnTo>
                <a:lnTo>
                  <a:pt x="1376" y="867"/>
                </a:lnTo>
                <a:lnTo>
                  <a:pt x="101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3"/>
          <p:cNvSpPr/>
          <p:nvPr/>
        </p:nvSpPr>
        <p:spPr>
          <a:xfrm flipH="1" rot="10800000">
            <a:off x="7939735" y="35469"/>
            <a:ext cx="134666" cy="161983"/>
          </a:xfrm>
          <a:custGeom>
            <a:rect b="b" l="l" r="r" t="t"/>
            <a:pathLst>
              <a:path extrusionOk="0" h="2449" w="2036">
                <a:moveTo>
                  <a:pt x="1018" y="0"/>
                </a:moveTo>
                <a:lnTo>
                  <a:pt x="660" y="867"/>
                </a:lnTo>
                <a:lnTo>
                  <a:pt x="0" y="1224"/>
                </a:lnTo>
                <a:lnTo>
                  <a:pt x="660" y="1582"/>
                </a:lnTo>
                <a:lnTo>
                  <a:pt x="1018" y="2449"/>
                </a:lnTo>
                <a:lnTo>
                  <a:pt x="1376" y="1582"/>
                </a:lnTo>
                <a:lnTo>
                  <a:pt x="2035" y="1224"/>
                </a:lnTo>
                <a:lnTo>
                  <a:pt x="1376" y="867"/>
                </a:lnTo>
                <a:lnTo>
                  <a:pt x="101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3"/>
          <p:cNvSpPr/>
          <p:nvPr/>
        </p:nvSpPr>
        <p:spPr>
          <a:xfrm flipH="1" rot="10800000">
            <a:off x="8761799" y="1675027"/>
            <a:ext cx="71037" cy="85192"/>
          </a:xfrm>
          <a:custGeom>
            <a:rect b="b" l="l" r="r" t="t"/>
            <a:pathLst>
              <a:path extrusionOk="0" h="1288" w="1074">
                <a:moveTo>
                  <a:pt x="533" y="0"/>
                </a:moveTo>
                <a:lnTo>
                  <a:pt x="343" y="453"/>
                </a:lnTo>
                <a:lnTo>
                  <a:pt x="1" y="644"/>
                </a:lnTo>
                <a:lnTo>
                  <a:pt x="343" y="835"/>
                </a:lnTo>
                <a:lnTo>
                  <a:pt x="533" y="1288"/>
                </a:lnTo>
                <a:lnTo>
                  <a:pt x="724" y="835"/>
                </a:lnTo>
                <a:lnTo>
                  <a:pt x="1074" y="644"/>
                </a:lnTo>
                <a:lnTo>
                  <a:pt x="724" y="453"/>
                </a:lnTo>
                <a:lnTo>
                  <a:pt x="53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3"/>
          <p:cNvSpPr txBox="1"/>
          <p:nvPr>
            <p:ph type="title"/>
          </p:nvPr>
        </p:nvSpPr>
        <p:spPr>
          <a:xfrm>
            <a:off x="1594800" y="501150"/>
            <a:ext cx="1660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Market</a:t>
            </a:r>
            <a:endParaRPr>
              <a:solidFill>
                <a:schemeClr val="accent3"/>
              </a:solidFill>
            </a:endParaRPr>
          </a:p>
        </p:txBody>
      </p:sp>
      <p:sp>
        <p:nvSpPr>
          <p:cNvPr id="2100" name="Google Shape;2100;p43"/>
          <p:cNvSpPr txBox="1"/>
          <p:nvPr>
            <p:ph idx="5" type="subTitle"/>
          </p:nvPr>
        </p:nvSpPr>
        <p:spPr>
          <a:xfrm>
            <a:off x="701925" y="1345325"/>
            <a:ext cx="7237800" cy="2591100"/>
          </a:xfrm>
          <a:prstGeom prst="rect">
            <a:avLst/>
          </a:prstGeom>
        </p:spPr>
        <p:txBody>
          <a:bodyPr anchorCtr="0" anchor="b"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School Based Health Centers (US, 2020)</a:t>
            </a:r>
            <a:endParaRPr sz="1500">
              <a:latin typeface="Mulish"/>
              <a:ea typeface="Mulish"/>
              <a:cs typeface="Mulish"/>
              <a:sym typeface="Mulish"/>
            </a:endParaRPr>
          </a:p>
          <a:p>
            <a:pPr indent="-323850" lvl="1" marL="914400" rtl="0" algn="l">
              <a:lnSpc>
                <a:spcPct val="115000"/>
              </a:lnSpc>
              <a:spcBef>
                <a:spcPts val="0"/>
              </a:spcBef>
              <a:spcAft>
                <a:spcPts val="0"/>
              </a:spcAft>
              <a:buSzPts val="1500"/>
              <a:buFont typeface="Mulish"/>
              <a:buChar char="-"/>
            </a:pPr>
            <a:r>
              <a:rPr lang="en" sz="1500">
                <a:latin typeface="Mulish"/>
                <a:ea typeface="Mulish"/>
                <a:cs typeface="Mulish"/>
                <a:sym typeface="Mulish"/>
              </a:rPr>
              <a:t>Addressing misconceptions and providing training for LARC counseling and insertion improved staff knowledge </a:t>
            </a:r>
            <a:endParaRPr sz="1500">
              <a:latin typeface="Mulish"/>
              <a:ea typeface="Mulish"/>
              <a:cs typeface="Mulish"/>
              <a:sym typeface="Mulish"/>
            </a:endParaRPr>
          </a:p>
          <a:p>
            <a:pPr indent="-323850" lvl="1" marL="914400" rtl="0" algn="l">
              <a:lnSpc>
                <a:spcPct val="115000"/>
              </a:lnSpc>
              <a:spcBef>
                <a:spcPts val="0"/>
              </a:spcBef>
              <a:spcAft>
                <a:spcPts val="0"/>
              </a:spcAft>
              <a:buSzPts val="1500"/>
              <a:buFont typeface="Mulish"/>
              <a:buChar char="-"/>
            </a:pPr>
            <a:r>
              <a:rPr lang="en" sz="1500">
                <a:latin typeface="Mulish"/>
                <a:ea typeface="Mulish"/>
                <a:cs typeface="Mulish"/>
                <a:sym typeface="Mulish"/>
              </a:rPr>
              <a:t>Comfort in Liletta IUD insertion increased from 16% to 27% [9]</a:t>
            </a:r>
            <a:endParaRPr sz="1500">
              <a:latin typeface="Mulish"/>
              <a:ea typeface="Mulish"/>
              <a:cs typeface="Mulish"/>
              <a:sym typeface="Mulish"/>
            </a:endParaRPr>
          </a:p>
          <a:p>
            <a:pPr indent="-342900" lvl="0" marL="457200" rtl="0" algn="l">
              <a:lnSpc>
                <a:spcPct val="115000"/>
              </a:lnSpc>
              <a:spcBef>
                <a:spcPts val="0"/>
              </a:spcBef>
              <a:spcAft>
                <a:spcPts val="0"/>
              </a:spcAft>
              <a:buSzPts val="1800"/>
              <a:buChar char="-"/>
            </a:pPr>
            <a:r>
              <a:rPr lang="en" sz="1800"/>
              <a:t>Primary Care (US, 2020)</a:t>
            </a:r>
            <a:endParaRPr sz="1800"/>
          </a:p>
          <a:p>
            <a:pPr indent="-323850" lvl="1" marL="914400" rtl="0" algn="l">
              <a:lnSpc>
                <a:spcPct val="115000"/>
              </a:lnSpc>
              <a:spcBef>
                <a:spcPts val="0"/>
              </a:spcBef>
              <a:spcAft>
                <a:spcPts val="0"/>
              </a:spcAft>
              <a:buSzPts val="1500"/>
              <a:buFont typeface="Mulish"/>
              <a:buChar char="-"/>
            </a:pPr>
            <a:r>
              <a:rPr lang="en" sz="1500">
                <a:latin typeface="Mulish"/>
                <a:ea typeface="Mulish"/>
                <a:cs typeface="Mulish"/>
                <a:sym typeface="Mulish"/>
              </a:rPr>
              <a:t>Provision </a:t>
            </a:r>
            <a:r>
              <a:rPr lang="en" sz="1500">
                <a:latin typeface="Mulish"/>
                <a:ea typeface="Mulish"/>
                <a:cs typeface="Mulish"/>
                <a:sym typeface="Mulish"/>
              </a:rPr>
              <a:t>increased 22.5% to 35% for IUDs and 31.5% to 49% for implants.</a:t>
            </a:r>
            <a:endParaRPr sz="1500">
              <a:latin typeface="Mulish"/>
              <a:ea typeface="Mulish"/>
              <a:cs typeface="Mulish"/>
              <a:sym typeface="Mulish"/>
            </a:endParaRPr>
          </a:p>
          <a:p>
            <a:pPr indent="-323850" lvl="1" marL="914400" rtl="0" algn="l">
              <a:lnSpc>
                <a:spcPct val="115000"/>
              </a:lnSpc>
              <a:spcBef>
                <a:spcPts val="0"/>
              </a:spcBef>
              <a:spcAft>
                <a:spcPts val="0"/>
              </a:spcAft>
              <a:buSzPts val="1500"/>
              <a:buFont typeface="Mulish"/>
              <a:buChar char="-"/>
            </a:pPr>
            <a:r>
              <a:rPr lang="en" sz="1500">
                <a:latin typeface="Mulish"/>
                <a:ea typeface="Mulish"/>
                <a:cs typeface="Mulish"/>
                <a:sym typeface="Mulish"/>
              </a:rPr>
              <a:t>Same-day IUD insertion increased 26% to 35%</a:t>
            </a:r>
            <a:endParaRPr sz="1500">
              <a:latin typeface="Mulish"/>
              <a:ea typeface="Mulish"/>
              <a:cs typeface="Mulish"/>
              <a:sym typeface="Mulish"/>
            </a:endParaRPr>
          </a:p>
          <a:p>
            <a:pPr indent="-323850" lvl="1" marL="914400" rtl="0" algn="l">
              <a:lnSpc>
                <a:spcPct val="115000"/>
              </a:lnSpc>
              <a:spcBef>
                <a:spcPts val="0"/>
              </a:spcBef>
              <a:spcAft>
                <a:spcPts val="0"/>
              </a:spcAft>
              <a:buSzPts val="1500"/>
              <a:buFont typeface="Mulish"/>
              <a:buChar char="-"/>
            </a:pPr>
            <a:r>
              <a:rPr lang="en" sz="1500">
                <a:latin typeface="Mulish"/>
                <a:ea typeface="Mulish"/>
                <a:cs typeface="Mulish"/>
                <a:sym typeface="Mulish"/>
              </a:rPr>
              <a:t>Knowledge of IUD eligibility rose from 69% to 84% [10]</a:t>
            </a:r>
            <a:endParaRPr sz="1500">
              <a:latin typeface="Mulish"/>
              <a:ea typeface="Mulish"/>
              <a:cs typeface="Mulish"/>
              <a:sym typeface="Mulish"/>
            </a:endParaRPr>
          </a:p>
        </p:txBody>
      </p:sp>
      <p:sp>
        <p:nvSpPr>
          <p:cNvPr id="2101" name="Google Shape;2101;p43"/>
          <p:cNvSpPr txBox="1"/>
          <p:nvPr>
            <p:ph idx="4294967295" type="title"/>
          </p:nvPr>
        </p:nvSpPr>
        <p:spPr>
          <a:xfrm>
            <a:off x="592875" y="501150"/>
            <a:ext cx="7824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04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5" name="Shape 2105"/>
        <p:cNvGrpSpPr/>
        <p:nvPr/>
      </p:nvGrpSpPr>
      <p:grpSpPr>
        <a:xfrm>
          <a:off x="0" y="0"/>
          <a:ext cx="0" cy="0"/>
          <a:chOff x="0" y="0"/>
          <a:chExt cx="0" cy="0"/>
        </a:xfrm>
      </p:grpSpPr>
      <p:sp>
        <p:nvSpPr>
          <p:cNvPr id="2106" name="Google Shape;2106;p44"/>
          <p:cNvSpPr txBox="1"/>
          <p:nvPr>
            <p:ph type="title"/>
          </p:nvPr>
        </p:nvSpPr>
        <p:spPr>
          <a:xfrm>
            <a:off x="190125" y="11700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Competition</a:t>
            </a:r>
            <a:endParaRPr/>
          </a:p>
        </p:txBody>
      </p:sp>
      <p:sp>
        <p:nvSpPr>
          <p:cNvPr id="2107" name="Google Shape;2107;p44"/>
          <p:cNvSpPr txBox="1"/>
          <p:nvPr>
            <p:ph idx="4294967295" type="title"/>
          </p:nvPr>
        </p:nvSpPr>
        <p:spPr>
          <a:xfrm>
            <a:off x="316050" y="535000"/>
            <a:ext cx="8271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05</a:t>
            </a:r>
            <a:endParaRPr/>
          </a:p>
        </p:txBody>
      </p:sp>
      <p:pic>
        <p:nvPicPr>
          <p:cNvPr id="2108" name="Google Shape;2108;p44"/>
          <p:cNvPicPr preferRelativeResize="0"/>
          <p:nvPr/>
        </p:nvPicPr>
        <p:blipFill>
          <a:blip r:embed="rId3">
            <a:alphaModFix/>
          </a:blip>
          <a:stretch>
            <a:fillRect/>
          </a:stretch>
        </p:blipFill>
        <p:spPr>
          <a:xfrm>
            <a:off x="3399100" y="342588"/>
            <a:ext cx="5017949" cy="44583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sp>
        <p:nvSpPr>
          <p:cNvPr id="2113" name="Google Shape;2113;p45"/>
          <p:cNvSpPr txBox="1"/>
          <p:nvPr>
            <p:ph type="title"/>
          </p:nvPr>
        </p:nvSpPr>
        <p:spPr>
          <a:xfrm>
            <a:off x="720000" y="5350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Unique Value Proposition</a:t>
            </a:r>
            <a:endParaRPr/>
          </a:p>
        </p:txBody>
      </p:sp>
      <p:cxnSp>
        <p:nvCxnSpPr>
          <p:cNvPr id="2114" name="Google Shape;2114;p45"/>
          <p:cNvCxnSpPr/>
          <p:nvPr/>
        </p:nvCxnSpPr>
        <p:spPr>
          <a:xfrm>
            <a:off x="624050" y="464200"/>
            <a:ext cx="0" cy="714300"/>
          </a:xfrm>
          <a:prstGeom prst="straightConnector1">
            <a:avLst/>
          </a:prstGeom>
          <a:noFill/>
          <a:ln cap="flat" cmpd="sng" w="9525">
            <a:solidFill>
              <a:schemeClr val="dk1"/>
            </a:solidFill>
            <a:prstDash val="solid"/>
            <a:round/>
            <a:headEnd len="med" w="med" type="none"/>
            <a:tailEnd len="med" w="med" type="none"/>
          </a:ln>
        </p:spPr>
      </p:cxnSp>
      <p:sp>
        <p:nvSpPr>
          <p:cNvPr id="2115" name="Google Shape;2115;p45"/>
          <p:cNvSpPr/>
          <p:nvPr/>
        </p:nvSpPr>
        <p:spPr>
          <a:xfrm>
            <a:off x="0" y="1822900"/>
            <a:ext cx="9144000" cy="22020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2116" name="Google Shape;2116;p45"/>
          <p:cNvSpPr txBox="1"/>
          <p:nvPr/>
        </p:nvSpPr>
        <p:spPr>
          <a:xfrm>
            <a:off x="0" y="246220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Hanken Grotesk"/>
                <a:ea typeface="Hanken Grotesk"/>
                <a:cs typeface="Hanken Grotesk"/>
                <a:sym typeface="Hanken Grotesk"/>
              </a:rPr>
              <a:t>Offering </a:t>
            </a:r>
            <a:r>
              <a:rPr b="1" lang="en" sz="2400">
                <a:latin typeface="Hanken Grotesk"/>
                <a:ea typeface="Hanken Grotesk"/>
                <a:cs typeface="Hanken Grotesk"/>
                <a:sym typeface="Hanken Grotesk"/>
              </a:rPr>
              <a:t>continual</a:t>
            </a:r>
            <a:r>
              <a:rPr lang="en" sz="2400">
                <a:latin typeface="Hanken Grotesk"/>
                <a:ea typeface="Hanken Grotesk"/>
                <a:cs typeface="Hanken Grotesk"/>
                <a:sym typeface="Hanken Grotesk"/>
              </a:rPr>
              <a:t> and </a:t>
            </a:r>
            <a:r>
              <a:rPr b="1" lang="en" sz="2400">
                <a:latin typeface="Hanken Grotesk"/>
                <a:ea typeface="Hanken Grotesk"/>
                <a:cs typeface="Hanken Grotesk"/>
                <a:sym typeface="Hanken Grotesk"/>
              </a:rPr>
              <a:t>updated practice</a:t>
            </a:r>
            <a:r>
              <a:rPr lang="en" sz="2400">
                <a:latin typeface="Hanken Grotesk"/>
                <a:ea typeface="Hanken Grotesk"/>
                <a:cs typeface="Hanken Grotesk"/>
                <a:sym typeface="Hanken Grotesk"/>
              </a:rPr>
              <a:t> inserting different types of birth control with </a:t>
            </a:r>
            <a:r>
              <a:rPr b="1" lang="en" sz="2400">
                <a:latin typeface="Hanken Grotesk"/>
                <a:ea typeface="Hanken Grotesk"/>
                <a:cs typeface="Hanken Grotesk"/>
                <a:sym typeface="Hanken Grotesk"/>
              </a:rPr>
              <a:t>educational materials on each type</a:t>
            </a:r>
            <a:r>
              <a:rPr lang="en" sz="2400">
                <a:latin typeface="Hanken Grotesk"/>
                <a:ea typeface="Hanken Grotesk"/>
                <a:cs typeface="Hanken Grotesk"/>
                <a:sym typeface="Hanken Grotesk"/>
              </a:rPr>
              <a:t>. </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0" name="Shape 2120"/>
        <p:cNvGrpSpPr/>
        <p:nvPr/>
      </p:nvGrpSpPr>
      <p:grpSpPr>
        <a:xfrm>
          <a:off x="0" y="0"/>
          <a:ext cx="0" cy="0"/>
          <a:chOff x="0" y="0"/>
          <a:chExt cx="0" cy="0"/>
        </a:xfrm>
      </p:grpSpPr>
      <p:sp>
        <p:nvSpPr>
          <p:cNvPr id="2121" name="Google Shape;2121;p46"/>
          <p:cNvSpPr txBox="1"/>
          <p:nvPr>
            <p:ph idx="4294967295" type="title"/>
          </p:nvPr>
        </p:nvSpPr>
        <p:spPr>
          <a:xfrm>
            <a:off x="1482000" y="535000"/>
            <a:ext cx="543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Potential B</a:t>
            </a:r>
            <a:r>
              <a:rPr lang="en"/>
              <a:t>usiness</a:t>
            </a:r>
            <a:r>
              <a:rPr lang="en"/>
              <a:t> Models</a:t>
            </a:r>
            <a:endParaRPr/>
          </a:p>
        </p:txBody>
      </p:sp>
      <p:sp>
        <p:nvSpPr>
          <p:cNvPr id="2122" name="Google Shape;2122;p46"/>
          <p:cNvSpPr txBox="1"/>
          <p:nvPr>
            <p:ph idx="4294967295" type="body"/>
          </p:nvPr>
        </p:nvSpPr>
        <p:spPr>
          <a:xfrm>
            <a:off x="720000" y="1857700"/>
            <a:ext cx="4930800" cy="1164600"/>
          </a:xfrm>
          <a:prstGeom prst="rect">
            <a:avLst/>
          </a:prstGeom>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SzPts val="2000"/>
              <a:buAutoNum type="arabicPeriod"/>
            </a:pPr>
            <a:r>
              <a:rPr lang="en" sz="2000"/>
              <a:t>One-time purchase of training kits</a:t>
            </a:r>
            <a:endParaRPr sz="2000"/>
          </a:p>
          <a:p>
            <a:pPr indent="-355600" lvl="0" marL="457200" rtl="0" algn="l">
              <a:lnSpc>
                <a:spcPct val="200000"/>
              </a:lnSpc>
              <a:spcBef>
                <a:spcPts val="0"/>
              </a:spcBef>
              <a:spcAft>
                <a:spcPts val="0"/>
              </a:spcAft>
              <a:buSzPts val="2000"/>
              <a:buAutoNum type="arabicPeriod"/>
            </a:pPr>
            <a:r>
              <a:rPr lang="en" sz="2000"/>
              <a:t>Subscription to online resources</a:t>
            </a:r>
            <a:endParaRPr sz="2000"/>
          </a:p>
          <a:p>
            <a:pPr indent="0" lvl="0" marL="0" rtl="0" algn="l">
              <a:lnSpc>
                <a:spcPct val="200000"/>
              </a:lnSpc>
              <a:spcBef>
                <a:spcPts val="0"/>
              </a:spcBef>
              <a:spcAft>
                <a:spcPts val="0"/>
              </a:spcAft>
              <a:buNone/>
            </a:pPr>
            <a:r>
              <a:t/>
            </a:r>
            <a:endParaRPr sz="2000"/>
          </a:p>
        </p:txBody>
      </p:sp>
      <p:sp>
        <p:nvSpPr>
          <p:cNvPr id="2123" name="Google Shape;2123;p46"/>
          <p:cNvSpPr txBox="1"/>
          <p:nvPr>
            <p:ph idx="4294967295" type="title"/>
          </p:nvPr>
        </p:nvSpPr>
        <p:spPr>
          <a:xfrm>
            <a:off x="674425" y="501150"/>
            <a:ext cx="7824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2124" name="Google Shape;2124;p46"/>
          <p:cNvSpPr txBox="1"/>
          <p:nvPr/>
        </p:nvSpPr>
        <p:spPr>
          <a:xfrm>
            <a:off x="720000" y="1382950"/>
            <a:ext cx="1666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1"/>
                </a:solidFill>
                <a:latin typeface="Hanken Grotesk"/>
                <a:ea typeface="Hanken Grotesk"/>
                <a:cs typeface="Hanken Grotesk"/>
                <a:sym typeface="Hanken Grotesk"/>
              </a:rPr>
              <a:t>How?</a:t>
            </a:r>
            <a:endParaRPr b="1" sz="2400">
              <a:solidFill>
                <a:schemeClr val="dk1"/>
              </a:solidFill>
              <a:latin typeface="Hanken Grotesk"/>
              <a:ea typeface="Hanken Grotesk"/>
              <a:cs typeface="Hanken Grotesk"/>
              <a:sym typeface="Hanken Grotesk"/>
            </a:endParaRPr>
          </a:p>
        </p:txBody>
      </p:sp>
      <p:sp>
        <p:nvSpPr>
          <p:cNvPr id="2125" name="Google Shape;2125;p46"/>
          <p:cNvSpPr txBox="1"/>
          <p:nvPr/>
        </p:nvSpPr>
        <p:spPr>
          <a:xfrm>
            <a:off x="720000" y="2976550"/>
            <a:ext cx="1914300" cy="6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Hanken Grotesk"/>
                <a:ea typeface="Hanken Grotesk"/>
                <a:cs typeface="Hanken Grotesk"/>
                <a:sym typeface="Hanken Grotesk"/>
              </a:rPr>
              <a:t>Where?</a:t>
            </a:r>
            <a:endParaRPr b="1" sz="2100">
              <a:solidFill>
                <a:schemeClr val="dk1"/>
              </a:solidFill>
              <a:latin typeface="Hanken Grotesk"/>
              <a:ea typeface="Hanken Grotesk"/>
              <a:cs typeface="Hanken Grotesk"/>
              <a:sym typeface="Hanken Grotesk"/>
            </a:endParaRPr>
          </a:p>
        </p:txBody>
      </p:sp>
      <p:sp>
        <p:nvSpPr>
          <p:cNvPr id="2126" name="Google Shape;2126;p46"/>
          <p:cNvSpPr txBox="1"/>
          <p:nvPr>
            <p:ph idx="4294967295" type="body"/>
          </p:nvPr>
        </p:nvSpPr>
        <p:spPr>
          <a:xfrm>
            <a:off x="674425" y="3447975"/>
            <a:ext cx="4930800" cy="1164600"/>
          </a:xfrm>
          <a:prstGeom prst="rect">
            <a:avLst/>
          </a:prstGeom>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SzPts val="2000"/>
              <a:buAutoNum type="arabicPeriod"/>
            </a:pPr>
            <a:r>
              <a:rPr lang="en" sz="2000"/>
              <a:t>Focus first in urban centers</a:t>
            </a:r>
            <a:endParaRPr sz="2000"/>
          </a:p>
          <a:p>
            <a:pPr indent="-355600" lvl="0" marL="457200" rtl="0" algn="l">
              <a:lnSpc>
                <a:spcPct val="200000"/>
              </a:lnSpc>
              <a:spcBef>
                <a:spcPts val="0"/>
              </a:spcBef>
              <a:spcAft>
                <a:spcPts val="0"/>
              </a:spcAft>
              <a:buSzPts val="2000"/>
              <a:buAutoNum type="arabicPeriod"/>
            </a:pPr>
            <a:r>
              <a:rPr lang="en" sz="2000"/>
              <a:t>Move to rural/international markets</a:t>
            </a:r>
            <a:endParaRPr sz="2000"/>
          </a:p>
          <a:p>
            <a:pPr indent="0" lvl="0" marL="0" rtl="0" algn="l">
              <a:lnSpc>
                <a:spcPct val="200000"/>
              </a:lnSpc>
              <a:spcBef>
                <a:spcPts val="0"/>
              </a:spcBef>
              <a:spcAft>
                <a:spcPts val="0"/>
              </a:spcAft>
              <a:buNone/>
            </a:pPr>
            <a:r>
              <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sp>
        <p:nvSpPr>
          <p:cNvPr id="2131" name="Google Shape;2131;p47"/>
          <p:cNvSpPr txBox="1"/>
          <p:nvPr>
            <p:ph type="title"/>
          </p:nvPr>
        </p:nvSpPr>
        <p:spPr>
          <a:xfrm>
            <a:off x="1736650" y="535000"/>
            <a:ext cx="66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a:t>
            </a:r>
            <a:endParaRPr/>
          </a:p>
        </p:txBody>
      </p:sp>
      <p:sp>
        <p:nvSpPr>
          <p:cNvPr id="2132" name="Google Shape;2132;p47"/>
          <p:cNvSpPr txBox="1"/>
          <p:nvPr/>
        </p:nvSpPr>
        <p:spPr>
          <a:xfrm flipH="1">
            <a:off x="1127662" y="1491128"/>
            <a:ext cx="1812300" cy="54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Hanken Grotesk"/>
                <a:ea typeface="Hanken Grotesk"/>
                <a:cs typeface="Hanken Grotesk"/>
                <a:sym typeface="Hanken Grotesk"/>
              </a:rPr>
              <a:t>Continued Customer Discovery</a:t>
            </a:r>
            <a:endParaRPr sz="1200">
              <a:solidFill>
                <a:schemeClr val="dk1"/>
              </a:solidFill>
              <a:latin typeface="Hanken Grotesk"/>
              <a:ea typeface="Hanken Grotesk"/>
              <a:cs typeface="Hanken Grotesk"/>
              <a:sym typeface="Hanken Grotesk"/>
            </a:endParaRPr>
          </a:p>
        </p:txBody>
      </p:sp>
      <p:sp>
        <p:nvSpPr>
          <p:cNvPr id="2133" name="Google Shape;2133;p47"/>
          <p:cNvSpPr txBox="1"/>
          <p:nvPr/>
        </p:nvSpPr>
        <p:spPr>
          <a:xfrm flipH="1">
            <a:off x="1127662" y="2283191"/>
            <a:ext cx="1812300" cy="54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Hanken Grotesk"/>
                <a:ea typeface="Hanken Grotesk"/>
                <a:cs typeface="Hanken Grotesk"/>
                <a:sym typeface="Hanken Grotesk"/>
              </a:rPr>
              <a:t>Development of prototype</a:t>
            </a:r>
            <a:endParaRPr sz="1200">
              <a:solidFill>
                <a:schemeClr val="dk1"/>
              </a:solidFill>
              <a:latin typeface="Hanken Grotesk"/>
              <a:ea typeface="Hanken Grotesk"/>
              <a:cs typeface="Hanken Grotesk"/>
              <a:sym typeface="Hanken Grotesk"/>
            </a:endParaRPr>
          </a:p>
        </p:txBody>
      </p:sp>
      <p:sp>
        <p:nvSpPr>
          <p:cNvPr id="2134" name="Google Shape;2134;p47"/>
          <p:cNvSpPr txBox="1"/>
          <p:nvPr/>
        </p:nvSpPr>
        <p:spPr>
          <a:xfrm flipH="1">
            <a:off x="1127662" y="3075278"/>
            <a:ext cx="1812300" cy="54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Hanken Grotesk"/>
                <a:ea typeface="Hanken Grotesk"/>
                <a:cs typeface="Hanken Grotesk"/>
                <a:sym typeface="Hanken Grotesk"/>
              </a:rPr>
              <a:t>Finalizing the training tools</a:t>
            </a:r>
            <a:endParaRPr sz="1200">
              <a:solidFill>
                <a:schemeClr val="dk1"/>
              </a:solidFill>
              <a:latin typeface="Hanken Grotesk"/>
              <a:ea typeface="Hanken Grotesk"/>
              <a:cs typeface="Hanken Grotesk"/>
              <a:sym typeface="Hanken Grotesk"/>
            </a:endParaRPr>
          </a:p>
        </p:txBody>
      </p:sp>
      <p:sp>
        <p:nvSpPr>
          <p:cNvPr id="2135" name="Google Shape;2135;p47"/>
          <p:cNvSpPr txBox="1"/>
          <p:nvPr/>
        </p:nvSpPr>
        <p:spPr>
          <a:xfrm flipH="1">
            <a:off x="1127662" y="3867366"/>
            <a:ext cx="1812300" cy="548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Hanken Grotesk"/>
                <a:ea typeface="Hanken Grotesk"/>
                <a:cs typeface="Hanken Grotesk"/>
                <a:sym typeface="Hanken Grotesk"/>
              </a:rPr>
              <a:t>Market discovery</a:t>
            </a:r>
            <a:endParaRPr sz="1200">
              <a:solidFill>
                <a:schemeClr val="dk1"/>
              </a:solidFill>
              <a:latin typeface="Hanken Grotesk"/>
              <a:ea typeface="Hanken Grotesk"/>
              <a:cs typeface="Hanken Grotesk"/>
              <a:sym typeface="Hanken Grotesk"/>
            </a:endParaRPr>
          </a:p>
        </p:txBody>
      </p:sp>
      <p:sp>
        <p:nvSpPr>
          <p:cNvPr id="2136" name="Google Shape;2136;p47"/>
          <p:cNvSpPr txBox="1"/>
          <p:nvPr/>
        </p:nvSpPr>
        <p:spPr>
          <a:xfrm flipH="1">
            <a:off x="3186813" y="1491100"/>
            <a:ext cx="9288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Sora"/>
                <a:ea typeface="Sora"/>
                <a:cs typeface="Sora"/>
                <a:sym typeface="Sora"/>
              </a:rPr>
              <a:t>01</a:t>
            </a:r>
            <a:endParaRPr b="1" sz="3000">
              <a:solidFill>
                <a:schemeClr val="dk1"/>
              </a:solidFill>
              <a:latin typeface="Sora"/>
              <a:ea typeface="Sora"/>
              <a:cs typeface="Sora"/>
              <a:sym typeface="Sora"/>
            </a:endParaRPr>
          </a:p>
        </p:txBody>
      </p:sp>
      <p:sp>
        <p:nvSpPr>
          <p:cNvPr id="2137" name="Google Shape;2137;p47"/>
          <p:cNvSpPr txBox="1"/>
          <p:nvPr/>
        </p:nvSpPr>
        <p:spPr>
          <a:xfrm flipH="1">
            <a:off x="3186813" y="2283188"/>
            <a:ext cx="9288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Sora"/>
                <a:ea typeface="Sora"/>
                <a:cs typeface="Sora"/>
                <a:sym typeface="Sora"/>
              </a:rPr>
              <a:t>02</a:t>
            </a:r>
            <a:endParaRPr b="1" sz="3000">
              <a:solidFill>
                <a:schemeClr val="dk1"/>
              </a:solidFill>
              <a:latin typeface="Sora"/>
              <a:ea typeface="Sora"/>
              <a:cs typeface="Sora"/>
              <a:sym typeface="Sora"/>
            </a:endParaRPr>
          </a:p>
        </p:txBody>
      </p:sp>
      <p:sp>
        <p:nvSpPr>
          <p:cNvPr id="2138" name="Google Shape;2138;p47"/>
          <p:cNvSpPr txBox="1"/>
          <p:nvPr/>
        </p:nvSpPr>
        <p:spPr>
          <a:xfrm flipH="1">
            <a:off x="3186813" y="3075275"/>
            <a:ext cx="9288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Sora"/>
                <a:ea typeface="Sora"/>
                <a:cs typeface="Sora"/>
                <a:sym typeface="Sora"/>
              </a:rPr>
              <a:t>03</a:t>
            </a:r>
            <a:endParaRPr b="1" sz="3000">
              <a:solidFill>
                <a:schemeClr val="dk1"/>
              </a:solidFill>
              <a:latin typeface="Sora"/>
              <a:ea typeface="Sora"/>
              <a:cs typeface="Sora"/>
              <a:sym typeface="Sora"/>
            </a:endParaRPr>
          </a:p>
        </p:txBody>
      </p:sp>
      <p:sp>
        <p:nvSpPr>
          <p:cNvPr id="2139" name="Google Shape;2139;p47"/>
          <p:cNvSpPr txBox="1"/>
          <p:nvPr/>
        </p:nvSpPr>
        <p:spPr>
          <a:xfrm flipH="1">
            <a:off x="3186813" y="3867363"/>
            <a:ext cx="9288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Sora"/>
                <a:ea typeface="Sora"/>
                <a:cs typeface="Sora"/>
                <a:sym typeface="Sora"/>
              </a:rPr>
              <a:t>04</a:t>
            </a:r>
            <a:endParaRPr b="1" sz="3000">
              <a:solidFill>
                <a:schemeClr val="dk1"/>
              </a:solidFill>
              <a:latin typeface="Sora"/>
              <a:ea typeface="Sora"/>
              <a:cs typeface="Sora"/>
              <a:sym typeface="Sora"/>
            </a:endParaRPr>
          </a:p>
        </p:txBody>
      </p:sp>
      <p:sp>
        <p:nvSpPr>
          <p:cNvPr id="2140" name="Google Shape;2140;p47"/>
          <p:cNvSpPr txBox="1"/>
          <p:nvPr/>
        </p:nvSpPr>
        <p:spPr>
          <a:xfrm>
            <a:off x="6204038" y="2253103"/>
            <a:ext cx="1812300" cy="54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Market analysis</a:t>
            </a:r>
            <a:endParaRPr sz="1200">
              <a:solidFill>
                <a:schemeClr val="dk1"/>
              </a:solidFill>
              <a:latin typeface="Hanken Grotesk"/>
              <a:ea typeface="Hanken Grotesk"/>
              <a:cs typeface="Hanken Grotesk"/>
              <a:sym typeface="Hanken Grotesk"/>
            </a:endParaRPr>
          </a:p>
        </p:txBody>
      </p:sp>
      <p:sp>
        <p:nvSpPr>
          <p:cNvPr id="2141" name="Google Shape;2141;p47"/>
          <p:cNvSpPr txBox="1"/>
          <p:nvPr/>
        </p:nvSpPr>
        <p:spPr>
          <a:xfrm>
            <a:off x="6204038" y="3045191"/>
            <a:ext cx="1812300" cy="54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After expo: Pitching product to Texas A&amp;M College of Medicine Rural Medicine Program</a:t>
            </a:r>
            <a:endParaRPr sz="1200">
              <a:solidFill>
                <a:schemeClr val="dk1"/>
              </a:solidFill>
              <a:latin typeface="Hanken Grotesk"/>
              <a:ea typeface="Hanken Grotesk"/>
              <a:cs typeface="Hanken Grotesk"/>
              <a:sym typeface="Hanken Grotesk"/>
            </a:endParaRPr>
          </a:p>
        </p:txBody>
      </p:sp>
      <p:sp>
        <p:nvSpPr>
          <p:cNvPr id="2142" name="Google Shape;2142;p47"/>
          <p:cNvSpPr txBox="1"/>
          <p:nvPr/>
        </p:nvSpPr>
        <p:spPr>
          <a:xfrm>
            <a:off x="5028387" y="2253100"/>
            <a:ext cx="9288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Sora"/>
                <a:ea typeface="Sora"/>
                <a:cs typeface="Sora"/>
                <a:sym typeface="Sora"/>
              </a:rPr>
              <a:t>05</a:t>
            </a:r>
            <a:endParaRPr b="1" sz="3000">
              <a:solidFill>
                <a:schemeClr val="dk1"/>
              </a:solidFill>
              <a:latin typeface="Sora"/>
              <a:ea typeface="Sora"/>
              <a:cs typeface="Sora"/>
              <a:sym typeface="Sora"/>
            </a:endParaRPr>
          </a:p>
        </p:txBody>
      </p:sp>
      <p:sp>
        <p:nvSpPr>
          <p:cNvPr id="2143" name="Google Shape;2143;p47"/>
          <p:cNvSpPr txBox="1"/>
          <p:nvPr/>
        </p:nvSpPr>
        <p:spPr>
          <a:xfrm>
            <a:off x="5028387" y="3045188"/>
            <a:ext cx="9288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solidFill>
                  <a:schemeClr val="dk1"/>
                </a:solidFill>
                <a:latin typeface="Sora"/>
                <a:ea typeface="Sora"/>
                <a:cs typeface="Sora"/>
                <a:sym typeface="Sora"/>
              </a:rPr>
              <a:t>06</a:t>
            </a:r>
            <a:endParaRPr b="1" sz="3000">
              <a:solidFill>
                <a:schemeClr val="dk1"/>
              </a:solidFill>
              <a:latin typeface="Sora"/>
              <a:ea typeface="Sora"/>
              <a:cs typeface="Sora"/>
              <a:sym typeface="Sora"/>
            </a:endParaRPr>
          </a:p>
        </p:txBody>
      </p:sp>
      <p:cxnSp>
        <p:nvCxnSpPr>
          <p:cNvPr id="2144" name="Google Shape;2144;p47"/>
          <p:cNvCxnSpPr>
            <a:stCxn id="2136" idx="2"/>
            <a:endCxn id="2137" idx="0"/>
          </p:cNvCxnSpPr>
          <p:nvPr/>
        </p:nvCxnSpPr>
        <p:spPr>
          <a:xfrm>
            <a:off x="3651213" y="2039800"/>
            <a:ext cx="0" cy="243300"/>
          </a:xfrm>
          <a:prstGeom prst="straightConnector1">
            <a:avLst/>
          </a:prstGeom>
          <a:noFill/>
          <a:ln cap="flat" cmpd="sng" w="9525">
            <a:solidFill>
              <a:schemeClr val="dk1"/>
            </a:solidFill>
            <a:prstDash val="solid"/>
            <a:round/>
            <a:headEnd len="med" w="med" type="none"/>
            <a:tailEnd len="med" w="med" type="oval"/>
          </a:ln>
        </p:spPr>
      </p:cxnSp>
      <p:cxnSp>
        <p:nvCxnSpPr>
          <p:cNvPr id="2145" name="Google Shape;2145;p47"/>
          <p:cNvCxnSpPr>
            <a:stCxn id="2137" idx="2"/>
            <a:endCxn id="2138" idx="0"/>
          </p:cNvCxnSpPr>
          <p:nvPr/>
        </p:nvCxnSpPr>
        <p:spPr>
          <a:xfrm>
            <a:off x="3651213" y="2831888"/>
            <a:ext cx="0" cy="243300"/>
          </a:xfrm>
          <a:prstGeom prst="straightConnector1">
            <a:avLst/>
          </a:prstGeom>
          <a:noFill/>
          <a:ln cap="flat" cmpd="sng" w="9525">
            <a:solidFill>
              <a:schemeClr val="dk1"/>
            </a:solidFill>
            <a:prstDash val="solid"/>
            <a:round/>
            <a:headEnd len="med" w="med" type="none"/>
            <a:tailEnd len="med" w="med" type="oval"/>
          </a:ln>
        </p:spPr>
      </p:cxnSp>
      <p:cxnSp>
        <p:nvCxnSpPr>
          <p:cNvPr id="2146" name="Google Shape;2146;p47"/>
          <p:cNvCxnSpPr>
            <a:stCxn id="2138" idx="2"/>
            <a:endCxn id="2139" idx="0"/>
          </p:cNvCxnSpPr>
          <p:nvPr/>
        </p:nvCxnSpPr>
        <p:spPr>
          <a:xfrm>
            <a:off x="3651213" y="3623975"/>
            <a:ext cx="0" cy="243300"/>
          </a:xfrm>
          <a:prstGeom prst="straightConnector1">
            <a:avLst/>
          </a:prstGeom>
          <a:noFill/>
          <a:ln cap="flat" cmpd="sng" w="9525">
            <a:solidFill>
              <a:schemeClr val="dk1"/>
            </a:solidFill>
            <a:prstDash val="solid"/>
            <a:round/>
            <a:headEnd len="med" w="med" type="none"/>
            <a:tailEnd len="med" w="med" type="oval"/>
          </a:ln>
        </p:spPr>
      </p:cxnSp>
      <p:cxnSp>
        <p:nvCxnSpPr>
          <p:cNvPr id="2147" name="Google Shape;2147;p47"/>
          <p:cNvCxnSpPr>
            <a:stCxn id="2139" idx="1"/>
            <a:endCxn id="2142" idx="1"/>
          </p:cNvCxnSpPr>
          <p:nvPr/>
        </p:nvCxnSpPr>
        <p:spPr>
          <a:xfrm flipH="1" rot="10800000">
            <a:off x="4115613" y="2527413"/>
            <a:ext cx="912900" cy="1614300"/>
          </a:xfrm>
          <a:prstGeom prst="bentConnector3">
            <a:avLst>
              <a:gd fmla="val 49993" name="adj1"/>
            </a:avLst>
          </a:prstGeom>
          <a:noFill/>
          <a:ln cap="flat" cmpd="sng" w="9525">
            <a:solidFill>
              <a:schemeClr val="dk1"/>
            </a:solidFill>
            <a:prstDash val="solid"/>
            <a:round/>
            <a:headEnd len="med" w="med" type="none"/>
            <a:tailEnd len="med" w="med" type="oval"/>
          </a:ln>
        </p:spPr>
      </p:cxnSp>
      <p:cxnSp>
        <p:nvCxnSpPr>
          <p:cNvPr id="2148" name="Google Shape;2148;p47"/>
          <p:cNvCxnSpPr>
            <a:stCxn id="2142" idx="2"/>
            <a:endCxn id="2143" idx="0"/>
          </p:cNvCxnSpPr>
          <p:nvPr/>
        </p:nvCxnSpPr>
        <p:spPr>
          <a:xfrm>
            <a:off x="5492787" y="2801800"/>
            <a:ext cx="0" cy="243300"/>
          </a:xfrm>
          <a:prstGeom prst="straightConnector1">
            <a:avLst/>
          </a:prstGeom>
          <a:noFill/>
          <a:ln cap="flat" cmpd="sng" w="9525">
            <a:solidFill>
              <a:schemeClr val="dk1"/>
            </a:solidFill>
            <a:prstDash val="solid"/>
            <a:round/>
            <a:headEnd len="med" w="med" type="none"/>
            <a:tailEnd len="med" w="med" type="oval"/>
          </a:ln>
        </p:spPr>
      </p:cxnSp>
      <p:cxnSp>
        <p:nvCxnSpPr>
          <p:cNvPr id="2149" name="Google Shape;2149;p47"/>
          <p:cNvCxnSpPr>
            <a:stCxn id="2136" idx="3"/>
            <a:endCxn id="2132" idx="1"/>
          </p:cNvCxnSpPr>
          <p:nvPr/>
        </p:nvCxnSpPr>
        <p:spPr>
          <a:xfrm rot="10800000">
            <a:off x="2939913" y="1765450"/>
            <a:ext cx="246900" cy="0"/>
          </a:xfrm>
          <a:prstGeom prst="straightConnector1">
            <a:avLst/>
          </a:prstGeom>
          <a:noFill/>
          <a:ln cap="flat" cmpd="sng" w="9525">
            <a:solidFill>
              <a:schemeClr val="dk1"/>
            </a:solidFill>
            <a:prstDash val="solid"/>
            <a:round/>
            <a:headEnd len="med" w="med" type="none"/>
            <a:tailEnd len="med" w="med" type="none"/>
          </a:ln>
        </p:spPr>
      </p:cxnSp>
      <p:cxnSp>
        <p:nvCxnSpPr>
          <p:cNvPr id="2150" name="Google Shape;2150;p47"/>
          <p:cNvCxnSpPr>
            <a:stCxn id="2137" idx="3"/>
            <a:endCxn id="2133" idx="1"/>
          </p:cNvCxnSpPr>
          <p:nvPr/>
        </p:nvCxnSpPr>
        <p:spPr>
          <a:xfrm rot="10800000">
            <a:off x="2939913" y="2557538"/>
            <a:ext cx="246900" cy="0"/>
          </a:xfrm>
          <a:prstGeom prst="straightConnector1">
            <a:avLst/>
          </a:prstGeom>
          <a:noFill/>
          <a:ln cap="flat" cmpd="sng" w="9525">
            <a:solidFill>
              <a:schemeClr val="dk1"/>
            </a:solidFill>
            <a:prstDash val="solid"/>
            <a:round/>
            <a:headEnd len="med" w="med" type="none"/>
            <a:tailEnd len="med" w="med" type="none"/>
          </a:ln>
        </p:spPr>
      </p:cxnSp>
      <p:cxnSp>
        <p:nvCxnSpPr>
          <p:cNvPr id="2151" name="Google Shape;2151;p47"/>
          <p:cNvCxnSpPr>
            <a:stCxn id="2138" idx="3"/>
            <a:endCxn id="2134" idx="1"/>
          </p:cNvCxnSpPr>
          <p:nvPr/>
        </p:nvCxnSpPr>
        <p:spPr>
          <a:xfrm rot="10800000">
            <a:off x="2939913" y="3349625"/>
            <a:ext cx="246900" cy="0"/>
          </a:xfrm>
          <a:prstGeom prst="straightConnector1">
            <a:avLst/>
          </a:prstGeom>
          <a:noFill/>
          <a:ln cap="flat" cmpd="sng" w="9525">
            <a:solidFill>
              <a:schemeClr val="dk1"/>
            </a:solidFill>
            <a:prstDash val="solid"/>
            <a:round/>
            <a:headEnd len="med" w="med" type="none"/>
            <a:tailEnd len="med" w="med" type="none"/>
          </a:ln>
        </p:spPr>
      </p:cxnSp>
      <p:cxnSp>
        <p:nvCxnSpPr>
          <p:cNvPr id="2152" name="Google Shape;2152;p47"/>
          <p:cNvCxnSpPr>
            <a:stCxn id="2139" idx="3"/>
            <a:endCxn id="2135" idx="1"/>
          </p:cNvCxnSpPr>
          <p:nvPr/>
        </p:nvCxnSpPr>
        <p:spPr>
          <a:xfrm rot="10800000">
            <a:off x="2939913" y="4141713"/>
            <a:ext cx="246900" cy="0"/>
          </a:xfrm>
          <a:prstGeom prst="straightConnector1">
            <a:avLst/>
          </a:prstGeom>
          <a:noFill/>
          <a:ln cap="flat" cmpd="sng" w="9525">
            <a:solidFill>
              <a:schemeClr val="dk1"/>
            </a:solidFill>
            <a:prstDash val="solid"/>
            <a:round/>
            <a:headEnd len="med" w="med" type="none"/>
            <a:tailEnd len="med" w="med" type="none"/>
          </a:ln>
        </p:spPr>
      </p:cxnSp>
      <p:cxnSp>
        <p:nvCxnSpPr>
          <p:cNvPr id="2153" name="Google Shape;2153;p47"/>
          <p:cNvCxnSpPr>
            <a:stCxn id="2142" idx="3"/>
            <a:endCxn id="2140" idx="1"/>
          </p:cNvCxnSpPr>
          <p:nvPr/>
        </p:nvCxnSpPr>
        <p:spPr>
          <a:xfrm>
            <a:off x="5957187" y="2527450"/>
            <a:ext cx="246900" cy="0"/>
          </a:xfrm>
          <a:prstGeom prst="straightConnector1">
            <a:avLst/>
          </a:prstGeom>
          <a:noFill/>
          <a:ln cap="flat" cmpd="sng" w="9525">
            <a:solidFill>
              <a:schemeClr val="dk1"/>
            </a:solidFill>
            <a:prstDash val="solid"/>
            <a:round/>
            <a:headEnd len="med" w="med" type="none"/>
            <a:tailEnd len="med" w="med" type="none"/>
          </a:ln>
        </p:spPr>
      </p:cxnSp>
      <p:cxnSp>
        <p:nvCxnSpPr>
          <p:cNvPr id="2154" name="Google Shape;2154;p47"/>
          <p:cNvCxnSpPr>
            <a:stCxn id="2143" idx="3"/>
            <a:endCxn id="2141" idx="1"/>
          </p:cNvCxnSpPr>
          <p:nvPr/>
        </p:nvCxnSpPr>
        <p:spPr>
          <a:xfrm>
            <a:off x="5957187" y="3319538"/>
            <a:ext cx="246900" cy="0"/>
          </a:xfrm>
          <a:prstGeom prst="straightConnector1">
            <a:avLst/>
          </a:prstGeom>
          <a:noFill/>
          <a:ln cap="flat" cmpd="sng" w="9525">
            <a:solidFill>
              <a:schemeClr val="dk1"/>
            </a:solidFill>
            <a:prstDash val="solid"/>
            <a:round/>
            <a:headEnd len="med" w="med" type="none"/>
            <a:tailEnd len="med" w="med" type="none"/>
          </a:ln>
        </p:spPr>
      </p:cxnSp>
      <p:cxnSp>
        <p:nvCxnSpPr>
          <p:cNvPr id="2155" name="Google Shape;2155;p47"/>
          <p:cNvCxnSpPr/>
          <p:nvPr/>
        </p:nvCxnSpPr>
        <p:spPr>
          <a:xfrm>
            <a:off x="715100" y="530650"/>
            <a:ext cx="0" cy="581400"/>
          </a:xfrm>
          <a:prstGeom prst="straightConnector1">
            <a:avLst/>
          </a:prstGeom>
          <a:noFill/>
          <a:ln cap="flat" cmpd="sng" w="9525">
            <a:solidFill>
              <a:schemeClr val="dk1"/>
            </a:solidFill>
            <a:prstDash val="solid"/>
            <a:round/>
            <a:headEnd len="med" w="med" type="none"/>
            <a:tailEnd len="med" w="med" type="none"/>
          </a:ln>
        </p:spPr>
      </p:cxnSp>
      <p:sp>
        <p:nvSpPr>
          <p:cNvPr id="2156" name="Google Shape;2156;p47"/>
          <p:cNvSpPr txBox="1"/>
          <p:nvPr>
            <p:ph idx="4294967295" type="title"/>
          </p:nvPr>
        </p:nvSpPr>
        <p:spPr>
          <a:xfrm>
            <a:off x="823725" y="535000"/>
            <a:ext cx="804300" cy="572700"/>
          </a:xfrm>
          <a:prstGeom prst="rect">
            <a:avLst/>
          </a:prstGeom>
          <a:solidFill>
            <a:schemeClr val="accent2"/>
          </a:solidFill>
        </p:spPr>
        <p:txBody>
          <a:bodyPr anchorCtr="0" anchor="t" bIns="91425" lIns="91425" spcFirstLastPara="1" rIns="91425" wrap="square" tIns="91425">
            <a:noAutofit/>
          </a:bodyPr>
          <a:lstStyle/>
          <a:p>
            <a:pPr indent="0" lvl="0" marL="0" rtl="0" algn="l">
              <a:spcBef>
                <a:spcPts val="0"/>
              </a:spcBef>
              <a:spcAft>
                <a:spcPts val="0"/>
              </a:spcAft>
              <a:buNone/>
            </a:pPr>
            <a:r>
              <a:rPr lang="en"/>
              <a:t>07</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0" name="Shape 2160"/>
        <p:cNvGrpSpPr/>
        <p:nvPr/>
      </p:nvGrpSpPr>
      <p:grpSpPr>
        <a:xfrm>
          <a:off x="0" y="0"/>
          <a:ext cx="0" cy="0"/>
          <a:chOff x="0" y="0"/>
          <a:chExt cx="0" cy="0"/>
        </a:xfrm>
      </p:grpSpPr>
      <p:sp>
        <p:nvSpPr>
          <p:cNvPr id="2161" name="Google Shape;2161;p48"/>
          <p:cNvSpPr txBox="1"/>
          <p:nvPr>
            <p:ph type="title"/>
          </p:nvPr>
        </p:nvSpPr>
        <p:spPr>
          <a:xfrm>
            <a:off x="715100" y="535000"/>
            <a:ext cx="771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2162" name="Google Shape;2162;p48"/>
          <p:cNvSpPr txBox="1"/>
          <p:nvPr/>
        </p:nvSpPr>
        <p:spPr>
          <a:xfrm>
            <a:off x="715100" y="1107700"/>
            <a:ext cx="80349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a:t>
            </a:r>
            <a:r>
              <a:rPr lang="en" sz="1200">
                <a:solidFill>
                  <a:schemeClr val="dk1"/>
                </a:solidFill>
                <a:latin typeface="Hanken Grotesk"/>
                <a:ea typeface="Hanken Grotesk"/>
                <a:cs typeface="Hanken Grotesk"/>
                <a:sym typeface="Hanken Grotesk"/>
              </a:rPr>
              <a:t>1] 	O. Hilas, "Contraception Use Among U.S. Women," U.S. Pharmacist, vol. 48, no. 9, p. 14, Sep. 2023. </a:t>
            </a:r>
            <a:br>
              <a:rPr lang="en" sz="1200">
                <a:solidFill>
                  <a:schemeClr val="dk1"/>
                </a:solidFill>
                <a:latin typeface="Hanken Grotesk"/>
                <a:ea typeface="Hanken Grotesk"/>
                <a:cs typeface="Hanken Grotesk"/>
                <a:sym typeface="Hanken Grotesk"/>
              </a:rPr>
            </a:br>
            <a:r>
              <a:rPr lang="en" sz="1200">
                <a:solidFill>
                  <a:schemeClr val="dk1"/>
                </a:solidFill>
                <a:latin typeface="Hanken Grotesk"/>
                <a:ea typeface="Hanken Grotesk"/>
                <a:cs typeface="Hanken Grotesk"/>
                <a:sym typeface="Hanken Grotesk"/>
              </a:rPr>
              <a:t>	[Online]. Available: https://www.uspharmacist.com/article/contraception-use-among-us-women. </a:t>
            </a:r>
            <a:br>
              <a:rPr lang="en" sz="1200">
                <a:solidFill>
                  <a:schemeClr val="dk1"/>
                </a:solidFill>
                <a:latin typeface="Hanken Grotesk"/>
                <a:ea typeface="Hanken Grotesk"/>
                <a:cs typeface="Hanken Grotesk"/>
                <a:sym typeface="Hanken Grotesk"/>
              </a:rPr>
            </a:br>
            <a:r>
              <a:rPr lang="en" sz="1200">
                <a:solidFill>
                  <a:schemeClr val="dk1"/>
                </a:solidFill>
                <a:latin typeface="Hanken Grotesk"/>
                <a:ea typeface="Hanken Grotesk"/>
                <a:cs typeface="Hanken Grotesk"/>
                <a:sym typeface="Hanken Grotesk"/>
              </a:rPr>
              <a:t>	[Accessed Apr. 16, 2024].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[2]	"World Health Organization, 'Maternal mortality,' WHO, [Online]. Available: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	https://www.who.int/news-room/fact-sheets/detail/maternal-mortality. [Accessed: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	25 January, 2024]."</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[3]	"Centers for Disease Control and Prevention, 'Contraceptive Use,' CDC FastStats, [Online].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	Available: https://www.cdc.gov/nchs/fastats/contraceptive.htm. [Accessed: 25 January, 2024]."</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[4]	E. A. Lopes-Garcia et al., "Assessment of pain and ease of intrauterine device placement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	according to type of device, parity, and mode of delivery," in The European Journal of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	Contraception &amp; Reproductive Health Care, vol. 28, no. 3, pp. 163-167, 2023, doi: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	10.1080/13625187.2023.2189500.</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[5] 	L. Vogel, "Canadian women opting for less effective birth control," in CMAJ: Canadian Medical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	Association Journal, vol. 189, no. 27, pp. E921-E922, 2017, doi: 10.1503/cmaj.1095446.</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p:txBody>
      </p:sp>
      <p:cxnSp>
        <p:nvCxnSpPr>
          <p:cNvPr id="2163" name="Google Shape;2163;p48"/>
          <p:cNvCxnSpPr/>
          <p:nvPr/>
        </p:nvCxnSpPr>
        <p:spPr>
          <a:xfrm>
            <a:off x="715100" y="530650"/>
            <a:ext cx="0" cy="581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7" name="Shape 2167"/>
        <p:cNvGrpSpPr/>
        <p:nvPr/>
      </p:nvGrpSpPr>
      <p:grpSpPr>
        <a:xfrm>
          <a:off x="0" y="0"/>
          <a:ext cx="0" cy="0"/>
          <a:chOff x="0" y="0"/>
          <a:chExt cx="0" cy="0"/>
        </a:xfrm>
      </p:grpSpPr>
      <p:sp>
        <p:nvSpPr>
          <p:cNvPr id="2168" name="Google Shape;2168;p49"/>
          <p:cNvSpPr txBox="1"/>
          <p:nvPr/>
        </p:nvSpPr>
        <p:spPr>
          <a:xfrm>
            <a:off x="720000" y="1247500"/>
            <a:ext cx="7704000" cy="33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Hanken Grotesk"/>
                <a:ea typeface="Hanken Grotesk"/>
                <a:cs typeface="Hanken Grotesk"/>
                <a:sym typeface="Hanken Grotesk"/>
              </a:rPr>
              <a:t>[6] 	"NHS Inform, 'Contraceptive implant,' [Online]. Available: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	https://www.nhsinform.scot/healthy-living/contraception/contraceptive-implant/. [Accessed: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	26 January, 2024]."</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[7]	"NHS Inform, 'Contraceptive injection,' [Online]. Available: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	https://www.nhsinform.scot/healthy-living/contraception/contraceptive-injection/. [Accessed: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	26 January, 2024].</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[8] 	Power to Decide, "Contraceptive Deserts," Power to Decide, [Online]. Available: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https://powertodecide.org/what-we-do/contraceptive-deserts. [Accessed Apr. 16, 2024].</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br>
              <a:rPr lang="en" sz="1200">
                <a:solidFill>
                  <a:schemeClr val="dk1"/>
                </a:solidFill>
                <a:latin typeface="Hanken Grotesk"/>
                <a:ea typeface="Hanken Grotesk"/>
                <a:cs typeface="Hanken Grotesk"/>
                <a:sym typeface="Hanken Grotesk"/>
              </a:rPr>
            </a:br>
            <a:r>
              <a:rPr lang="en" sz="1200">
                <a:solidFill>
                  <a:schemeClr val="dk1"/>
                </a:solidFill>
                <a:latin typeface="Hanken Grotesk"/>
                <a:ea typeface="Hanken Grotesk"/>
                <a:cs typeface="Hanken Grotesk"/>
                <a:sym typeface="Hanken Grotesk"/>
              </a:rPr>
              <a:t>[9] 	</a:t>
            </a:r>
            <a:r>
              <a:rPr lang="en" sz="1200">
                <a:solidFill>
                  <a:schemeClr val="dk1"/>
                </a:solidFill>
                <a:latin typeface="Hanken Grotesk"/>
                <a:ea typeface="Hanken Grotesk"/>
                <a:cs typeface="Hanken Grotesk"/>
                <a:sym typeface="Hanken Grotesk"/>
              </a:rPr>
              <a:t>Comfort, Alison B et al. “Improving Capacity at School-based Health Centers to Offer Adolescents </a:t>
            </a:r>
            <a:br>
              <a:rPr lang="en" sz="1200">
                <a:solidFill>
                  <a:schemeClr val="dk1"/>
                </a:solidFill>
                <a:latin typeface="Hanken Grotesk"/>
                <a:ea typeface="Hanken Grotesk"/>
                <a:cs typeface="Hanken Grotesk"/>
                <a:sym typeface="Hanken Grotesk"/>
              </a:rPr>
            </a:br>
            <a:r>
              <a:rPr lang="en" sz="1200">
                <a:solidFill>
                  <a:schemeClr val="dk1"/>
                </a:solidFill>
                <a:latin typeface="Hanken Grotesk"/>
                <a:ea typeface="Hanken Grotesk"/>
                <a:cs typeface="Hanken Grotesk"/>
                <a:sym typeface="Hanken Grotesk"/>
              </a:rPr>
              <a:t>	Counseling and Access to Comprehensive Contraceptive Services.” Journal of pediatric and adolescent </a:t>
            </a:r>
            <a:br>
              <a:rPr lang="en" sz="1200">
                <a:solidFill>
                  <a:schemeClr val="dk1"/>
                </a:solidFill>
                <a:latin typeface="Hanken Grotesk"/>
                <a:ea typeface="Hanken Grotesk"/>
                <a:cs typeface="Hanken Grotesk"/>
                <a:sym typeface="Hanken Grotesk"/>
              </a:rPr>
            </a:br>
            <a:r>
              <a:rPr lang="en" sz="1200">
                <a:solidFill>
                  <a:schemeClr val="dk1"/>
                </a:solidFill>
                <a:latin typeface="Hanken Grotesk"/>
                <a:ea typeface="Hanken Grotesk"/>
                <a:cs typeface="Hanken Grotesk"/>
                <a:sym typeface="Hanken Grotesk"/>
              </a:rPr>
              <a:t>	gynecology vol. 34,1 (2021): 26-32. doi:10.1016/j.jpag.2020.07.010</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rPr lang="en" sz="1200">
                <a:solidFill>
                  <a:schemeClr val="dk1"/>
                </a:solidFill>
                <a:latin typeface="Hanken Grotesk"/>
                <a:ea typeface="Hanken Grotesk"/>
                <a:cs typeface="Hanken Grotesk"/>
                <a:sym typeface="Hanken Grotesk"/>
              </a:rPr>
              <a:t>[10] 	Harper, Cynthia C et al. “Implementation science: Scaling a training intervention to include IUDs and </a:t>
            </a:r>
            <a:br>
              <a:rPr lang="en" sz="1200">
                <a:solidFill>
                  <a:schemeClr val="dk1"/>
                </a:solidFill>
                <a:latin typeface="Hanken Grotesk"/>
                <a:ea typeface="Hanken Grotesk"/>
                <a:cs typeface="Hanken Grotesk"/>
                <a:sym typeface="Hanken Grotesk"/>
              </a:rPr>
            </a:br>
            <a:r>
              <a:rPr lang="en" sz="1200">
                <a:solidFill>
                  <a:schemeClr val="dk1"/>
                </a:solidFill>
                <a:latin typeface="Hanken Grotesk"/>
                <a:ea typeface="Hanken Grotesk"/>
                <a:cs typeface="Hanken Grotesk"/>
                <a:sym typeface="Hanken Grotesk"/>
              </a:rPr>
              <a:t>	implants in contraceptive services in primary care.” Preventive medicine vol. 141 (2020): 106290. </a:t>
            </a:r>
            <a:br>
              <a:rPr lang="en" sz="1200">
                <a:solidFill>
                  <a:schemeClr val="dk1"/>
                </a:solidFill>
                <a:latin typeface="Hanken Grotesk"/>
                <a:ea typeface="Hanken Grotesk"/>
                <a:cs typeface="Hanken Grotesk"/>
                <a:sym typeface="Hanken Grotesk"/>
              </a:rPr>
            </a:br>
            <a:r>
              <a:rPr lang="en" sz="1200">
                <a:solidFill>
                  <a:schemeClr val="dk1"/>
                </a:solidFill>
                <a:latin typeface="Hanken Grotesk"/>
                <a:ea typeface="Hanken Grotesk"/>
                <a:cs typeface="Hanken Grotesk"/>
                <a:sym typeface="Hanken Grotesk"/>
              </a:rPr>
              <a:t>	doi:10.1016/j.ypmed.2020.106290</a:t>
            </a:r>
            <a:endParaRPr sz="1200">
              <a:solidFill>
                <a:schemeClr val="dk1"/>
              </a:solidFill>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p:txBody>
      </p:sp>
      <p:sp>
        <p:nvSpPr>
          <p:cNvPr id="2169" name="Google Shape;2169;p49"/>
          <p:cNvSpPr txBox="1"/>
          <p:nvPr>
            <p:ph type="title"/>
          </p:nvPr>
        </p:nvSpPr>
        <p:spPr>
          <a:xfrm>
            <a:off x="715100" y="535000"/>
            <a:ext cx="771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cxnSp>
        <p:nvCxnSpPr>
          <p:cNvPr id="2170" name="Google Shape;2170;p49"/>
          <p:cNvCxnSpPr/>
          <p:nvPr/>
        </p:nvCxnSpPr>
        <p:spPr>
          <a:xfrm>
            <a:off x="715100" y="530650"/>
            <a:ext cx="0" cy="581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4" name="Shape 2174"/>
        <p:cNvGrpSpPr/>
        <p:nvPr/>
      </p:nvGrpSpPr>
      <p:grpSpPr>
        <a:xfrm>
          <a:off x="0" y="0"/>
          <a:ext cx="0" cy="0"/>
          <a:chOff x="0" y="0"/>
          <a:chExt cx="0" cy="0"/>
        </a:xfrm>
      </p:grpSpPr>
      <p:sp>
        <p:nvSpPr>
          <p:cNvPr id="2175" name="Google Shape;2175;p50"/>
          <p:cNvSpPr txBox="1"/>
          <p:nvPr/>
        </p:nvSpPr>
        <p:spPr>
          <a:xfrm>
            <a:off x="720000" y="1247500"/>
            <a:ext cx="7704000" cy="336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Hanken Grotesk"/>
                <a:ea typeface="Hanken Grotesk"/>
                <a:cs typeface="Hanken Grotesk"/>
                <a:sym typeface="Hanken Grotesk"/>
              </a:rPr>
              <a:t>[11</a:t>
            </a:r>
            <a:r>
              <a:rPr lang="en" sz="1200">
                <a:latin typeface="Hanken Grotesk"/>
                <a:ea typeface="Hanken Grotesk"/>
                <a:cs typeface="Hanken Grotesk"/>
                <a:sym typeface="Hanken Grotesk"/>
              </a:rPr>
              <a:t>] 	A. Connolly, "IUD Placement," J. Ultrasound Med., [Online]. Available: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https://www.mfmnyc.com/wp-content/uploads/2022/05/2021-IUD-Placemernt-Connolly-JUM-2.pdf.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[Accessed Apr. 16, 2024].</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[12]	K. Sullivan, "Why Aren't Doctors Managing Pain During Gynecologic Procedures?" Medscape, October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30, 2023. [Online]. Available: https://www.medscape.com/viewarticle/997872?form=fpf. [Accessed Apr.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16, 2024].</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[13]	E. Monea and A. Thomas, "The High Cost of Unintended Pregnancy," Brookings, July 12, 2011. [Online].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Available: https://www.brookings.edu/articles/the-high-cost-of-unintended-pregnancy/. [Accessed Apr.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16, 2024].</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a:p>
            <a:pPr indent="0" lvl="0" marL="0" rtl="0" algn="l">
              <a:spcBef>
                <a:spcPts val="0"/>
              </a:spcBef>
              <a:spcAft>
                <a:spcPts val="0"/>
              </a:spcAft>
              <a:buNone/>
            </a:pPr>
            <a:r>
              <a:rPr lang="en" sz="1200">
                <a:latin typeface="Hanken Grotesk"/>
                <a:ea typeface="Hanken Grotesk"/>
                <a:cs typeface="Hanken Grotesk"/>
                <a:sym typeface="Hanken Grotesk"/>
              </a:rPr>
              <a:t>[14]	"Contraception - intrauterine devices (IUD)," Better Health Channel, [Online]. Available: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https://www.betterhealth.vic.gov.au/health/healthyliving/contraception-intrauterine-devices-iud. </a:t>
            </a:r>
            <a:br>
              <a:rPr lang="en" sz="1200">
                <a:latin typeface="Hanken Grotesk"/>
                <a:ea typeface="Hanken Grotesk"/>
                <a:cs typeface="Hanken Grotesk"/>
                <a:sym typeface="Hanken Grotesk"/>
              </a:rPr>
            </a:br>
            <a:r>
              <a:rPr lang="en" sz="1200">
                <a:latin typeface="Hanken Grotesk"/>
                <a:ea typeface="Hanken Grotesk"/>
                <a:cs typeface="Hanken Grotesk"/>
                <a:sym typeface="Hanken Grotesk"/>
              </a:rPr>
              <a:t>	[Accessed Apr. 16, 2024].</a:t>
            </a:r>
            <a:endParaRPr sz="1200">
              <a:latin typeface="Hanken Grotesk"/>
              <a:ea typeface="Hanken Grotesk"/>
              <a:cs typeface="Hanken Grotesk"/>
              <a:sym typeface="Hanken Grotesk"/>
            </a:endParaRPr>
          </a:p>
          <a:p>
            <a:pPr indent="0" lvl="0" marL="0" rtl="0" algn="l">
              <a:spcBef>
                <a:spcPts val="0"/>
              </a:spcBef>
              <a:spcAft>
                <a:spcPts val="0"/>
              </a:spcAft>
              <a:buNone/>
            </a:pPr>
            <a:r>
              <a:t/>
            </a:r>
            <a:endParaRPr sz="1200">
              <a:latin typeface="Hanken Grotesk"/>
              <a:ea typeface="Hanken Grotesk"/>
              <a:cs typeface="Hanken Grotesk"/>
              <a:sym typeface="Hanken Grotesk"/>
            </a:endParaRPr>
          </a:p>
        </p:txBody>
      </p:sp>
      <p:sp>
        <p:nvSpPr>
          <p:cNvPr id="2176" name="Google Shape;2176;p50"/>
          <p:cNvSpPr txBox="1"/>
          <p:nvPr>
            <p:ph type="title"/>
          </p:nvPr>
        </p:nvSpPr>
        <p:spPr>
          <a:xfrm>
            <a:off x="715100" y="535000"/>
            <a:ext cx="771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cxnSp>
        <p:nvCxnSpPr>
          <p:cNvPr id="2177" name="Google Shape;2177;p50"/>
          <p:cNvCxnSpPr/>
          <p:nvPr/>
        </p:nvCxnSpPr>
        <p:spPr>
          <a:xfrm>
            <a:off x="715100" y="530650"/>
            <a:ext cx="0" cy="581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1" name="Shape 2181"/>
        <p:cNvGrpSpPr/>
        <p:nvPr/>
      </p:nvGrpSpPr>
      <p:grpSpPr>
        <a:xfrm>
          <a:off x="0" y="0"/>
          <a:ext cx="0" cy="0"/>
          <a:chOff x="0" y="0"/>
          <a:chExt cx="0" cy="0"/>
        </a:xfrm>
      </p:grpSpPr>
      <p:sp>
        <p:nvSpPr>
          <p:cNvPr id="2182" name="Google Shape;2182;p51"/>
          <p:cNvSpPr txBox="1"/>
          <p:nvPr/>
        </p:nvSpPr>
        <p:spPr>
          <a:xfrm>
            <a:off x="1395200" y="1358875"/>
            <a:ext cx="2331300" cy="14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800">
                <a:solidFill>
                  <a:schemeClr val="accent2"/>
                </a:solidFill>
                <a:latin typeface="Hanken Grotesk ExtraBold"/>
                <a:ea typeface="Hanken Grotesk ExtraBold"/>
                <a:cs typeface="Hanken Grotesk ExtraBold"/>
                <a:sym typeface="Hanken Grotesk ExtraBold"/>
              </a:rPr>
              <a:t>The</a:t>
            </a:r>
            <a:r>
              <a:rPr lang="en" sz="4200">
                <a:solidFill>
                  <a:schemeClr val="accent2"/>
                </a:solidFill>
                <a:latin typeface="Hanken Grotesk ExtraBold"/>
                <a:ea typeface="Hanken Grotesk ExtraBold"/>
                <a:cs typeface="Hanken Grotesk ExtraBold"/>
                <a:sym typeface="Hanken Grotesk ExtraBold"/>
              </a:rPr>
              <a:t> </a:t>
            </a:r>
            <a:endParaRPr sz="4200">
              <a:solidFill>
                <a:schemeClr val="accent2"/>
              </a:solidFill>
              <a:latin typeface="Hanken Grotesk ExtraBold"/>
              <a:ea typeface="Hanken Grotesk ExtraBold"/>
              <a:cs typeface="Hanken Grotesk ExtraBold"/>
              <a:sym typeface="Hanken Grotesk ExtraBold"/>
            </a:endParaRPr>
          </a:p>
        </p:txBody>
      </p:sp>
      <p:sp>
        <p:nvSpPr>
          <p:cNvPr id="2183" name="Google Shape;2183;p51"/>
          <p:cNvSpPr txBox="1"/>
          <p:nvPr>
            <p:ph type="title"/>
          </p:nvPr>
        </p:nvSpPr>
        <p:spPr>
          <a:xfrm>
            <a:off x="317625" y="597350"/>
            <a:ext cx="82368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Give </a:t>
            </a:r>
            <a:r>
              <a:rPr lang="en" sz="2200"/>
              <a:t>women control over their health with…</a:t>
            </a:r>
            <a:endParaRPr sz="2200"/>
          </a:p>
        </p:txBody>
      </p:sp>
      <p:sp>
        <p:nvSpPr>
          <p:cNvPr id="2184" name="Google Shape;2184;p51"/>
          <p:cNvSpPr txBox="1"/>
          <p:nvPr/>
        </p:nvSpPr>
        <p:spPr>
          <a:xfrm>
            <a:off x="1322650" y="1358875"/>
            <a:ext cx="2331300" cy="14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800">
                <a:solidFill>
                  <a:schemeClr val="dk1"/>
                </a:solidFill>
                <a:latin typeface="Hanken Grotesk ExtraBold"/>
                <a:ea typeface="Hanken Grotesk ExtraBold"/>
                <a:cs typeface="Hanken Grotesk ExtraBold"/>
                <a:sym typeface="Hanken Grotesk ExtraBold"/>
              </a:rPr>
              <a:t>The</a:t>
            </a:r>
            <a:r>
              <a:rPr lang="en" sz="4200">
                <a:solidFill>
                  <a:schemeClr val="dk1"/>
                </a:solidFill>
                <a:latin typeface="Hanken Grotesk ExtraBold"/>
                <a:ea typeface="Hanken Grotesk ExtraBold"/>
                <a:cs typeface="Hanken Grotesk ExtraBold"/>
                <a:sym typeface="Hanken Grotesk ExtraBold"/>
              </a:rPr>
              <a:t> </a:t>
            </a:r>
            <a:endParaRPr sz="4200">
              <a:solidFill>
                <a:schemeClr val="dk1"/>
              </a:solidFill>
              <a:latin typeface="Hanken Grotesk ExtraBold"/>
              <a:ea typeface="Hanken Grotesk ExtraBold"/>
              <a:cs typeface="Hanken Grotesk ExtraBold"/>
              <a:sym typeface="Hanken Grotesk ExtraBold"/>
            </a:endParaRPr>
          </a:p>
        </p:txBody>
      </p:sp>
      <p:sp>
        <p:nvSpPr>
          <p:cNvPr id="2185" name="Google Shape;2185;p51"/>
          <p:cNvSpPr txBox="1"/>
          <p:nvPr/>
        </p:nvSpPr>
        <p:spPr>
          <a:xfrm>
            <a:off x="2920488" y="2206150"/>
            <a:ext cx="3358500" cy="5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800">
                <a:solidFill>
                  <a:schemeClr val="accent2"/>
                </a:solidFill>
                <a:latin typeface="Hanken Grotesk ExtraBold"/>
                <a:ea typeface="Hanken Grotesk ExtraBold"/>
                <a:cs typeface="Hanken Grotesk ExtraBold"/>
                <a:sym typeface="Hanken Grotesk ExtraBold"/>
              </a:rPr>
              <a:t>Control</a:t>
            </a:r>
            <a:endParaRPr sz="6800">
              <a:solidFill>
                <a:schemeClr val="accent2"/>
              </a:solidFill>
              <a:latin typeface="Hanken Grotesk ExtraBold"/>
              <a:ea typeface="Hanken Grotesk ExtraBold"/>
              <a:cs typeface="Hanken Grotesk ExtraBold"/>
              <a:sym typeface="Hanken Grotesk ExtraBold"/>
            </a:endParaRPr>
          </a:p>
        </p:txBody>
      </p:sp>
      <p:sp>
        <p:nvSpPr>
          <p:cNvPr id="2186" name="Google Shape;2186;p51"/>
          <p:cNvSpPr txBox="1"/>
          <p:nvPr/>
        </p:nvSpPr>
        <p:spPr>
          <a:xfrm>
            <a:off x="6123150" y="3104225"/>
            <a:ext cx="2966400" cy="11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800">
                <a:solidFill>
                  <a:schemeClr val="accent2"/>
                </a:solidFill>
                <a:latin typeface="Hanken Grotesk ExtraBold"/>
                <a:ea typeface="Hanken Grotesk ExtraBold"/>
                <a:cs typeface="Hanken Grotesk ExtraBold"/>
                <a:sym typeface="Hanken Grotesk ExtraBold"/>
              </a:rPr>
              <a:t>Kit</a:t>
            </a:r>
            <a:endParaRPr sz="6800">
              <a:solidFill>
                <a:schemeClr val="accent2"/>
              </a:solidFill>
              <a:latin typeface="Hanken Grotesk ExtraBold"/>
              <a:ea typeface="Hanken Grotesk ExtraBold"/>
              <a:cs typeface="Hanken Grotesk ExtraBold"/>
              <a:sym typeface="Hanken Grotesk ExtraBold"/>
            </a:endParaRPr>
          </a:p>
        </p:txBody>
      </p:sp>
      <p:sp>
        <p:nvSpPr>
          <p:cNvPr id="2187" name="Google Shape;2187;p51"/>
          <p:cNvSpPr txBox="1"/>
          <p:nvPr/>
        </p:nvSpPr>
        <p:spPr>
          <a:xfrm>
            <a:off x="2865013" y="2229775"/>
            <a:ext cx="3358500" cy="5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800">
                <a:solidFill>
                  <a:schemeClr val="dk1"/>
                </a:solidFill>
                <a:latin typeface="Hanken Grotesk ExtraBold"/>
                <a:ea typeface="Hanken Grotesk ExtraBold"/>
                <a:cs typeface="Hanken Grotesk ExtraBold"/>
                <a:sym typeface="Hanken Grotesk ExtraBold"/>
              </a:rPr>
              <a:t>Control</a:t>
            </a:r>
            <a:endParaRPr sz="6800">
              <a:solidFill>
                <a:schemeClr val="dk1"/>
              </a:solidFill>
              <a:latin typeface="Hanken Grotesk ExtraBold"/>
              <a:ea typeface="Hanken Grotesk ExtraBold"/>
              <a:cs typeface="Hanken Grotesk ExtraBold"/>
              <a:sym typeface="Hanken Grotesk ExtraBold"/>
            </a:endParaRPr>
          </a:p>
        </p:txBody>
      </p:sp>
      <p:sp>
        <p:nvSpPr>
          <p:cNvPr id="2188" name="Google Shape;2188;p51"/>
          <p:cNvSpPr txBox="1"/>
          <p:nvPr/>
        </p:nvSpPr>
        <p:spPr>
          <a:xfrm>
            <a:off x="6056025" y="3104225"/>
            <a:ext cx="2966400" cy="112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800">
                <a:solidFill>
                  <a:schemeClr val="dk1"/>
                </a:solidFill>
                <a:latin typeface="Hanken Grotesk ExtraBold"/>
                <a:ea typeface="Hanken Grotesk ExtraBold"/>
                <a:cs typeface="Hanken Grotesk ExtraBold"/>
                <a:sym typeface="Hanken Grotesk ExtraBold"/>
              </a:rPr>
              <a:t>Kit</a:t>
            </a:r>
            <a:endParaRPr sz="6800">
              <a:solidFill>
                <a:schemeClr val="dk1"/>
              </a:solidFill>
              <a:latin typeface="Hanken Grotesk ExtraBold"/>
              <a:ea typeface="Hanken Grotesk ExtraBold"/>
              <a:cs typeface="Hanken Grotesk ExtraBold"/>
              <a:sym typeface="Hanken Grotesk ExtraBold"/>
            </a:endParaRPr>
          </a:p>
        </p:txBody>
      </p:sp>
      <p:pic>
        <p:nvPicPr>
          <p:cNvPr id="2189" name="Google Shape;2189;p51"/>
          <p:cNvPicPr preferRelativeResize="0"/>
          <p:nvPr/>
        </p:nvPicPr>
        <p:blipFill>
          <a:blip r:embed="rId3">
            <a:alphaModFix/>
          </a:blip>
          <a:stretch>
            <a:fillRect/>
          </a:stretch>
        </p:blipFill>
        <p:spPr>
          <a:xfrm>
            <a:off x="420650" y="3028231"/>
            <a:ext cx="1416126" cy="1715344"/>
          </a:xfrm>
          <a:prstGeom prst="rect">
            <a:avLst/>
          </a:prstGeom>
          <a:noFill/>
          <a:ln>
            <a:noFill/>
          </a:ln>
        </p:spPr>
      </p:pic>
      <p:pic>
        <p:nvPicPr>
          <p:cNvPr id="2190" name="Google Shape;2190;p51"/>
          <p:cNvPicPr preferRelativeResize="0"/>
          <p:nvPr/>
        </p:nvPicPr>
        <p:blipFill rotWithShape="1">
          <a:blip r:embed="rId4">
            <a:alphaModFix/>
          </a:blip>
          <a:srcRect b="13811" l="0" r="0" t="13804"/>
          <a:stretch/>
        </p:blipFill>
        <p:spPr>
          <a:xfrm>
            <a:off x="7515599" y="725701"/>
            <a:ext cx="1416126" cy="1025050"/>
          </a:xfrm>
          <a:prstGeom prst="rect">
            <a:avLst/>
          </a:prstGeom>
          <a:noFill/>
          <a:ln>
            <a:noFill/>
          </a:ln>
          <a:effectLst>
            <a:outerShdw blurRad="57150" rotWithShape="0" algn="bl" dir="5400000" dist="19050">
              <a:schemeClr val="dk1">
                <a:alpha val="60000"/>
              </a:scheme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4" name="Shape 2194"/>
        <p:cNvGrpSpPr/>
        <p:nvPr/>
      </p:nvGrpSpPr>
      <p:grpSpPr>
        <a:xfrm>
          <a:off x="0" y="0"/>
          <a:ext cx="0" cy="0"/>
          <a:chOff x="0" y="0"/>
          <a:chExt cx="0" cy="0"/>
        </a:xfrm>
      </p:grpSpPr>
      <p:sp>
        <p:nvSpPr>
          <p:cNvPr id="2195" name="Google Shape;2195;p52"/>
          <p:cNvSpPr txBox="1"/>
          <p:nvPr>
            <p:ph type="title"/>
          </p:nvPr>
        </p:nvSpPr>
        <p:spPr>
          <a:xfrm>
            <a:off x="2201850" y="1584874"/>
            <a:ext cx="47403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300"/>
              <a:t>Thank you!</a:t>
            </a:r>
            <a:endParaRPr sz="6300"/>
          </a:p>
        </p:txBody>
      </p:sp>
      <p:sp>
        <p:nvSpPr>
          <p:cNvPr id="2196" name="Google Shape;2196;p52"/>
          <p:cNvSpPr txBox="1"/>
          <p:nvPr>
            <p:ph idx="1" type="subTitle"/>
          </p:nvPr>
        </p:nvSpPr>
        <p:spPr>
          <a:xfrm>
            <a:off x="3046650" y="2426675"/>
            <a:ext cx="3050700" cy="705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200"/>
              <a:t>Questions?</a:t>
            </a:r>
            <a:endParaRPr b="1" sz="4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 Vitro Fertilization Case Study by Slidesgo">
  <a:themeElements>
    <a:clrScheme name="Simple Light">
      <a:dk1>
        <a:srgbClr val="26272A"/>
      </a:dk1>
      <a:lt1>
        <a:srgbClr val="FDE7ED"/>
      </a:lt1>
      <a:dk2>
        <a:srgbClr val="FFFFFF"/>
      </a:dk2>
      <a:lt2>
        <a:srgbClr val="FEF6BC"/>
      </a:lt2>
      <a:accent1>
        <a:srgbClr val="FFC387"/>
      </a:accent1>
      <a:accent2>
        <a:srgbClr val="F79399"/>
      </a:accent2>
      <a:accent3>
        <a:srgbClr val="D41B3B"/>
      </a:accent3>
      <a:accent4>
        <a:srgbClr val="AC0D35"/>
      </a:accent4>
      <a:accent5>
        <a:srgbClr val="90B9E2"/>
      </a:accent5>
      <a:accent6>
        <a:srgbClr val="C1CFDA"/>
      </a:accent6>
      <a:hlink>
        <a:srgbClr val="26272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